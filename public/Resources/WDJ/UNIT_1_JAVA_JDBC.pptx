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Lst>
  <p:sldSz cy="6858000" cx="9144000"/>
  <p:notesSz cx="6858000" cy="9144000"/>
  <p:embeddedFontLst>
    <p:embeddedFont>
      <p:font typeface="Nunito"/>
      <p:regular r:id="rId72"/>
      <p:bold r:id="rId73"/>
      <p:italic r:id="rId74"/>
      <p:boldItalic r:id="rId75"/>
    </p:embeddedFont>
    <p:embeddedFont>
      <p:font typeface="Arimo"/>
      <p:regular r:id="rId76"/>
      <p:bold r:id="rId77"/>
      <p:italic r:id="rId78"/>
      <p:boldItalic r:id="rId79"/>
    </p:embeddedFont>
    <p:embeddedFont>
      <p:font typeface="Arial Narrow"/>
      <p:regular r:id="rId80"/>
      <p:bold r:id="rId81"/>
      <p:italic r:id="rId82"/>
      <p:boldItalic r:id="rId83"/>
    </p:embeddedFont>
    <p:embeddedFont>
      <p:font typeface="EB Garamond"/>
      <p:regular r:id="rId84"/>
      <p:bold r:id="rId85"/>
      <p:italic r:id="rId86"/>
      <p:boldItalic r:id="rId87"/>
    </p:embeddedFont>
    <p:embeddedFont>
      <p:font typeface="Noto Sans Symbols"/>
      <p:regular r:id="rId88"/>
      <p:bold r:id="rId89"/>
    </p:embeddedFont>
    <p:embeddedFont>
      <p:font typeface="Gill Sans"/>
      <p:regular r:id="rId90"/>
      <p:bold r:id="rId91"/>
    </p:embeddedFont>
    <p:embeddedFont>
      <p:font typeface="Open Sans"/>
      <p:regular r:id="rId92"/>
      <p:bold r:id="rId93"/>
      <p:italic r:id="rId94"/>
      <p:boldItalic r:id="rId9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96" roundtripDataSignature="AMtx7mhBOGii71oSOQeZcePlV28jl94v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B60981-4490-41B4-B5A1-42B63D20DCEB}">
  <a:tblStyle styleId="{23B60981-4490-41B4-B5A1-42B63D20DCE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84" Type="http://schemas.openxmlformats.org/officeDocument/2006/relationships/font" Target="fonts/EBGaramond-regular.fntdata"/><Relationship Id="rId83" Type="http://schemas.openxmlformats.org/officeDocument/2006/relationships/font" Target="fonts/ArialNarrow-boldItalic.fntdata"/><Relationship Id="rId42" Type="http://schemas.openxmlformats.org/officeDocument/2006/relationships/slide" Target="slides/slide35.xml"/><Relationship Id="rId86" Type="http://schemas.openxmlformats.org/officeDocument/2006/relationships/font" Target="fonts/EBGaramond-italic.fntdata"/><Relationship Id="rId41" Type="http://schemas.openxmlformats.org/officeDocument/2006/relationships/slide" Target="slides/slide34.xml"/><Relationship Id="rId85" Type="http://schemas.openxmlformats.org/officeDocument/2006/relationships/font" Target="fonts/EBGaramond-bold.fntdata"/><Relationship Id="rId44" Type="http://schemas.openxmlformats.org/officeDocument/2006/relationships/slide" Target="slides/slide37.xml"/><Relationship Id="rId88" Type="http://schemas.openxmlformats.org/officeDocument/2006/relationships/font" Target="fonts/NotoSansSymbols-regular.fntdata"/><Relationship Id="rId43" Type="http://schemas.openxmlformats.org/officeDocument/2006/relationships/slide" Target="slides/slide36.xml"/><Relationship Id="rId87" Type="http://schemas.openxmlformats.org/officeDocument/2006/relationships/font" Target="fonts/EBGaramond-boldItalic.fntdata"/><Relationship Id="rId46" Type="http://schemas.openxmlformats.org/officeDocument/2006/relationships/slide" Target="slides/slide39.xml"/><Relationship Id="rId45" Type="http://schemas.openxmlformats.org/officeDocument/2006/relationships/slide" Target="slides/slide38.xml"/><Relationship Id="rId89" Type="http://schemas.openxmlformats.org/officeDocument/2006/relationships/font" Target="fonts/NotoSansSymbols-bold.fntdata"/><Relationship Id="rId80" Type="http://schemas.openxmlformats.org/officeDocument/2006/relationships/font" Target="fonts/ArialNarrow-regular.fntdata"/><Relationship Id="rId82" Type="http://schemas.openxmlformats.org/officeDocument/2006/relationships/font" Target="fonts/ArialNarrow-italic.fntdata"/><Relationship Id="rId81" Type="http://schemas.openxmlformats.org/officeDocument/2006/relationships/font" Target="fonts/ArialNarrow-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Nunito-bold.fntdata"/><Relationship Id="rId72" Type="http://schemas.openxmlformats.org/officeDocument/2006/relationships/font" Target="fonts/Nunito-regular.fntdata"/><Relationship Id="rId31" Type="http://schemas.openxmlformats.org/officeDocument/2006/relationships/slide" Target="slides/slide24.xml"/><Relationship Id="rId75" Type="http://schemas.openxmlformats.org/officeDocument/2006/relationships/font" Target="fonts/Nunito-boldItalic.fntdata"/><Relationship Id="rId30" Type="http://schemas.openxmlformats.org/officeDocument/2006/relationships/slide" Target="slides/slide23.xml"/><Relationship Id="rId74" Type="http://schemas.openxmlformats.org/officeDocument/2006/relationships/font" Target="fonts/Nunito-italic.fntdata"/><Relationship Id="rId33" Type="http://schemas.openxmlformats.org/officeDocument/2006/relationships/slide" Target="slides/slide26.xml"/><Relationship Id="rId77" Type="http://schemas.openxmlformats.org/officeDocument/2006/relationships/font" Target="fonts/Arimo-bold.fntdata"/><Relationship Id="rId32" Type="http://schemas.openxmlformats.org/officeDocument/2006/relationships/slide" Target="slides/slide25.xml"/><Relationship Id="rId76" Type="http://schemas.openxmlformats.org/officeDocument/2006/relationships/font" Target="fonts/Arimo-regular.fntdata"/><Relationship Id="rId35" Type="http://schemas.openxmlformats.org/officeDocument/2006/relationships/slide" Target="slides/slide28.xml"/><Relationship Id="rId79" Type="http://schemas.openxmlformats.org/officeDocument/2006/relationships/font" Target="fonts/Arimo-boldItalic.fntdata"/><Relationship Id="rId34" Type="http://schemas.openxmlformats.org/officeDocument/2006/relationships/slide" Target="slides/slide27.xml"/><Relationship Id="rId78" Type="http://schemas.openxmlformats.org/officeDocument/2006/relationships/font" Target="fonts/Arimo-italic.fntdata"/><Relationship Id="rId71" Type="http://schemas.openxmlformats.org/officeDocument/2006/relationships/slide" Target="slides/slide64.xml"/><Relationship Id="rId70" Type="http://schemas.openxmlformats.org/officeDocument/2006/relationships/slide" Target="slides/slide63.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95" Type="http://schemas.openxmlformats.org/officeDocument/2006/relationships/font" Target="fonts/OpenSans-boldItalic.fntdata"/><Relationship Id="rId50" Type="http://schemas.openxmlformats.org/officeDocument/2006/relationships/slide" Target="slides/slide43.xml"/><Relationship Id="rId94" Type="http://schemas.openxmlformats.org/officeDocument/2006/relationships/font" Target="fonts/OpenSans-italic.fntdata"/><Relationship Id="rId53" Type="http://schemas.openxmlformats.org/officeDocument/2006/relationships/slide" Target="slides/slide46.xml"/><Relationship Id="rId52" Type="http://schemas.openxmlformats.org/officeDocument/2006/relationships/slide" Target="slides/slide45.xml"/><Relationship Id="rId96" Type="http://customschemas.google.com/relationships/presentationmetadata" Target="metadata"/><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91" Type="http://schemas.openxmlformats.org/officeDocument/2006/relationships/font" Target="fonts/GillSans-bold.fntdata"/><Relationship Id="rId90" Type="http://schemas.openxmlformats.org/officeDocument/2006/relationships/font" Target="fonts/GillSans-regular.fntdata"/><Relationship Id="rId93" Type="http://schemas.openxmlformats.org/officeDocument/2006/relationships/font" Target="fonts/OpenSans-bold.fntdata"/><Relationship Id="rId92" Type="http://schemas.openxmlformats.org/officeDocument/2006/relationships/font" Target="fonts/OpenSans-regular.fntdata"/><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Gulim"/>
                <a:ea typeface="Gulim"/>
                <a:cs typeface="Gulim"/>
                <a:sym typeface="Gulim"/>
              </a:rPr>
              <a:t>‹#›</a:t>
            </a:fld>
            <a:endParaRPr sz="1200">
              <a:solidFill>
                <a:schemeClr val="dk1"/>
              </a:solidFill>
              <a:latin typeface="Gulim"/>
              <a:ea typeface="Gulim"/>
              <a:cs typeface="Gulim"/>
              <a:sym typeface="Gulim"/>
            </a:endParaRPr>
          </a:p>
        </p:txBody>
      </p:sp>
      <p:sp>
        <p:nvSpPr>
          <p:cNvPr id="350" name="Google Shape;350;p15:notes"/>
          <p:cNvSpPr/>
          <p:nvPr/>
        </p:nvSpPr>
        <p:spPr>
          <a:xfrm>
            <a:off x="3884613" y="-1588"/>
            <a:ext cx="2976562" cy="46037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dk1"/>
              </a:solidFill>
              <a:latin typeface="Gill Sans"/>
              <a:ea typeface="Gill Sans"/>
              <a:cs typeface="Gill Sans"/>
              <a:sym typeface="Gill Sans"/>
            </a:endParaRPr>
          </a:p>
        </p:txBody>
      </p:sp>
      <p:sp>
        <p:nvSpPr>
          <p:cNvPr id="351" name="Google Shape;351;p15:notes"/>
          <p:cNvSpPr/>
          <p:nvPr/>
        </p:nvSpPr>
        <p:spPr>
          <a:xfrm>
            <a:off x="-3175" y="-1588"/>
            <a:ext cx="2973388" cy="46037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dk1"/>
              </a:solidFill>
              <a:latin typeface="Gill Sans"/>
              <a:ea typeface="Gill Sans"/>
              <a:cs typeface="Gill Sans"/>
              <a:sym typeface="Gill Sans"/>
            </a:endParaRPr>
          </a:p>
        </p:txBody>
      </p:sp>
      <p:sp>
        <p:nvSpPr>
          <p:cNvPr id="352" name="Google Shape;352;p15:notes"/>
          <p:cNvSpPr txBox="1"/>
          <p:nvPr>
            <p:ph idx="1" type="body"/>
          </p:nvPr>
        </p:nvSpPr>
        <p:spPr>
          <a:xfrm>
            <a:off x="401638" y="4772025"/>
            <a:ext cx="6032500" cy="3757613"/>
          </a:xfrm>
          <a:prstGeom prst="rect">
            <a:avLst/>
          </a:prstGeom>
          <a:noFill/>
          <a:ln>
            <a:noFill/>
          </a:ln>
        </p:spPr>
        <p:txBody>
          <a:bodyPr anchorCtr="0" anchor="t" bIns="45700" lIns="93650" spcFirstLastPara="1" rIns="93650" wrap="square" tIns="45700">
            <a:noAutofit/>
          </a:bodyPr>
          <a:lstStyle/>
          <a:p>
            <a:pPr indent="0" lvl="0" marL="0" rtl="0" algn="l">
              <a:spcBef>
                <a:spcPts val="0"/>
              </a:spcBef>
              <a:spcAft>
                <a:spcPts val="0"/>
              </a:spcAft>
              <a:buNone/>
            </a:pPr>
            <a:r>
              <a:rPr lang="en-US"/>
              <a:t>About JDBC Drivers</a:t>
            </a:r>
            <a:endParaRPr/>
          </a:p>
          <a:p>
            <a:pPr indent="0" lvl="1" marL="115888" rtl="0" algn="l">
              <a:spcBef>
                <a:spcPts val="0"/>
              </a:spcBef>
              <a:spcAft>
                <a:spcPts val="0"/>
              </a:spcAft>
              <a:buNone/>
            </a:pPr>
            <a:r>
              <a:rPr lang="en-US"/>
              <a:t>A JDBC driver implements the interfaces in the </a:t>
            </a:r>
            <a:r>
              <a:rPr lang="en-US">
                <a:latin typeface="Courier New"/>
                <a:ea typeface="Courier New"/>
                <a:cs typeface="Courier New"/>
                <a:sym typeface="Courier New"/>
              </a:rPr>
              <a:t>java.sql</a:t>
            </a:r>
            <a:r>
              <a:rPr lang="en-US"/>
              <a:t> package, providing the code to connect to and query a specific database. A JDBC driver can also provide a vendor</a:t>
            </a:r>
            <a:r>
              <a:rPr lang="en-US">
                <a:latin typeface="Times New Roman"/>
                <a:ea typeface="Times New Roman"/>
                <a:cs typeface="Times New Roman"/>
                <a:sym typeface="Times New Roman"/>
              </a:rPr>
              <a:t>’</a:t>
            </a:r>
            <a:r>
              <a:rPr lang="en-US"/>
              <a:t>s own extensions to the standard; Oracle drivers provide extensions to support special Oracle data types. </a:t>
            </a:r>
            <a:endParaRPr/>
          </a:p>
          <a:p>
            <a:pPr indent="0" lvl="1" marL="115888" rtl="0" algn="l">
              <a:spcBef>
                <a:spcPts val="0"/>
              </a:spcBef>
              <a:spcAft>
                <a:spcPts val="0"/>
              </a:spcAft>
              <a:buNone/>
            </a:pPr>
            <a:r>
              <a:rPr lang="en-US"/>
              <a:t>Oracle provides three drivers:</a:t>
            </a:r>
            <a:endParaRPr/>
          </a:p>
          <a:p>
            <a:pPr indent="0" lvl="2" marL="914400" rtl="0" algn="l">
              <a:spcBef>
                <a:spcPts val="0"/>
              </a:spcBef>
              <a:spcAft>
                <a:spcPts val="0"/>
              </a:spcAft>
              <a:buNone/>
            </a:pPr>
            <a:r>
              <a:rPr lang="en-US"/>
              <a:t>Thin client driver</a:t>
            </a:r>
            <a:endParaRPr/>
          </a:p>
          <a:p>
            <a:pPr indent="0" lvl="2" marL="914400" rtl="0" algn="l">
              <a:spcBef>
                <a:spcPts val="0"/>
              </a:spcBef>
              <a:spcAft>
                <a:spcPts val="0"/>
              </a:spcAft>
              <a:buNone/>
            </a:pPr>
            <a:r>
              <a:rPr lang="en-US"/>
              <a:t>OCI-based driver</a:t>
            </a:r>
            <a:endParaRPr/>
          </a:p>
          <a:p>
            <a:pPr indent="0" lvl="2" marL="914400" rtl="0" algn="l">
              <a:spcBef>
                <a:spcPts val="0"/>
              </a:spcBef>
              <a:spcAft>
                <a:spcPts val="0"/>
              </a:spcAft>
              <a:buNone/>
            </a:pPr>
            <a:r>
              <a:rPr lang="en-US"/>
              <a:t>Server-based driver</a:t>
            </a:r>
            <a:endParaRPr/>
          </a:p>
          <a:p>
            <a:pPr indent="0" lvl="1" marL="115888" rtl="0" algn="l">
              <a:spcBef>
                <a:spcPts val="0"/>
              </a:spcBef>
              <a:spcAft>
                <a:spcPts val="0"/>
              </a:spcAft>
              <a:buNone/>
            </a:pPr>
            <a:r>
              <a:rPr lang="en-US"/>
              <a:t>These are described on the following pages.</a:t>
            </a:r>
            <a:endParaRPr/>
          </a:p>
          <a:p>
            <a:pPr indent="0" lvl="0" marL="0" rtl="0" algn="l">
              <a:spcBef>
                <a:spcPts val="0"/>
              </a:spcBef>
              <a:spcAft>
                <a:spcPts val="0"/>
              </a:spcAft>
              <a:buNone/>
            </a:pPr>
            <a:r>
              <a:t/>
            </a:r>
            <a:endParaRPr b="1">
              <a:latin typeface="Times New Roman"/>
              <a:ea typeface="Times New Roman"/>
              <a:cs typeface="Times New Roman"/>
              <a:sym typeface="Times New Roman"/>
            </a:endParaRPr>
          </a:p>
        </p:txBody>
      </p:sp>
      <p:sp>
        <p:nvSpPr>
          <p:cNvPr id="353" name="Google Shape;353;p15:notes"/>
          <p:cNvSpPr/>
          <p:nvPr>
            <p:ph idx="2" type="sldImg"/>
          </p:nvPr>
        </p:nvSpPr>
        <p:spPr>
          <a:xfrm>
            <a:off x="490538" y="157163"/>
            <a:ext cx="5876925" cy="4408487"/>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bcd3dc3daa_0_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bcd3dc3daa_0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g3bcd3dc3daa_0_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bcd3dc3daa_0_5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bcd3dc3daa_0_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g3bcd3dc3daa_0_5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bcd3dc3daa_0_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bcd3dc3daa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g3bcd3dc3daa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bcd3dc3daa_0_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bcd3dc3daa_0_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g3bcd3dc3daa_0_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bcd3dc3daa_0_3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bcd3dc3daa_0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g3bcd3dc3daa_0_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bcd3dc3daa_0_6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bcd3dc3daa_0_6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g3bcd3dc3daa_0_6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bcd3dc3daa_0_4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bcd3dc3daa_0_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g3bcd3dc3daa_0_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c35de58a8c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c35de58a8c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g3c35de58a8c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 name="Google Shape;507;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Gulim"/>
                <a:ea typeface="Gulim"/>
                <a:cs typeface="Gulim"/>
                <a:sym typeface="Gulim"/>
              </a:rPr>
              <a:t>‹#›</a:t>
            </a:fld>
            <a:endParaRPr sz="1200">
              <a:solidFill>
                <a:schemeClr val="dk1"/>
              </a:solidFill>
              <a:latin typeface="Gulim"/>
              <a:ea typeface="Gulim"/>
              <a:cs typeface="Gulim"/>
              <a:sym typeface="Gulim"/>
            </a:endParaRPr>
          </a:p>
        </p:txBody>
      </p:sp>
      <p:sp>
        <p:nvSpPr>
          <p:cNvPr id="548" name="Google Shape;548;p25:notes"/>
          <p:cNvSpPr/>
          <p:nvPr/>
        </p:nvSpPr>
        <p:spPr>
          <a:xfrm>
            <a:off x="3884613" y="-1588"/>
            <a:ext cx="2976562" cy="46037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dk1"/>
              </a:solidFill>
              <a:latin typeface="Gill Sans"/>
              <a:ea typeface="Gill Sans"/>
              <a:cs typeface="Gill Sans"/>
              <a:sym typeface="Gill Sans"/>
            </a:endParaRPr>
          </a:p>
        </p:txBody>
      </p:sp>
      <p:sp>
        <p:nvSpPr>
          <p:cNvPr id="549" name="Google Shape;549;p25:notes"/>
          <p:cNvSpPr/>
          <p:nvPr/>
        </p:nvSpPr>
        <p:spPr>
          <a:xfrm>
            <a:off x="-3175" y="-1588"/>
            <a:ext cx="2973388" cy="46037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dk1"/>
              </a:solidFill>
              <a:latin typeface="Gill Sans"/>
              <a:ea typeface="Gill Sans"/>
              <a:cs typeface="Gill Sans"/>
              <a:sym typeface="Gill Sans"/>
            </a:endParaRPr>
          </a:p>
        </p:txBody>
      </p:sp>
      <p:sp>
        <p:nvSpPr>
          <p:cNvPr id="550" name="Google Shape;550;p25:notes"/>
          <p:cNvSpPr txBox="1"/>
          <p:nvPr>
            <p:ph idx="1" type="body"/>
          </p:nvPr>
        </p:nvSpPr>
        <p:spPr>
          <a:xfrm>
            <a:off x="412750" y="4772025"/>
            <a:ext cx="6030913" cy="3757613"/>
          </a:xfrm>
          <a:prstGeom prst="rect">
            <a:avLst/>
          </a:prstGeom>
          <a:noFill/>
          <a:ln>
            <a:noFill/>
          </a:ln>
        </p:spPr>
        <p:txBody>
          <a:bodyPr anchorCtr="0" anchor="t" bIns="47625" lIns="93650" spcFirstLastPara="1" rIns="93650" wrap="square" tIns="47625">
            <a:noAutofit/>
          </a:bodyPr>
          <a:lstStyle/>
          <a:p>
            <a:pPr indent="0" lvl="0" marL="0" rtl="0" algn="l">
              <a:spcBef>
                <a:spcPts val="0"/>
              </a:spcBef>
              <a:spcAft>
                <a:spcPts val="0"/>
              </a:spcAft>
              <a:buNone/>
            </a:pPr>
            <a:r>
              <a:rPr lang="en-US"/>
              <a:t>Dynamically Executing an Unknown SQL Statement</a:t>
            </a:r>
            <a:endParaRPr/>
          </a:p>
          <a:p>
            <a:pPr indent="0" lvl="1" marL="115888" rtl="0" algn="l">
              <a:spcBef>
                <a:spcPts val="0"/>
              </a:spcBef>
              <a:spcAft>
                <a:spcPts val="0"/>
              </a:spcAft>
              <a:buNone/>
            </a:pPr>
            <a:r>
              <a:rPr lang="en-US"/>
              <a:t>The following example uses </a:t>
            </a:r>
            <a:r>
              <a:rPr lang="en-US">
                <a:latin typeface="Courier New"/>
                <a:ea typeface="Courier New"/>
                <a:cs typeface="Courier New"/>
                <a:sym typeface="Courier New"/>
              </a:rPr>
              <a:t>execute()</a:t>
            </a:r>
            <a:r>
              <a:rPr lang="en-US"/>
              <a:t> to dynamically execute an unknown statement:</a:t>
            </a:r>
            <a:endParaRPr/>
          </a:p>
          <a:p>
            <a:pPr indent="0" lvl="1" marL="115888" rtl="0" algn="l">
              <a:spcBef>
                <a:spcPts val="0"/>
              </a:spcBef>
              <a:spcAft>
                <a:spcPts val="0"/>
              </a:spcAft>
              <a:buNone/>
            </a:pPr>
            <a:r>
              <a:rPr lang="en-US">
                <a:latin typeface="Courier New"/>
                <a:ea typeface="Courier New"/>
                <a:cs typeface="Courier New"/>
                <a:sym typeface="Courier New"/>
              </a:rPr>
              <a:t>public void executeStmt (String statement) throws SQLException {</a:t>
            </a:r>
            <a:br>
              <a:rPr lang="en-US">
                <a:latin typeface="Courier New"/>
                <a:ea typeface="Courier New"/>
                <a:cs typeface="Courier New"/>
                <a:sym typeface="Courier New"/>
              </a:rPr>
            </a:br>
            <a:r>
              <a:rPr lang="en-US">
                <a:latin typeface="Courier New"/>
                <a:ea typeface="Courier New"/>
                <a:cs typeface="Courier New"/>
                <a:sym typeface="Courier New"/>
              </a:rPr>
              <a:t>   Statement stmt = conn.createStatement();</a:t>
            </a:r>
            <a:br>
              <a:rPr lang="en-US">
                <a:latin typeface="Courier New"/>
                <a:ea typeface="Courier New"/>
                <a:cs typeface="Courier New"/>
                <a:sym typeface="Courier New"/>
              </a:rPr>
            </a:br>
            <a:r>
              <a:rPr lang="en-US">
                <a:latin typeface="Courier New"/>
                <a:ea typeface="Courier New"/>
                <a:cs typeface="Courier New"/>
                <a:sym typeface="Courier New"/>
              </a:rPr>
              <a:t>   // Execute the statement</a:t>
            </a:r>
            <a:br>
              <a:rPr lang="en-US">
                <a:latin typeface="Courier New"/>
                <a:ea typeface="Courier New"/>
                <a:cs typeface="Courier New"/>
                <a:sym typeface="Courier New"/>
              </a:rPr>
            </a:br>
            <a:r>
              <a:rPr lang="en-US">
                <a:latin typeface="Courier New"/>
                <a:ea typeface="Courier New"/>
                <a:cs typeface="Courier New"/>
                <a:sym typeface="Courier New"/>
              </a:rPr>
              <a:t>   boolean result = stmt.execute(statement);</a:t>
            </a:r>
            <a:br>
              <a:rPr lang="en-US">
                <a:latin typeface="Courier New"/>
                <a:ea typeface="Courier New"/>
                <a:cs typeface="Courier New"/>
                <a:sym typeface="Courier New"/>
              </a:rPr>
            </a:br>
            <a:r>
              <a:rPr lang="en-US">
                <a:latin typeface="Courier New"/>
                <a:ea typeface="Courier New"/>
                <a:cs typeface="Courier New"/>
                <a:sym typeface="Courier New"/>
              </a:rPr>
              <a:t>   if (result) {	// statement was a query</a:t>
            </a:r>
            <a:br>
              <a:rPr lang="en-US">
                <a:latin typeface="Courier New"/>
                <a:ea typeface="Courier New"/>
                <a:cs typeface="Courier New"/>
                <a:sym typeface="Courier New"/>
              </a:rPr>
            </a:br>
            <a:r>
              <a:rPr lang="en-US">
                <a:latin typeface="Courier New"/>
                <a:ea typeface="Courier New"/>
                <a:cs typeface="Courier New"/>
                <a:sym typeface="Courier New"/>
              </a:rPr>
              <a:t>      ResultSet rset = stmt.getResultSet();</a:t>
            </a:r>
            <a:br>
              <a:rPr lang="en-US">
                <a:latin typeface="Courier New"/>
                <a:ea typeface="Courier New"/>
                <a:cs typeface="Courier New"/>
                <a:sym typeface="Courier New"/>
              </a:rPr>
            </a:br>
            <a:r>
              <a:rPr lang="en-US">
                <a:latin typeface="Courier New"/>
                <a:ea typeface="Courier New"/>
                <a:cs typeface="Courier New"/>
                <a:sym typeface="Courier New"/>
              </a:rPr>
              <a:t>      // Process the results</a:t>
            </a:r>
            <a:br>
              <a:rPr lang="en-US">
                <a:latin typeface="Courier New"/>
                <a:ea typeface="Courier New"/>
                <a:cs typeface="Courier New"/>
                <a:sym typeface="Courier New"/>
              </a:rPr>
            </a:br>
            <a:r>
              <a:rPr lang="en-US">
                <a:latin typeface="Courier New"/>
                <a:ea typeface="Courier New"/>
                <a:cs typeface="Courier New"/>
                <a:sym typeface="Courier New"/>
              </a:rPr>
              <a:t>      ...</a:t>
            </a:r>
            <a:br>
              <a:rPr lang="en-US">
                <a:latin typeface="Courier New"/>
                <a:ea typeface="Courier New"/>
                <a:cs typeface="Courier New"/>
                <a:sym typeface="Courier New"/>
              </a:rPr>
            </a:br>
            <a:r>
              <a:rPr lang="en-US">
                <a:latin typeface="Courier New"/>
                <a:ea typeface="Courier New"/>
                <a:cs typeface="Courier New"/>
                <a:sym typeface="Courier New"/>
              </a:rPr>
              <a:t>   }</a:t>
            </a:r>
            <a:br>
              <a:rPr lang="en-US">
                <a:latin typeface="Courier New"/>
                <a:ea typeface="Courier New"/>
                <a:cs typeface="Courier New"/>
                <a:sym typeface="Courier New"/>
              </a:rPr>
            </a:br>
            <a:r>
              <a:rPr lang="en-US">
                <a:latin typeface="Courier New"/>
                <a:ea typeface="Courier New"/>
                <a:cs typeface="Courier New"/>
                <a:sym typeface="Courier New"/>
              </a:rPr>
              <a:t>   else {		// statement was an update or DDL</a:t>
            </a:r>
            <a:br>
              <a:rPr lang="en-US">
                <a:latin typeface="Courier New"/>
                <a:ea typeface="Courier New"/>
                <a:cs typeface="Courier New"/>
                <a:sym typeface="Courier New"/>
              </a:rPr>
            </a:br>
            <a:r>
              <a:rPr lang="en-US">
                <a:latin typeface="Courier New"/>
                <a:ea typeface="Courier New"/>
                <a:cs typeface="Courier New"/>
                <a:sym typeface="Courier New"/>
              </a:rPr>
              <a:t>      int updateCount = stmt.getUpdateCount();</a:t>
            </a:r>
            <a:br>
              <a:rPr lang="en-US">
                <a:latin typeface="Courier New"/>
                <a:ea typeface="Courier New"/>
                <a:cs typeface="Courier New"/>
                <a:sym typeface="Courier New"/>
              </a:rPr>
            </a:br>
            <a:r>
              <a:rPr lang="en-US">
                <a:latin typeface="Courier New"/>
                <a:ea typeface="Courier New"/>
                <a:cs typeface="Courier New"/>
                <a:sym typeface="Courier New"/>
              </a:rPr>
              <a:t>      // Process the results</a:t>
            </a:r>
            <a:br>
              <a:rPr lang="en-US">
                <a:latin typeface="Courier New"/>
                <a:ea typeface="Courier New"/>
                <a:cs typeface="Courier New"/>
                <a:sym typeface="Courier New"/>
              </a:rPr>
            </a:br>
            <a:r>
              <a:rPr lang="en-US">
                <a:latin typeface="Courier New"/>
                <a:ea typeface="Courier New"/>
                <a:cs typeface="Courier New"/>
                <a:sym typeface="Courier New"/>
              </a:rPr>
              <a:t>      ...</a:t>
            </a:r>
            <a:br>
              <a:rPr lang="en-US">
                <a:latin typeface="Courier New"/>
                <a:ea typeface="Courier New"/>
                <a:cs typeface="Courier New"/>
                <a:sym typeface="Courier New"/>
              </a:rPr>
            </a:br>
            <a:r>
              <a:rPr lang="en-US">
                <a:latin typeface="Courier New"/>
                <a:ea typeface="Courier New"/>
                <a:cs typeface="Courier New"/>
                <a:sym typeface="Courier New"/>
              </a:rPr>
              <a:t>   }</a:t>
            </a:r>
            <a:br>
              <a:rPr lang="en-US">
                <a:latin typeface="Courier New"/>
                <a:ea typeface="Courier New"/>
                <a:cs typeface="Courier New"/>
                <a:sym typeface="Courier New"/>
              </a:rPr>
            </a:br>
            <a:r>
              <a:rPr lang="en-US">
                <a:latin typeface="Courier New"/>
                <a:ea typeface="Courier New"/>
                <a:cs typeface="Courier New"/>
                <a:sym typeface="Courier New"/>
              </a:rPr>
              <a:t>}</a:t>
            </a:r>
            <a:endParaRPr/>
          </a:p>
          <a:p>
            <a:pPr indent="0" lvl="0" marL="0" rtl="0" algn="l">
              <a:spcBef>
                <a:spcPts val="0"/>
              </a:spcBef>
              <a:spcAft>
                <a:spcPts val="0"/>
              </a:spcAft>
              <a:buNone/>
            </a:pPr>
            <a:r>
              <a:t/>
            </a:r>
            <a:endParaRPr b="1">
              <a:latin typeface="Courier New"/>
              <a:ea typeface="Courier New"/>
              <a:cs typeface="Courier New"/>
              <a:sym typeface="Courier New"/>
            </a:endParaRPr>
          </a:p>
        </p:txBody>
      </p:sp>
      <p:sp>
        <p:nvSpPr>
          <p:cNvPr id="551" name="Google Shape;551;p25:notes"/>
          <p:cNvSpPr/>
          <p:nvPr>
            <p:ph idx="2" type="sldImg"/>
          </p:nvPr>
        </p:nvSpPr>
        <p:spPr>
          <a:xfrm>
            <a:off x="490538" y="157163"/>
            <a:ext cx="5876925" cy="4408487"/>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7" name="Google Shape;587;p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bcfa7d3686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3" name="Google Shape;593;g3bcfa7d3686_0_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bcfa7d3686_0_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3bcfa7d3686_0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1" name="Google Shape;601;g3bcfa7d3686_0_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bd14058c71_0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0" name="Google Shape;610;g3bd14058c71_0_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bcfa7d3686_0_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bcfa7d3686_0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8" name="Google Shape;618;g3bcfa7d3686_0_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p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1" name="Google Shape;631;p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8" name="Google Shape;638;p3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7" name="Google Shape;647;p3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4" name="Google Shape;654;p3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3bd14058c71_0_4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3bd14058c71_0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3" name="Google Shape;663;g3bd14058c71_0_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9" name="Google Shape;669;p4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6" name="Google Shape;676;p4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3" name="Google Shape;683;p4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7" name="Google Shape;697;p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4" name="Google Shape;704;p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1" name="Google Shape;711;p5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7" name="Google Shape;717;p5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bd60926968_0_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723" name="Google Shape;723;g3bd60926968_0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4" name="Google Shape;724;g3bd60926968_0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bd60926968_0_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3bd60926968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3" name="Google Shape;733;g3bd60926968_0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1" name="Google Shape;741;p5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Gulim"/>
                <a:ea typeface="Gulim"/>
                <a:cs typeface="Gulim"/>
                <a:sym typeface="Gulim"/>
              </a:rPr>
              <a:t>‹#›</a:t>
            </a:fld>
            <a:endParaRPr sz="1200">
              <a:solidFill>
                <a:schemeClr val="dk1"/>
              </a:solidFill>
              <a:latin typeface="Gulim"/>
              <a:ea typeface="Gulim"/>
              <a:cs typeface="Gulim"/>
              <a:sym typeface="Gulim"/>
            </a:endParaRPr>
          </a:p>
        </p:txBody>
      </p:sp>
      <p:sp>
        <p:nvSpPr>
          <p:cNvPr id="747" name="Google Shape;747;p55:notes"/>
          <p:cNvSpPr/>
          <p:nvPr/>
        </p:nvSpPr>
        <p:spPr>
          <a:xfrm>
            <a:off x="3884613" y="-3175"/>
            <a:ext cx="2978150" cy="46196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dk1"/>
              </a:solidFill>
              <a:latin typeface="Gill Sans"/>
              <a:ea typeface="Gill Sans"/>
              <a:cs typeface="Gill Sans"/>
              <a:sym typeface="Gill Sans"/>
            </a:endParaRPr>
          </a:p>
        </p:txBody>
      </p:sp>
      <p:sp>
        <p:nvSpPr>
          <p:cNvPr id="748" name="Google Shape;748;p55:notes"/>
          <p:cNvSpPr/>
          <p:nvPr/>
        </p:nvSpPr>
        <p:spPr>
          <a:xfrm>
            <a:off x="-3175" y="-3175"/>
            <a:ext cx="2974975" cy="46196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dk1"/>
              </a:solidFill>
              <a:latin typeface="Gill Sans"/>
              <a:ea typeface="Gill Sans"/>
              <a:cs typeface="Gill Sans"/>
              <a:sym typeface="Gill Sans"/>
            </a:endParaRPr>
          </a:p>
        </p:txBody>
      </p:sp>
      <p:sp>
        <p:nvSpPr>
          <p:cNvPr id="749" name="Google Shape;749;p55:notes"/>
          <p:cNvSpPr txBox="1"/>
          <p:nvPr>
            <p:ph idx="1" type="body"/>
          </p:nvPr>
        </p:nvSpPr>
        <p:spPr>
          <a:xfrm>
            <a:off x="414338" y="4772025"/>
            <a:ext cx="6029325" cy="3756025"/>
          </a:xfrm>
          <a:prstGeom prst="rect">
            <a:avLst/>
          </a:prstGeom>
          <a:noFill/>
          <a:ln>
            <a:noFill/>
          </a:ln>
        </p:spPr>
        <p:txBody>
          <a:bodyPr anchorCtr="0" anchor="t" bIns="46025" lIns="92075" spcFirstLastPara="1" rIns="92075" wrap="square" tIns="46025">
            <a:noAutofit/>
          </a:bodyPr>
          <a:lstStyle/>
          <a:p>
            <a:pPr indent="0" lvl="0" marL="0" rtl="0" algn="l">
              <a:spcBef>
                <a:spcPts val="0"/>
              </a:spcBef>
              <a:spcAft>
                <a:spcPts val="0"/>
              </a:spcAft>
              <a:buNone/>
            </a:pPr>
            <a:r>
              <a:rPr lang="en-US">
                <a:solidFill>
                  <a:srgbClr val="000000"/>
                </a:solidFill>
              </a:rPr>
              <a:t>The </a:t>
            </a:r>
            <a:r>
              <a:rPr lang="en-US">
                <a:solidFill>
                  <a:srgbClr val="000000"/>
                </a:solidFill>
                <a:latin typeface="Courier New"/>
                <a:ea typeface="Courier New"/>
                <a:cs typeface="Courier New"/>
                <a:sym typeface="Courier New"/>
              </a:rPr>
              <a:t>CallableStatement</a:t>
            </a:r>
            <a:r>
              <a:rPr lang="en-US">
                <a:solidFill>
                  <a:srgbClr val="000000"/>
                </a:solidFill>
              </a:rPr>
              <a:t> Object</a:t>
            </a:r>
            <a:endParaRPr/>
          </a:p>
          <a:p>
            <a:pPr indent="0" lvl="1" marL="115888" rtl="0" algn="l">
              <a:spcBef>
                <a:spcPts val="0"/>
              </a:spcBef>
              <a:spcAft>
                <a:spcPts val="0"/>
              </a:spcAft>
              <a:buNone/>
            </a:pPr>
            <a:r>
              <a:rPr lang="en-US">
                <a:solidFill>
                  <a:srgbClr val="000000"/>
                </a:solidFill>
              </a:rPr>
              <a:t>The way to access stored procedures using JDBC is through the</a:t>
            </a:r>
            <a:r>
              <a:rPr lang="en-US">
                <a:solidFill>
                  <a:srgbClr val="000000"/>
                </a:solidFill>
                <a:latin typeface="Courier New"/>
                <a:ea typeface="Courier New"/>
                <a:cs typeface="Courier New"/>
                <a:sym typeface="Courier New"/>
              </a:rPr>
              <a:t> CallableStatement</a:t>
            </a:r>
            <a:r>
              <a:rPr lang="en-US">
                <a:solidFill>
                  <a:srgbClr val="000000"/>
                </a:solidFill>
              </a:rPr>
              <a:t> class which is inherited from the </a:t>
            </a:r>
            <a:r>
              <a:rPr lang="en-US">
                <a:solidFill>
                  <a:srgbClr val="000000"/>
                </a:solidFill>
                <a:latin typeface="Courier New"/>
                <a:ea typeface="Courier New"/>
                <a:cs typeface="Courier New"/>
                <a:sym typeface="Courier New"/>
              </a:rPr>
              <a:t>PreparedStatement</a:t>
            </a:r>
            <a:r>
              <a:rPr lang="en-US">
                <a:solidFill>
                  <a:srgbClr val="000000"/>
                </a:solidFill>
              </a:rPr>
              <a:t> class. </a:t>
            </a:r>
            <a:r>
              <a:rPr lang="en-US">
                <a:solidFill>
                  <a:srgbClr val="000000"/>
                </a:solidFill>
                <a:latin typeface="Courier New"/>
                <a:ea typeface="Courier New"/>
                <a:cs typeface="Courier New"/>
                <a:sym typeface="Courier New"/>
              </a:rPr>
              <a:t>CallableStatement</a:t>
            </a:r>
            <a:r>
              <a:rPr lang="en-US">
                <a:solidFill>
                  <a:srgbClr val="000000"/>
                </a:solidFill>
              </a:rPr>
              <a:t> is like </a:t>
            </a:r>
            <a:r>
              <a:rPr lang="en-US">
                <a:solidFill>
                  <a:srgbClr val="000000"/>
                </a:solidFill>
                <a:latin typeface="Courier New"/>
                <a:ea typeface="Courier New"/>
                <a:cs typeface="Courier New"/>
                <a:sym typeface="Courier New"/>
              </a:rPr>
              <a:t>PreparedStatement</a:t>
            </a:r>
            <a:r>
              <a:rPr lang="en-US">
                <a:solidFill>
                  <a:srgbClr val="000000"/>
                </a:solidFill>
              </a:rPr>
              <a:t> in that you can specify parameters using the question mark (</a:t>
            </a:r>
            <a:r>
              <a:rPr lang="en-US">
                <a:solidFill>
                  <a:srgbClr val="000000"/>
                </a:solidFill>
                <a:latin typeface="Courier New"/>
                <a:ea typeface="Courier New"/>
                <a:cs typeface="Courier New"/>
                <a:sym typeface="Courier New"/>
              </a:rPr>
              <a:t>?</a:t>
            </a:r>
            <a:r>
              <a:rPr lang="en-US">
                <a:solidFill>
                  <a:srgbClr val="000000"/>
                </a:solidFill>
              </a:rPr>
              <a:t>) notation, but it contains no SQL statements. </a:t>
            </a:r>
            <a:endParaRPr/>
          </a:p>
          <a:p>
            <a:pPr indent="0" lvl="1" marL="115888" rtl="0" algn="l">
              <a:spcBef>
                <a:spcPts val="0"/>
              </a:spcBef>
              <a:spcAft>
                <a:spcPts val="0"/>
              </a:spcAft>
              <a:buNone/>
            </a:pPr>
            <a:r>
              <a:rPr lang="en-US">
                <a:solidFill>
                  <a:srgbClr val="000000"/>
                </a:solidFill>
              </a:rPr>
              <a:t>Both functions and procedures take parameters represented by identifiers. A function executes some procedural logic and it returns a value that can be any data type supported by the database. The parameters supplied to the function do not change after the function is executed.</a:t>
            </a:r>
            <a:endParaRPr/>
          </a:p>
          <a:p>
            <a:pPr indent="0" lvl="1" marL="115888" rtl="0" algn="l">
              <a:spcBef>
                <a:spcPts val="0"/>
              </a:spcBef>
              <a:spcAft>
                <a:spcPts val="0"/>
              </a:spcAft>
              <a:buNone/>
            </a:pPr>
            <a:r>
              <a:rPr lang="en-US">
                <a:solidFill>
                  <a:srgbClr val="000000"/>
                </a:solidFill>
              </a:rPr>
              <a:t>A procedure executes some procedural logic but does not return any value. However, some of the parameters supplied to the procedure may have their values changed after the procedure is executed. </a:t>
            </a:r>
            <a:endParaRPr/>
          </a:p>
          <a:p>
            <a:pPr indent="0" lvl="1" marL="115888" rtl="0" algn="l">
              <a:spcBef>
                <a:spcPts val="0"/>
              </a:spcBef>
              <a:spcAft>
                <a:spcPts val="0"/>
              </a:spcAft>
              <a:buNone/>
            </a:pPr>
            <a:r>
              <a:rPr b="1" lang="en-US">
                <a:solidFill>
                  <a:srgbClr val="000000"/>
                </a:solidFill>
              </a:rPr>
              <a:t>Note:</a:t>
            </a:r>
            <a:r>
              <a:rPr lang="en-US">
                <a:solidFill>
                  <a:srgbClr val="000000"/>
                </a:solidFill>
              </a:rPr>
              <a:t> Calling a stored procedure is the same whether the stored procedure was written originally in Java or in any other language supported by the database, such as PL/SQL. Indeed, a stored procedure written in Java appears to the programmer as a PL/SQL stored procedure.</a:t>
            </a:r>
            <a:endParaRPr/>
          </a:p>
          <a:p>
            <a:pPr indent="0" lvl="0" marL="0" rtl="0" algn="l">
              <a:spcBef>
                <a:spcPts val="0"/>
              </a:spcBef>
              <a:spcAft>
                <a:spcPts val="0"/>
              </a:spcAft>
              <a:buNone/>
            </a:pPr>
            <a:r>
              <a:t/>
            </a:r>
            <a:endParaRPr b="1">
              <a:latin typeface="Times New Roman"/>
              <a:ea typeface="Times New Roman"/>
              <a:cs typeface="Times New Roman"/>
              <a:sym typeface="Times New Roman"/>
            </a:endParaRPr>
          </a:p>
        </p:txBody>
      </p:sp>
      <p:sp>
        <p:nvSpPr>
          <p:cNvPr id="750" name="Google Shape;750;p55:notes"/>
          <p:cNvSpPr/>
          <p:nvPr>
            <p:ph idx="2" type="sldImg"/>
          </p:nvPr>
        </p:nvSpPr>
        <p:spPr>
          <a:xfrm>
            <a:off x="492125" y="160338"/>
            <a:ext cx="5875338" cy="4405312"/>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be6c6de04e_0_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3be6c6de04e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7" name="Google Shape;757;g3be6c6de04e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Gulim"/>
                <a:ea typeface="Gulim"/>
                <a:cs typeface="Gulim"/>
                <a:sym typeface="Gulim"/>
              </a:rPr>
              <a:t>‹#›</a:t>
            </a:fld>
            <a:endParaRPr sz="1200">
              <a:solidFill>
                <a:schemeClr val="dk1"/>
              </a:solidFill>
              <a:latin typeface="Gulim"/>
              <a:ea typeface="Gulim"/>
              <a:cs typeface="Gulim"/>
              <a:sym typeface="Gulim"/>
            </a:endParaRPr>
          </a:p>
        </p:txBody>
      </p:sp>
      <p:sp>
        <p:nvSpPr>
          <p:cNvPr id="764" name="Google Shape;764;p57:notes"/>
          <p:cNvSpPr/>
          <p:nvPr/>
        </p:nvSpPr>
        <p:spPr>
          <a:xfrm>
            <a:off x="3884613" y="-3175"/>
            <a:ext cx="2978150" cy="46196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dk1"/>
              </a:solidFill>
              <a:latin typeface="Gill Sans"/>
              <a:ea typeface="Gill Sans"/>
              <a:cs typeface="Gill Sans"/>
              <a:sym typeface="Gill Sans"/>
            </a:endParaRPr>
          </a:p>
        </p:txBody>
      </p:sp>
      <p:sp>
        <p:nvSpPr>
          <p:cNvPr id="765" name="Google Shape;765;p57:notes"/>
          <p:cNvSpPr/>
          <p:nvPr/>
        </p:nvSpPr>
        <p:spPr>
          <a:xfrm>
            <a:off x="-3175" y="-3175"/>
            <a:ext cx="2974975" cy="46196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dk1"/>
              </a:solidFill>
              <a:latin typeface="Gill Sans"/>
              <a:ea typeface="Gill Sans"/>
              <a:cs typeface="Gill Sans"/>
              <a:sym typeface="Gill Sans"/>
            </a:endParaRPr>
          </a:p>
        </p:txBody>
      </p:sp>
      <p:sp>
        <p:nvSpPr>
          <p:cNvPr id="766" name="Google Shape;766;p57:notes"/>
          <p:cNvSpPr txBox="1"/>
          <p:nvPr>
            <p:ph idx="1" type="body"/>
          </p:nvPr>
        </p:nvSpPr>
        <p:spPr>
          <a:xfrm>
            <a:off x="414338" y="4772025"/>
            <a:ext cx="6029325" cy="3756025"/>
          </a:xfrm>
          <a:prstGeom prst="rect">
            <a:avLst/>
          </a:prstGeom>
          <a:noFill/>
          <a:ln>
            <a:noFill/>
          </a:ln>
        </p:spPr>
        <p:txBody>
          <a:bodyPr anchorCtr="0" anchor="t" bIns="46025" lIns="92075" spcFirstLastPara="1" rIns="92075" wrap="square" tIns="46025">
            <a:noAutofit/>
          </a:bodyPr>
          <a:lstStyle/>
          <a:p>
            <a:pPr indent="0" lvl="0" marL="0" rtl="0" algn="l">
              <a:spcBef>
                <a:spcPts val="0"/>
              </a:spcBef>
              <a:spcAft>
                <a:spcPts val="0"/>
              </a:spcAft>
              <a:buNone/>
            </a:pPr>
            <a:r>
              <a:rPr lang="en-US"/>
              <a:t>How to Execute a Callable Statement</a:t>
            </a:r>
            <a:endParaRPr/>
          </a:p>
          <a:p>
            <a:pPr indent="0" lvl="1" marL="115888" rtl="0" algn="l">
              <a:spcBef>
                <a:spcPts val="0"/>
              </a:spcBef>
              <a:spcAft>
                <a:spcPts val="0"/>
              </a:spcAft>
              <a:buNone/>
            </a:pPr>
            <a:r>
              <a:rPr lang="en-US"/>
              <a:t>There are three steps in executing the stored procedure after you have registered the types of the OUT variables:</a:t>
            </a:r>
            <a:endParaRPr/>
          </a:p>
          <a:p>
            <a:pPr indent="0" lvl="2" marL="914400" rtl="0" algn="l">
              <a:spcBef>
                <a:spcPts val="0"/>
              </a:spcBef>
              <a:spcAft>
                <a:spcPts val="0"/>
              </a:spcAft>
              <a:buNone/>
            </a:pPr>
            <a:r>
              <a:rPr lang="en-US"/>
              <a:t>1.	Set the IN parameters.</a:t>
            </a:r>
            <a:endParaRPr/>
          </a:p>
          <a:p>
            <a:pPr indent="0" lvl="2" marL="914400" rtl="0" algn="l">
              <a:spcBef>
                <a:spcPts val="0"/>
              </a:spcBef>
              <a:spcAft>
                <a:spcPts val="0"/>
              </a:spcAft>
              <a:buNone/>
            </a:pPr>
            <a:r>
              <a:rPr lang="en-US"/>
              <a:t>	Use the </a:t>
            </a:r>
            <a:r>
              <a:rPr lang="en-US">
                <a:latin typeface="Courier New"/>
                <a:ea typeface="Courier New"/>
                <a:cs typeface="Courier New"/>
                <a:sym typeface="Courier New"/>
              </a:rPr>
              <a:t>set</a:t>
            </a:r>
            <a:r>
              <a:rPr i="1" lang="en-US">
                <a:latin typeface="Courier New"/>
                <a:ea typeface="Courier New"/>
                <a:cs typeface="Courier New"/>
                <a:sym typeface="Courier New"/>
              </a:rPr>
              <a:t>XXX</a:t>
            </a:r>
            <a:r>
              <a:rPr lang="en-US">
                <a:latin typeface="Courier New"/>
                <a:ea typeface="Courier New"/>
                <a:cs typeface="Courier New"/>
                <a:sym typeface="Courier New"/>
              </a:rPr>
              <a:t>()</a:t>
            </a:r>
            <a:r>
              <a:rPr lang="en-US"/>
              <a:t> methods to supply values for the IN parameters. There is one </a:t>
            </a:r>
            <a:r>
              <a:rPr lang="en-US">
                <a:latin typeface="Courier New"/>
                <a:ea typeface="Courier New"/>
                <a:cs typeface="Courier New"/>
                <a:sym typeface="Courier New"/>
              </a:rPr>
              <a:t>set</a:t>
            </a:r>
            <a:r>
              <a:rPr i="1" lang="en-US">
                <a:latin typeface="Courier New"/>
                <a:ea typeface="Courier New"/>
                <a:cs typeface="Courier New"/>
                <a:sym typeface="Courier New"/>
              </a:rPr>
              <a:t>XXX</a:t>
            </a:r>
            <a:r>
              <a:rPr lang="en-US">
                <a:latin typeface="Courier New"/>
                <a:ea typeface="Courier New"/>
                <a:cs typeface="Courier New"/>
                <a:sym typeface="Courier New"/>
              </a:rPr>
              <a:t>()</a:t>
            </a:r>
            <a:r>
              <a:rPr lang="en-US"/>
              <a:t> method for each Java type: </a:t>
            </a:r>
            <a:r>
              <a:rPr lang="en-US">
                <a:latin typeface="Courier New"/>
                <a:ea typeface="Courier New"/>
                <a:cs typeface="Courier New"/>
                <a:sym typeface="Courier New"/>
              </a:rPr>
              <a:t>setString()</a:t>
            </a:r>
            <a:r>
              <a:rPr lang="en-US"/>
              <a:t>, </a:t>
            </a:r>
            <a:r>
              <a:rPr lang="en-US">
                <a:latin typeface="Courier New"/>
                <a:ea typeface="Courier New"/>
                <a:cs typeface="Courier New"/>
                <a:sym typeface="Courier New"/>
              </a:rPr>
              <a:t>setInt()</a:t>
            </a:r>
            <a:r>
              <a:rPr lang="en-US"/>
              <a:t>, and so on. You must use the </a:t>
            </a:r>
            <a:r>
              <a:rPr lang="en-US">
                <a:latin typeface="Courier New"/>
                <a:ea typeface="Courier New"/>
                <a:cs typeface="Courier New"/>
                <a:sym typeface="Courier New"/>
              </a:rPr>
              <a:t>set</a:t>
            </a:r>
            <a:r>
              <a:rPr i="1" lang="en-US">
                <a:latin typeface="Courier New"/>
                <a:ea typeface="Courier New"/>
                <a:cs typeface="Courier New"/>
                <a:sym typeface="Courier New"/>
              </a:rPr>
              <a:t>XXX</a:t>
            </a:r>
            <a:r>
              <a:rPr lang="en-US">
                <a:latin typeface="Courier New"/>
                <a:ea typeface="Courier New"/>
                <a:cs typeface="Courier New"/>
                <a:sym typeface="Courier New"/>
              </a:rPr>
              <a:t>()</a:t>
            </a:r>
            <a:r>
              <a:rPr lang="en-US"/>
              <a:t> method that is compatible with the SQL type of the variable. You can use </a:t>
            </a:r>
            <a:r>
              <a:rPr lang="en-US">
                <a:latin typeface="Courier New"/>
                <a:ea typeface="Courier New"/>
                <a:cs typeface="Courier New"/>
                <a:sym typeface="Courier New"/>
              </a:rPr>
              <a:t>setObject()</a:t>
            </a:r>
            <a:r>
              <a:rPr lang="en-US"/>
              <a:t> with any variable type. Each variable has an index. The index of the first variable in the prepared statement is 1, the index of the second is 2, and so on. If there is only one variable, its index is 1. </a:t>
            </a:r>
            <a:endParaRPr/>
          </a:p>
          <a:p>
            <a:pPr indent="0" lvl="2" marL="914400" rtl="0" algn="l">
              <a:spcBef>
                <a:spcPts val="0"/>
              </a:spcBef>
              <a:spcAft>
                <a:spcPts val="0"/>
              </a:spcAft>
              <a:buNone/>
            </a:pPr>
            <a:r>
              <a:rPr lang="en-US"/>
              <a:t>2.	Execute the call to the stored procedure. </a:t>
            </a:r>
            <a:endParaRPr/>
          </a:p>
          <a:p>
            <a:pPr indent="0" lvl="2" marL="914400" rtl="0" algn="l">
              <a:spcBef>
                <a:spcPts val="0"/>
              </a:spcBef>
              <a:spcAft>
                <a:spcPts val="0"/>
              </a:spcAft>
              <a:buNone/>
            </a:pPr>
            <a:r>
              <a:rPr lang="en-US"/>
              <a:t>	Execute the procedure using the </a:t>
            </a:r>
            <a:r>
              <a:rPr lang="en-US">
                <a:latin typeface="Courier New"/>
                <a:ea typeface="Courier New"/>
                <a:cs typeface="Courier New"/>
                <a:sym typeface="Courier New"/>
              </a:rPr>
              <a:t>execute()</a:t>
            </a:r>
            <a:r>
              <a:rPr lang="en-US"/>
              <a:t> method. </a:t>
            </a:r>
            <a:endParaRPr/>
          </a:p>
          <a:p>
            <a:pPr indent="0" lvl="2" marL="914400" rtl="0" algn="l">
              <a:spcBef>
                <a:spcPts val="0"/>
              </a:spcBef>
              <a:spcAft>
                <a:spcPts val="0"/>
              </a:spcAft>
              <a:buNone/>
            </a:pPr>
            <a:r>
              <a:rPr lang="en-US"/>
              <a:t>3.	Get the OUT parameters.	</a:t>
            </a:r>
            <a:endParaRPr/>
          </a:p>
          <a:p>
            <a:pPr indent="0" lvl="2" marL="914400" rtl="0" algn="l">
              <a:spcBef>
                <a:spcPts val="0"/>
              </a:spcBef>
              <a:spcAft>
                <a:spcPts val="0"/>
              </a:spcAft>
              <a:buNone/>
            </a:pPr>
            <a:r>
              <a:rPr lang="en-US"/>
              <a:t>	Once the procedure is completed, you retrieve OUT variables, if any, using the </a:t>
            </a:r>
            <a:r>
              <a:rPr lang="en-US">
                <a:latin typeface="Courier New"/>
                <a:ea typeface="Courier New"/>
                <a:cs typeface="Courier New"/>
                <a:sym typeface="Courier New"/>
              </a:rPr>
              <a:t>get</a:t>
            </a:r>
            <a:r>
              <a:rPr i="1" lang="en-US">
                <a:latin typeface="Courier New"/>
                <a:ea typeface="Courier New"/>
                <a:cs typeface="Courier New"/>
                <a:sym typeface="Courier New"/>
              </a:rPr>
              <a:t>XXX</a:t>
            </a:r>
            <a:r>
              <a:rPr lang="en-US">
                <a:latin typeface="Courier New"/>
                <a:ea typeface="Courier New"/>
                <a:cs typeface="Courier New"/>
                <a:sym typeface="Courier New"/>
              </a:rPr>
              <a:t>()</a:t>
            </a:r>
            <a:r>
              <a:rPr lang="en-US"/>
              <a:t> methods. Note that these methods must match the types you registered in the previous slide.</a:t>
            </a:r>
            <a:endParaRPr/>
          </a:p>
          <a:p>
            <a:pPr indent="0" lvl="0" marL="0" rtl="0" algn="l">
              <a:spcBef>
                <a:spcPts val="0"/>
              </a:spcBef>
              <a:spcAft>
                <a:spcPts val="0"/>
              </a:spcAft>
              <a:buNone/>
            </a:pPr>
            <a:r>
              <a:t/>
            </a:r>
            <a:endParaRPr>
              <a:solidFill>
                <a:schemeClr val="accent2"/>
              </a:solidFill>
            </a:endParaRPr>
          </a:p>
          <a:p>
            <a:pPr indent="0" lvl="0" marL="0" rtl="0" algn="l">
              <a:spcBef>
                <a:spcPts val="0"/>
              </a:spcBef>
              <a:spcAft>
                <a:spcPts val="0"/>
              </a:spcAft>
              <a:buNone/>
            </a:pPr>
            <a:r>
              <a:rPr lang="en-US">
                <a:solidFill>
                  <a:schemeClr val="accent2"/>
                </a:solidFill>
              </a:rPr>
              <a:t>Instructor Note</a:t>
            </a:r>
            <a:endParaRPr/>
          </a:p>
          <a:p>
            <a:pPr indent="0" lvl="1" marL="115888" rtl="0" algn="l">
              <a:spcBef>
                <a:spcPts val="0"/>
              </a:spcBef>
              <a:spcAft>
                <a:spcPts val="0"/>
              </a:spcAft>
              <a:buNone/>
            </a:pPr>
            <a:r>
              <a:rPr lang="en-US">
                <a:solidFill>
                  <a:schemeClr val="accent2"/>
                </a:solidFill>
              </a:rPr>
              <a:t>The stored procedures lesson contains an example of executing a callable statement.</a:t>
            </a:r>
            <a:endParaRPr/>
          </a:p>
        </p:txBody>
      </p:sp>
      <p:sp>
        <p:nvSpPr>
          <p:cNvPr id="767" name="Google Shape;767;p57:notes"/>
          <p:cNvSpPr/>
          <p:nvPr>
            <p:ph idx="2" type="sldImg"/>
          </p:nvPr>
        </p:nvSpPr>
        <p:spPr>
          <a:xfrm>
            <a:off x="492125" y="160338"/>
            <a:ext cx="5875338" cy="4405312"/>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3bd14058c71_0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6" name="Google Shape;776;g3bd14058c71_0_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3bd14058c71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3" name="Google Shape;783;g3bd14058c71_0_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bd14058c71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0" name="Google Shape;790;g3bd14058c71_0_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3bd14058c71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8" name="Google Shape;798;g3bd14058c71_0_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3bd60926968_0_3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3bd60926968_0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6" name="Google Shape;806;g3bd60926968_0_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3bd60926968_0_4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3bd60926968_0_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4" name="Google Shape;814;g3bd60926968_0_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bd60926968_0_5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821" name="Google Shape;821;g3bd60926968_0_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2" name="Google Shape;822;g3bd60926968_0_5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4" name="Shape 14"/>
        <p:cNvGrpSpPr/>
        <p:nvPr/>
      </p:nvGrpSpPr>
      <p:grpSpPr>
        <a:xfrm>
          <a:off x="0" y="0"/>
          <a:ext cx="0" cy="0"/>
          <a:chOff x="0" y="0"/>
          <a:chExt cx="0" cy="0"/>
        </a:xfrm>
      </p:grpSpPr>
      <p:sp>
        <p:nvSpPr>
          <p:cNvPr id="15" name="Google Shape;15;p69"/>
          <p:cNvSpPr/>
          <p:nvPr>
            <p:ph idx="2" type="pic"/>
          </p:nvPr>
        </p:nvSpPr>
        <p:spPr>
          <a:xfrm>
            <a:off x="3023468" y="2744787"/>
            <a:ext cx="3097064" cy="1368425"/>
          </a:xfrm>
          <a:prstGeom prst="rect">
            <a:avLst/>
          </a:prstGeom>
          <a:noFill/>
          <a:ln>
            <a:noFill/>
          </a:ln>
        </p:spPr>
      </p:sp>
      <p:sp>
        <p:nvSpPr>
          <p:cNvPr id="16" name="Google Shape;16;p69"/>
          <p:cNvSpPr txBox="1"/>
          <p:nvPr>
            <p:ph idx="1" type="body"/>
          </p:nvPr>
        </p:nvSpPr>
        <p:spPr>
          <a:xfrm>
            <a:off x="1988764" y="4221087"/>
            <a:ext cx="5166472" cy="576823"/>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480"/>
              </a:spcBef>
              <a:spcAft>
                <a:spcPts val="0"/>
              </a:spcAft>
              <a:buClr>
                <a:srgbClr val="3F3F3F"/>
              </a:buClr>
              <a:buSzPts val="2400"/>
              <a:buNone/>
              <a:defRPr b="1" i="0" sz="2400">
                <a:solidFill>
                  <a:srgbClr val="3F3F3F"/>
                </a:solidFill>
                <a:latin typeface="Arial"/>
                <a:ea typeface="Arial"/>
                <a:cs typeface="Arial"/>
                <a:sym typeface="Arial"/>
              </a:defRPr>
            </a:lvl1pPr>
            <a:lvl2pPr indent="-228600" lvl="1" marL="914400" algn="ctr">
              <a:spcBef>
                <a:spcPts val="400"/>
              </a:spcBef>
              <a:spcAft>
                <a:spcPts val="0"/>
              </a:spcAft>
              <a:buClr>
                <a:schemeClr val="dk1"/>
              </a:buClr>
              <a:buSzPts val="2000"/>
              <a:buNone/>
              <a:defRPr sz="2000"/>
            </a:lvl2pPr>
            <a:lvl3pPr indent="-228600" lvl="2" marL="1371600" algn="ctr">
              <a:spcBef>
                <a:spcPts val="400"/>
              </a:spcBef>
              <a:spcAft>
                <a:spcPts val="0"/>
              </a:spcAft>
              <a:buClr>
                <a:schemeClr val="dk1"/>
              </a:buClr>
              <a:buSzPts val="2000"/>
              <a:buNone/>
              <a:defRPr sz="2000"/>
            </a:lvl3pPr>
            <a:lvl4pPr indent="-228600" lvl="3" marL="1828800" algn="l">
              <a:spcBef>
                <a:spcPts val="400"/>
              </a:spcBef>
              <a:spcAft>
                <a:spcPts val="0"/>
              </a:spcAft>
              <a:buClr>
                <a:schemeClr val="dk1"/>
              </a:buClr>
              <a:buSzPts val="2000"/>
              <a:buNone/>
              <a:defRPr/>
            </a:lvl4pPr>
            <a:lvl5pPr indent="-228600" lvl="4" marL="2286000" algn="l">
              <a:spcBef>
                <a:spcPts val="400"/>
              </a:spcBef>
              <a:spcAft>
                <a:spcPts val="0"/>
              </a:spcAft>
              <a:buClr>
                <a:schemeClr val="dk1"/>
              </a:buClr>
              <a:buSzPts val="2000"/>
              <a:buNone/>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7" name="Shape 17"/>
        <p:cNvGrpSpPr/>
        <p:nvPr/>
      </p:nvGrpSpPr>
      <p:grpSpPr>
        <a:xfrm>
          <a:off x="0" y="0"/>
          <a:ext cx="0" cy="0"/>
          <a:chOff x="0" y="0"/>
          <a:chExt cx="0" cy="0"/>
        </a:xfrm>
      </p:grpSpPr>
      <p:cxnSp>
        <p:nvCxnSpPr>
          <p:cNvPr id="18" name="Google Shape;18;p70"/>
          <p:cNvCxnSpPr/>
          <p:nvPr/>
        </p:nvCxnSpPr>
        <p:spPr>
          <a:xfrm>
            <a:off x="395288" y="1125538"/>
            <a:ext cx="8353425" cy="0"/>
          </a:xfrm>
          <a:prstGeom prst="straightConnector1">
            <a:avLst/>
          </a:prstGeom>
          <a:noFill/>
          <a:ln cap="flat" cmpd="sng" w="9525">
            <a:solidFill>
              <a:srgbClr val="3F3F3F"/>
            </a:solidFill>
            <a:prstDash val="solid"/>
            <a:round/>
            <a:headEnd len="sm" w="sm" type="none"/>
            <a:tailEnd len="sm" w="sm" type="none"/>
          </a:ln>
        </p:spPr>
      </p:cxnSp>
      <p:cxnSp>
        <p:nvCxnSpPr>
          <p:cNvPr id="19" name="Google Shape;19;p70"/>
          <p:cNvCxnSpPr/>
          <p:nvPr/>
        </p:nvCxnSpPr>
        <p:spPr>
          <a:xfrm>
            <a:off x="395288" y="6308725"/>
            <a:ext cx="6192837" cy="0"/>
          </a:xfrm>
          <a:prstGeom prst="straightConnector1">
            <a:avLst/>
          </a:prstGeom>
          <a:noFill/>
          <a:ln cap="flat" cmpd="sng" w="9525">
            <a:solidFill>
              <a:srgbClr val="3F3F3F"/>
            </a:solidFill>
            <a:prstDash val="solid"/>
            <a:round/>
            <a:headEnd len="sm" w="sm" type="none"/>
            <a:tailEnd len="sm" w="sm" type="none"/>
          </a:ln>
        </p:spPr>
      </p:cxnSp>
      <p:cxnSp>
        <p:nvCxnSpPr>
          <p:cNvPr id="20" name="Google Shape;20;p70"/>
          <p:cNvCxnSpPr/>
          <p:nvPr/>
        </p:nvCxnSpPr>
        <p:spPr>
          <a:xfrm>
            <a:off x="971550" y="6381750"/>
            <a:ext cx="0" cy="360363"/>
          </a:xfrm>
          <a:prstGeom prst="straightConnector1">
            <a:avLst/>
          </a:prstGeom>
          <a:noFill/>
          <a:ln cap="flat" cmpd="sng" w="9525">
            <a:solidFill>
              <a:srgbClr val="0C0C0C"/>
            </a:solidFill>
            <a:prstDash val="solid"/>
            <a:round/>
            <a:headEnd len="sm" w="sm" type="none"/>
            <a:tailEnd len="sm" w="sm" type="none"/>
          </a:ln>
        </p:spPr>
      </p:cxnSp>
      <p:pic>
        <p:nvPicPr>
          <p:cNvPr id="21" name="Google Shape;21;p70"/>
          <p:cNvPicPr preferRelativeResize="0"/>
          <p:nvPr/>
        </p:nvPicPr>
        <p:blipFill rotWithShape="1">
          <a:blip r:embed="rId2">
            <a:alphaModFix/>
          </a:blip>
          <a:srcRect b="36040" l="30318" r="25697" t="34656"/>
          <a:stretch/>
        </p:blipFill>
        <p:spPr>
          <a:xfrm>
            <a:off x="6588125" y="5581650"/>
            <a:ext cx="2555875" cy="1276350"/>
          </a:xfrm>
          <a:prstGeom prst="rect">
            <a:avLst/>
          </a:prstGeom>
          <a:noFill/>
          <a:ln>
            <a:noFill/>
          </a:ln>
        </p:spPr>
      </p:pic>
      <p:sp>
        <p:nvSpPr>
          <p:cNvPr id="22" name="Google Shape;22;p70"/>
          <p:cNvSpPr txBox="1"/>
          <p:nvPr>
            <p:ph type="title"/>
          </p:nvPr>
        </p:nvSpPr>
        <p:spPr>
          <a:xfrm>
            <a:off x="457200" y="274638"/>
            <a:ext cx="8229600" cy="850106"/>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b="1" sz="2000">
                <a:solidFill>
                  <a:srgbClr val="9F1C33"/>
                </a:solidFill>
                <a:latin typeface="EB Garamond"/>
                <a:ea typeface="EB Garamond"/>
                <a:cs typeface="EB Garamond"/>
                <a:sym typeface="EB Garamond"/>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70"/>
          <p:cNvSpPr/>
          <p:nvPr>
            <p:ph idx="2" type="pic"/>
          </p:nvPr>
        </p:nvSpPr>
        <p:spPr>
          <a:xfrm>
            <a:off x="6588224" y="5589240"/>
            <a:ext cx="2555776" cy="1276332"/>
          </a:xfrm>
          <a:prstGeom prst="rect">
            <a:avLst/>
          </a:prstGeom>
          <a:noFill/>
          <a:ln>
            <a:noFill/>
          </a:ln>
        </p:spPr>
      </p:sp>
      <p:sp>
        <p:nvSpPr>
          <p:cNvPr id="24" name="Google Shape;24;p70"/>
          <p:cNvSpPr txBox="1"/>
          <p:nvPr>
            <p:ph idx="1" type="body"/>
          </p:nvPr>
        </p:nvSpPr>
        <p:spPr>
          <a:xfrm>
            <a:off x="539750" y="1484313"/>
            <a:ext cx="8064500" cy="4032250"/>
          </a:xfrm>
          <a:prstGeom prst="rect">
            <a:avLst/>
          </a:prstGeom>
          <a:noFill/>
          <a:ln>
            <a:noFill/>
          </a:ln>
        </p:spPr>
        <p:txBody>
          <a:bodyPr anchorCtr="0" anchor="t" bIns="45700" lIns="91425" spcFirstLastPara="1" rIns="91425" wrap="square" tIns="45700">
            <a:normAutofit/>
          </a:bodyPr>
          <a:lstStyle>
            <a:lvl1pPr indent="-330200" lvl="0" marL="457200" algn="l">
              <a:spcBef>
                <a:spcPts val="320"/>
              </a:spcBef>
              <a:spcAft>
                <a:spcPts val="0"/>
              </a:spcAft>
              <a:buClr>
                <a:schemeClr val="dk1"/>
              </a:buClr>
              <a:buSzPts val="1600"/>
              <a:buChar char="•"/>
              <a:defRPr sz="1600">
                <a:latin typeface="Arial"/>
                <a:ea typeface="Arial"/>
                <a:cs typeface="Arial"/>
                <a:sym typeface="Aria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 name="Google Shape;25;p70"/>
          <p:cNvSpPr txBox="1"/>
          <p:nvPr>
            <p:ph idx="11" type="ftr"/>
          </p:nvPr>
        </p:nvSpPr>
        <p:spPr>
          <a:xfrm>
            <a:off x="1028700" y="6356350"/>
            <a:ext cx="2895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70"/>
          <p:cNvSpPr txBox="1"/>
          <p:nvPr>
            <p:ph idx="12" type="sldNum"/>
          </p:nvPr>
        </p:nvSpPr>
        <p:spPr>
          <a:xfrm>
            <a:off x="468313" y="6356350"/>
            <a:ext cx="476250" cy="365125"/>
          </a:xfrm>
          <a:prstGeom prst="rect">
            <a:avLst/>
          </a:prstGeom>
          <a:noFill/>
          <a:ln>
            <a:noFill/>
          </a:ln>
        </p:spPr>
        <p:txBody>
          <a:bodyPr anchorCtr="0" anchor="ctr" bIns="45700" lIns="91425" spcFirstLastPara="1" rIns="91425" wrap="square" tIns="45700">
            <a:noAutofit/>
          </a:bodyPr>
          <a:lstStyle>
            <a:lvl1pPr indent="0" lvl="0" marL="0" marR="0" algn="l">
              <a:spcBef>
                <a:spcPts val="0"/>
              </a:spcBef>
              <a:buNone/>
              <a:defRPr b="0" i="0" sz="1400" u="none" cap="none" strike="noStrike">
                <a:solidFill>
                  <a:srgbClr val="404040"/>
                </a:solidFill>
                <a:latin typeface="EB Garamond"/>
                <a:ea typeface="EB Garamond"/>
                <a:cs typeface="EB Garamond"/>
                <a:sym typeface="EB Garamond"/>
              </a:defRPr>
            </a:lvl1pPr>
            <a:lvl2pPr indent="0" lvl="1" marL="0" marR="0" algn="l">
              <a:spcBef>
                <a:spcPts val="0"/>
              </a:spcBef>
              <a:buNone/>
              <a:defRPr b="0" i="0" sz="1400" u="none" cap="none" strike="noStrike">
                <a:solidFill>
                  <a:srgbClr val="404040"/>
                </a:solidFill>
                <a:latin typeface="EB Garamond"/>
                <a:ea typeface="EB Garamond"/>
                <a:cs typeface="EB Garamond"/>
                <a:sym typeface="EB Garamond"/>
              </a:defRPr>
            </a:lvl2pPr>
            <a:lvl3pPr indent="0" lvl="2" marL="0" marR="0" algn="l">
              <a:spcBef>
                <a:spcPts val="0"/>
              </a:spcBef>
              <a:buNone/>
              <a:defRPr b="0" i="0" sz="1400" u="none" cap="none" strike="noStrike">
                <a:solidFill>
                  <a:srgbClr val="404040"/>
                </a:solidFill>
                <a:latin typeface="EB Garamond"/>
                <a:ea typeface="EB Garamond"/>
                <a:cs typeface="EB Garamond"/>
                <a:sym typeface="EB Garamond"/>
              </a:defRPr>
            </a:lvl3pPr>
            <a:lvl4pPr indent="0" lvl="3" marL="0" marR="0" algn="l">
              <a:spcBef>
                <a:spcPts val="0"/>
              </a:spcBef>
              <a:buNone/>
              <a:defRPr b="0" i="0" sz="1400" u="none" cap="none" strike="noStrike">
                <a:solidFill>
                  <a:srgbClr val="404040"/>
                </a:solidFill>
                <a:latin typeface="EB Garamond"/>
                <a:ea typeface="EB Garamond"/>
                <a:cs typeface="EB Garamond"/>
                <a:sym typeface="EB Garamond"/>
              </a:defRPr>
            </a:lvl4pPr>
            <a:lvl5pPr indent="0" lvl="4" marL="0" marR="0" algn="l">
              <a:spcBef>
                <a:spcPts val="0"/>
              </a:spcBef>
              <a:buNone/>
              <a:defRPr b="0" i="0" sz="1400" u="none" cap="none" strike="noStrike">
                <a:solidFill>
                  <a:srgbClr val="404040"/>
                </a:solidFill>
                <a:latin typeface="EB Garamond"/>
                <a:ea typeface="EB Garamond"/>
                <a:cs typeface="EB Garamond"/>
                <a:sym typeface="EB Garamond"/>
              </a:defRPr>
            </a:lvl5pPr>
            <a:lvl6pPr indent="0" lvl="5" marL="0" marR="0" algn="l">
              <a:spcBef>
                <a:spcPts val="0"/>
              </a:spcBef>
              <a:buNone/>
              <a:defRPr b="0" i="0" sz="1400" u="none" cap="none" strike="noStrike">
                <a:solidFill>
                  <a:srgbClr val="404040"/>
                </a:solidFill>
                <a:latin typeface="EB Garamond"/>
                <a:ea typeface="EB Garamond"/>
                <a:cs typeface="EB Garamond"/>
                <a:sym typeface="EB Garamond"/>
              </a:defRPr>
            </a:lvl6pPr>
            <a:lvl7pPr indent="0" lvl="6" marL="0" marR="0" algn="l">
              <a:spcBef>
                <a:spcPts val="0"/>
              </a:spcBef>
              <a:buNone/>
              <a:defRPr b="0" i="0" sz="1400" u="none" cap="none" strike="noStrike">
                <a:solidFill>
                  <a:srgbClr val="404040"/>
                </a:solidFill>
                <a:latin typeface="EB Garamond"/>
                <a:ea typeface="EB Garamond"/>
                <a:cs typeface="EB Garamond"/>
                <a:sym typeface="EB Garamond"/>
              </a:defRPr>
            </a:lvl7pPr>
            <a:lvl8pPr indent="0" lvl="7" marL="0" marR="0" algn="l">
              <a:spcBef>
                <a:spcPts val="0"/>
              </a:spcBef>
              <a:buNone/>
              <a:defRPr b="0" i="0" sz="1400" u="none" cap="none" strike="noStrike">
                <a:solidFill>
                  <a:srgbClr val="404040"/>
                </a:solidFill>
                <a:latin typeface="EB Garamond"/>
                <a:ea typeface="EB Garamond"/>
                <a:cs typeface="EB Garamond"/>
                <a:sym typeface="EB Garamond"/>
              </a:defRPr>
            </a:lvl8pPr>
            <a:lvl9pPr indent="0" lvl="8" marL="0" marR="0" algn="l">
              <a:spcBef>
                <a:spcPts val="0"/>
              </a:spcBef>
              <a:buNone/>
              <a:defRPr b="0" i="0" sz="1400" u="none" cap="none" strike="noStrike">
                <a:solidFill>
                  <a:srgbClr val="404040"/>
                </a:solidFill>
                <a:latin typeface="EB Garamond"/>
                <a:ea typeface="EB Garamond"/>
                <a:cs typeface="EB Garamond"/>
                <a:sym typeface="EB Garamond"/>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27" name="Shape 27"/>
        <p:cNvGrpSpPr/>
        <p:nvPr/>
      </p:nvGrpSpPr>
      <p:grpSpPr>
        <a:xfrm>
          <a:off x="0" y="0"/>
          <a:ext cx="0" cy="0"/>
          <a:chOff x="0" y="0"/>
          <a:chExt cx="0" cy="0"/>
        </a:xfrm>
      </p:grpSpPr>
      <p:pic>
        <p:nvPicPr>
          <p:cNvPr id="28" name="Google Shape;28;p71"/>
          <p:cNvPicPr preferRelativeResize="0"/>
          <p:nvPr/>
        </p:nvPicPr>
        <p:blipFill rotWithShape="1">
          <a:blip r:embed="rId2">
            <a:alphaModFix/>
          </a:blip>
          <a:srcRect b="8002" l="0" r="7088" t="0"/>
          <a:stretch/>
        </p:blipFill>
        <p:spPr>
          <a:xfrm>
            <a:off x="-90488" y="0"/>
            <a:ext cx="9234488" cy="6858000"/>
          </a:xfrm>
          <a:prstGeom prst="rect">
            <a:avLst/>
          </a:prstGeom>
          <a:noFill/>
          <a:ln>
            <a:noFill/>
          </a:ln>
        </p:spPr>
      </p:pic>
      <p:cxnSp>
        <p:nvCxnSpPr>
          <p:cNvPr id="29" name="Google Shape;29;p71"/>
          <p:cNvCxnSpPr/>
          <p:nvPr/>
        </p:nvCxnSpPr>
        <p:spPr>
          <a:xfrm>
            <a:off x="395288" y="1125538"/>
            <a:ext cx="8353425" cy="0"/>
          </a:xfrm>
          <a:prstGeom prst="straightConnector1">
            <a:avLst/>
          </a:prstGeom>
          <a:noFill/>
          <a:ln cap="flat" cmpd="sng" w="9525">
            <a:solidFill>
              <a:srgbClr val="3F3F3F"/>
            </a:solidFill>
            <a:prstDash val="solid"/>
            <a:round/>
            <a:headEnd len="sm" w="sm" type="none"/>
            <a:tailEnd len="sm" w="sm" type="none"/>
          </a:ln>
        </p:spPr>
      </p:cxnSp>
      <p:sp>
        <p:nvSpPr>
          <p:cNvPr id="30" name="Google Shape;30;p71"/>
          <p:cNvSpPr txBox="1"/>
          <p:nvPr>
            <p:ph type="title"/>
          </p:nvPr>
        </p:nvSpPr>
        <p:spPr>
          <a:xfrm>
            <a:off x="457200" y="332655"/>
            <a:ext cx="8229600" cy="82258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b="1" sz="2000">
                <a:solidFill>
                  <a:schemeClr val="lt1"/>
                </a:solidFill>
                <a:latin typeface="EB Garamond"/>
                <a:ea typeface="EB Garamond"/>
                <a:cs typeface="EB Garamond"/>
                <a:sym typeface="EB Garamond"/>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31" name="Shape 31"/>
        <p:cNvGrpSpPr/>
        <p:nvPr/>
      </p:nvGrpSpPr>
      <p:grpSpPr>
        <a:xfrm>
          <a:off x="0" y="0"/>
          <a:ext cx="0" cy="0"/>
          <a:chOff x="0" y="0"/>
          <a:chExt cx="0" cy="0"/>
        </a:xfrm>
      </p:grpSpPr>
      <p:cxnSp>
        <p:nvCxnSpPr>
          <p:cNvPr id="32" name="Google Shape;32;p87"/>
          <p:cNvCxnSpPr/>
          <p:nvPr/>
        </p:nvCxnSpPr>
        <p:spPr>
          <a:xfrm>
            <a:off x="395288" y="1125538"/>
            <a:ext cx="8353425" cy="0"/>
          </a:xfrm>
          <a:prstGeom prst="straightConnector1">
            <a:avLst/>
          </a:prstGeom>
          <a:noFill/>
          <a:ln cap="flat" cmpd="sng" w="9525">
            <a:solidFill>
              <a:srgbClr val="3F3F3F"/>
            </a:solidFill>
            <a:prstDash val="solid"/>
            <a:round/>
            <a:headEnd len="sm" w="sm" type="none"/>
            <a:tailEnd len="sm" w="sm" type="none"/>
          </a:ln>
        </p:spPr>
      </p:cxnSp>
      <p:cxnSp>
        <p:nvCxnSpPr>
          <p:cNvPr id="33" name="Google Shape;33;p87"/>
          <p:cNvCxnSpPr/>
          <p:nvPr/>
        </p:nvCxnSpPr>
        <p:spPr>
          <a:xfrm>
            <a:off x="395288" y="6308725"/>
            <a:ext cx="6192837" cy="0"/>
          </a:xfrm>
          <a:prstGeom prst="straightConnector1">
            <a:avLst/>
          </a:prstGeom>
          <a:noFill/>
          <a:ln cap="flat" cmpd="sng" w="9525">
            <a:solidFill>
              <a:srgbClr val="3F3F3F"/>
            </a:solidFill>
            <a:prstDash val="solid"/>
            <a:round/>
            <a:headEnd len="sm" w="sm" type="none"/>
            <a:tailEnd len="sm" w="sm" type="none"/>
          </a:ln>
        </p:spPr>
      </p:cxnSp>
      <p:cxnSp>
        <p:nvCxnSpPr>
          <p:cNvPr id="34" name="Google Shape;34;p87"/>
          <p:cNvCxnSpPr/>
          <p:nvPr/>
        </p:nvCxnSpPr>
        <p:spPr>
          <a:xfrm>
            <a:off x="971550" y="6381750"/>
            <a:ext cx="0" cy="360363"/>
          </a:xfrm>
          <a:prstGeom prst="straightConnector1">
            <a:avLst/>
          </a:prstGeom>
          <a:noFill/>
          <a:ln cap="flat" cmpd="sng" w="9525">
            <a:solidFill>
              <a:srgbClr val="0C0C0C"/>
            </a:solidFill>
            <a:prstDash val="solid"/>
            <a:round/>
            <a:headEnd len="sm" w="sm" type="none"/>
            <a:tailEnd len="sm" w="sm" type="none"/>
          </a:ln>
        </p:spPr>
      </p:cxnSp>
      <p:pic>
        <p:nvPicPr>
          <p:cNvPr id="35" name="Google Shape;35;p87"/>
          <p:cNvPicPr preferRelativeResize="0"/>
          <p:nvPr/>
        </p:nvPicPr>
        <p:blipFill rotWithShape="1">
          <a:blip r:embed="rId2">
            <a:alphaModFix/>
          </a:blip>
          <a:srcRect b="36040" l="30318" r="25697" t="34656"/>
          <a:stretch/>
        </p:blipFill>
        <p:spPr>
          <a:xfrm>
            <a:off x="6588125" y="5581650"/>
            <a:ext cx="2555875" cy="1276350"/>
          </a:xfrm>
          <a:prstGeom prst="rect">
            <a:avLst/>
          </a:prstGeom>
          <a:noFill/>
          <a:ln>
            <a:noFill/>
          </a:ln>
        </p:spPr>
      </p:pic>
      <p:sp>
        <p:nvSpPr>
          <p:cNvPr id="36" name="Google Shape;36;p8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Font typeface="Noto Sans Symbols"/>
              <a:buChar char="▪"/>
              <a:defRPr sz="1800">
                <a:latin typeface="Arial"/>
                <a:ea typeface="Arial"/>
                <a:cs typeface="Arial"/>
                <a:sym typeface="Arial"/>
              </a:defRPr>
            </a:lvl1pPr>
            <a:lvl2pPr indent="-342900" lvl="1" marL="914400" algn="l">
              <a:spcBef>
                <a:spcPts val="360"/>
              </a:spcBef>
              <a:spcAft>
                <a:spcPts val="0"/>
              </a:spcAft>
              <a:buClr>
                <a:schemeClr val="dk1"/>
              </a:buClr>
              <a:buSzPts val="1800"/>
              <a:buFont typeface="Noto Sans Symbols"/>
              <a:buChar char="▪"/>
              <a:defRPr sz="1800">
                <a:latin typeface="Arial"/>
                <a:ea typeface="Arial"/>
                <a:cs typeface="Arial"/>
                <a:sym typeface="Arial"/>
              </a:defRPr>
            </a:lvl2pPr>
            <a:lvl3pPr indent="-342900" lvl="2" marL="1371600" algn="l">
              <a:spcBef>
                <a:spcPts val="360"/>
              </a:spcBef>
              <a:spcAft>
                <a:spcPts val="0"/>
              </a:spcAft>
              <a:buClr>
                <a:schemeClr val="dk1"/>
              </a:buClr>
              <a:buSzPts val="1800"/>
              <a:buFont typeface="Noto Sans Symbols"/>
              <a:buChar char="▪"/>
              <a:defRPr sz="1800">
                <a:latin typeface="Arial"/>
                <a:ea typeface="Arial"/>
                <a:cs typeface="Arial"/>
                <a:sym typeface="Arial"/>
              </a:defRPr>
            </a:lvl3pPr>
            <a:lvl4pPr indent="-342900" lvl="3" marL="1828800" algn="l">
              <a:spcBef>
                <a:spcPts val="360"/>
              </a:spcBef>
              <a:spcAft>
                <a:spcPts val="0"/>
              </a:spcAft>
              <a:buClr>
                <a:schemeClr val="dk1"/>
              </a:buClr>
              <a:buSzPts val="1800"/>
              <a:buFont typeface="Noto Sans Symbols"/>
              <a:buChar char="▪"/>
              <a:defRPr sz="1800">
                <a:latin typeface="Arial"/>
                <a:ea typeface="Arial"/>
                <a:cs typeface="Arial"/>
                <a:sym typeface="Arial"/>
              </a:defRPr>
            </a:lvl4pPr>
            <a:lvl5pPr indent="-342900" lvl="4" marL="2286000" algn="l">
              <a:spcBef>
                <a:spcPts val="360"/>
              </a:spcBef>
              <a:spcAft>
                <a:spcPts val="0"/>
              </a:spcAft>
              <a:buClr>
                <a:schemeClr val="dk1"/>
              </a:buClr>
              <a:buSzPts val="1800"/>
              <a:buFont typeface="Noto Sans Symbols"/>
              <a:buChar char="▪"/>
              <a:defRPr sz="1800">
                <a:latin typeface="Arial"/>
                <a:ea typeface="Arial"/>
                <a:cs typeface="Arial"/>
                <a:sym typeface="Aria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7" name="Google Shape;37;p87"/>
          <p:cNvSpPr/>
          <p:nvPr>
            <p:ph idx="2" type="pic"/>
          </p:nvPr>
        </p:nvSpPr>
        <p:spPr>
          <a:xfrm>
            <a:off x="6588224" y="5589240"/>
            <a:ext cx="2555776" cy="1276332"/>
          </a:xfrm>
          <a:prstGeom prst="rect">
            <a:avLst/>
          </a:prstGeom>
          <a:noFill/>
          <a:ln>
            <a:noFill/>
          </a:ln>
        </p:spPr>
      </p:sp>
      <p:sp>
        <p:nvSpPr>
          <p:cNvPr id="38" name="Google Shape;38;p87"/>
          <p:cNvSpPr txBox="1"/>
          <p:nvPr>
            <p:ph type="title"/>
          </p:nvPr>
        </p:nvSpPr>
        <p:spPr>
          <a:xfrm>
            <a:off x="457200" y="332655"/>
            <a:ext cx="8229600" cy="82258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b="1" sz="2000">
                <a:solidFill>
                  <a:srgbClr val="9F1C33"/>
                </a:solidFill>
                <a:latin typeface="EB Garamond"/>
                <a:ea typeface="EB Garamond"/>
                <a:cs typeface="EB Garamond"/>
                <a:sym typeface="EB Garamond"/>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 name="Google Shape;39;p87"/>
          <p:cNvSpPr txBox="1"/>
          <p:nvPr>
            <p:ph idx="11" type="ftr"/>
          </p:nvPr>
        </p:nvSpPr>
        <p:spPr>
          <a:xfrm>
            <a:off x="1028700" y="6356350"/>
            <a:ext cx="2895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87"/>
          <p:cNvSpPr txBox="1"/>
          <p:nvPr>
            <p:ph idx="12" type="sldNum"/>
          </p:nvPr>
        </p:nvSpPr>
        <p:spPr>
          <a:xfrm>
            <a:off x="468313" y="6356350"/>
            <a:ext cx="476250" cy="365125"/>
          </a:xfrm>
          <a:prstGeom prst="rect">
            <a:avLst/>
          </a:prstGeom>
          <a:noFill/>
          <a:ln>
            <a:noFill/>
          </a:ln>
        </p:spPr>
        <p:txBody>
          <a:bodyPr anchorCtr="0" anchor="ctr" bIns="45700" lIns="91425" spcFirstLastPara="1" rIns="91425" wrap="square" tIns="45700">
            <a:noAutofit/>
          </a:bodyPr>
          <a:lstStyle>
            <a:lvl1pPr indent="0" lvl="0" marL="0" marR="0" algn="l">
              <a:spcBef>
                <a:spcPts val="0"/>
              </a:spcBef>
              <a:buNone/>
              <a:defRPr sz="1400">
                <a:solidFill>
                  <a:srgbClr val="404040"/>
                </a:solidFill>
                <a:latin typeface="EB Garamond"/>
                <a:ea typeface="EB Garamond"/>
                <a:cs typeface="EB Garamond"/>
                <a:sym typeface="EB Garamond"/>
              </a:defRPr>
            </a:lvl1pPr>
            <a:lvl2pPr indent="0" lvl="1" marL="0" marR="0" algn="l">
              <a:spcBef>
                <a:spcPts val="0"/>
              </a:spcBef>
              <a:buNone/>
              <a:defRPr sz="1400">
                <a:solidFill>
                  <a:srgbClr val="404040"/>
                </a:solidFill>
                <a:latin typeface="EB Garamond"/>
                <a:ea typeface="EB Garamond"/>
                <a:cs typeface="EB Garamond"/>
                <a:sym typeface="EB Garamond"/>
              </a:defRPr>
            </a:lvl2pPr>
            <a:lvl3pPr indent="0" lvl="2" marL="0" marR="0" algn="l">
              <a:spcBef>
                <a:spcPts val="0"/>
              </a:spcBef>
              <a:buNone/>
              <a:defRPr sz="1400">
                <a:solidFill>
                  <a:srgbClr val="404040"/>
                </a:solidFill>
                <a:latin typeface="EB Garamond"/>
                <a:ea typeface="EB Garamond"/>
                <a:cs typeface="EB Garamond"/>
                <a:sym typeface="EB Garamond"/>
              </a:defRPr>
            </a:lvl3pPr>
            <a:lvl4pPr indent="0" lvl="3" marL="0" marR="0" algn="l">
              <a:spcBef>
                <a:spcPts val="0"/>
              </a:spcBef>
              <a:buNone/>
              <a:defRPr sz="1400">
                <a:solidFill>
                  <a:srgbClr val="404040"/>
                </a:solidFill>
                <a:latin typeface="EB Garamond"/>
                <a:ea typeface="EB Garamond"/>
                <a:cs typeface="EB Garamond"/>
                <a:sym typeface="EB Garamond"/>
              </a:defRPr>
            </a:lvl4pPr>
            <a:lvl5pPr indent="0" lvl="4" marL="0" marR="0" algn="l">
              <a:spcBef>
                <a:spcPts val="0"/>
              </a:spcBef>
              <a:buNone/>
              <a:defRPr sz="1400">
                <a:solidFill>
                  <a:srgbClr val="404040"/>
                </a:solidFill>
                <a:latin typeface="EB Garamond"/>
                <a:ea typeface="EB Garamond"/>
                <a:cs typeface="EB Garamond"/>
                <a:sym typeface="EB Garamond"/>
              </a:defRPr>
            </a:lvl5pPr>
            <a:lvl6pPr indent="0" lvl="5" marL="0" marR="0" algn="l">
              <a:spcBef>
                <a:spcPts val="0"/>
              </a:spcBef>
              <a:buNone/>
              <a:defRPr sz="1400">
                <a:solidFill>
                  <a:srgbClr val="404040"/>
                </a:solidFill>
                <a:latin typeface="EB Garamond"/>
                <a:ea typeface="EB Garamond"/>
                <a:cs typeface="EB Garamond"/>
                <a:sym typeface="EB Garamond"/>
              </a:defRPr>
            </a:lvl6pPr>
            <a:lvl7pPr indent="0" lvl="6" marL="0" marR="0" algn="l">
              <a:spcBef>
                <a:spcPts val="0"/>
              </a:spcBef>
              <a:buNone/>
              <a:defRPr sz="1400">
                <a:solidFill>
                  <a:srgbClr val="404040"/>
                </a:solidFill>
                <a:latin typeface="EB Garamond"/>
                <a:ea typeface="EB Garamond"/>
                <a:cs typeface="EB Garamond"/>
                <a:sym typeface="EB Garamond"/>
              </a:defRPr>
            </a:lvl7pPr>
            <a:lvl8pPr indent="0" lvl="7" marL="0" marR="0" algn="l">
              <a:spcBef>
                <a:spcPts val="0"/>
              </a:spcBef>
              <a:buNone/>
              <a:defRPr sz="1400">
                <a:solidFill>
                  <a:srgbClr val="404040"/>
                </a:solidFill>
                <a:latin typeface="EB Garamond"/>
                <a:ea typeface="EB Garamond"/>
                <a:cs typeface="EB Garamond"/>
                <a:sym typeface="EB Garamond"/>
              </a:defRPr>
            </a:lvl8pPr>
            <a:lvl9pPr indent="0" lvl="8" marL="0" marR="0" algn="l">
              <a:spcBef>
                <a:spcPts val="0"/>
              </a:spcBef>
              <a:buNone/>
              <a:defRPr sz="1400">
                <a:solidFill>
                  <a:srgbClr val="404040"/>
                </a:solidFill>
                <a:latin typeface="EB Garamond"/>
                <a:ea typeface="EB Garamond"/>
                <a:cs typeface="EB Garamond"/>
                <a:sym typeface="EB Garamond"/>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41" name="Shape 41"/>
        <p:cNvGrpSpPr/>
        <p:nvPr/>
      </p:nvGrpSpPr>
      <p:grpSpPr>
        <a:xfrm>
          <a:off x="0" y="0"/>
          <a:ext cx="0" cy="0"/>
          <a:chOff x="0" y="0"/>
          <a:chExt cx="0" cy="0"/>
        </a:xfrm>
      </p:grpSpPr>
      <p:cxnSp>
        <p:nvCxnSpPr>
          <p:cNvPr id="42" name="Google Shape;42;p88"/>
          <p:cNvCxnSpPr/>
          <p:nvPr/>
        </p:nvCxnSpPr>
        <p:spPr>
          <a:xfrm>
            <a:off x="395288" y="1125538"/>
            <a:ext cx="8353425" cy="0"/>
          </a:xfrm>
          <a:prstGeom prst="straightConnector1">
            <a:avLst/>
          </a:prstGeom>
          <a:noFill/>
          <a:ln cap="flat" cmpd="sng" w="9525">
            <a:solidFill>
              <a:srgbClr val="3F3F3F"/>
            </a:solidFill>
            <a:prstDash val="solid"/>
            <a:round/>
            <a:headEnd len="sm" w="sm" type="none"/>
            <a:tailEnd len="sm" w="sm" type="none"/>
          </a:ln>
        </p:spPr>
      </p:cxnSp>
      <p:cxnSp>
        <p:nvCxnSpPr>
          <p:cNvPr id="43" name="Google Shape;43;p88"/>
          <p:cNvCxnSpPr/>
          <p:nvPr/>
        </p:nvCxnSpPr>
        <p:spPr>
          <a:xfrm>
            <a:off x="395288" y="6308725"/>
            <a:ext cx="6192837" cy="0"/>
          </a:xfrm>
          <a:prstGeom prst="straightConnector1">
            <a:avLst/>
          </a:prstGeom>
          <a:noFill/>
          <a:ln cap="flat" cmpd="sng" w="9525">
            <a:solidFill>
              <a:srgbClr val="3F3F3F"/>
            </a:solidFill>
            <a:prstDash val="solid"/>
            <a:round/>
            <a:headEnd len="sm" w="sm" type="none"/>
            <a:tailEnd len="sm" w="sm" type="none"/>
          </a:ln>
        </p:spPr>
      </p:cxnSp>
      <p:cxnSp>
        <p:nvCxnSpPr>
          <p:cNvPr id="44" name="Google Shape;44;p88"/>
          <p:cNvCxnSpPr/>
          <p:nvPr/>
        </p:nvCxnSpPr>
        <p:spPr>
          <a:xfrm>
            <a:off x="971550" y="6381750"/>
            <a:ext cx="0" cy="360363"/>
          </a:xfrm>
          <a:prstGeom prst="straightConnector1">
            <a:avLst/>
          </a:prstGeom>
          <a:noFill/>
          <a:ln cap="flat" cmpd="sng" w="9525">
            <a:solidFill>
              <a:srgbClr val="0C0C0C"/>
            </a:solidFill>
            <a:prstDash val="solid"/>
            <a:round/>
            <a:headEnd len="sm" w="sm" type="none"/>
            <a:tailEnd len="sm" w="sm" type="none"/>
          </a:ln>
        </p:spPr>
      </p:cxnSp>
      <p:pic>
        <p:nvPicPr>
          <p:cNvPr id="45" name="Google Shape;45;p88"/>
          <p:cNvPicPr preferRelativeResize="0"/>
          <p:nvPr/>
        </p:nvPicPr>
        <p:blipFill rotWithShape="1">
          <a:blip r:embed="rId2">
            <a:alphaModFix/>
          </a:blip>
          <a:srcRect b="36040" l="30318" r="25697" t="34656"/>
          <a:stretch/>
        </p:blipFill>
        <p:spPr>
          <a:xfrm>
            <a:off x="6588125" y="5581650"/>
            <a:ext cx="2555875" cy="1276350"/>
          </a:xfrm>
          <a:prstGeom prst="rect">
            <a:avLst/>
          </a:prstGeom>
          <a:noFill/>
          <a:ln>
            <a:noFill/>
          </a:ln>
        </p:spPr>
      </p:pic>
      <p:sp>
        <p:nvSpPr>
          <p:cNvPr id="46" name="Google Shape;46;p8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Clr>
                <a:schemeClr val="dk1"/>
              </a:buClr>
              <a:buSzPts val="1800"/>
              <a:buFont typeface="Noto Sans Symbols"/>
              <a:buNone/>
              <a:defRPr sz="1800">
                <a:latin typeface="Arial"/>
                <a:ea typeface="Arial"/>
                <a:cs typeface="Arial"/>
                <a:sym typeface="Arial"/>
              </a:defRPr>
            </a:lvl1pPr>
            <a:lvl2pPr indent="-228600" lvl="1" marL="914400" algn="l">
              <a:spcBef>
                <a:spcPts val="360"/>
              </a:spcBef>
              <a:spcAft>
                <a:spcPts val="0"/>
              </a:spcAft>
              <a:buClr>
                <a:schemeClr val="dk1"/>
              </a:buClr>
              <a:buSzPts val="1800"/>
              <a:buFont typeface="Noto Sans Symbols"/>
              <a:buNone/>
              <a:defRPr sz="1800">
                <a:latin typeface="Arial"/>
                <a:ea typeface="Arial"/>
                <a:cs typeface="Arial"/>
                <a:sym typeface="Arial"/>
              </a:defRPr>
            </a:lvl2pPr>
            <a:lvl3pPr indent="-228600" lvl="2" marL="1371600" algn="l">
              <a:spcBef>
                <a:spcPts val="360"/>
              </a:spcBef>
              <a:spcAft>
                <a:spcPts val="0"/>
              </a:spcAft>
              <a:buClr>
                <a:schemeClr val="dk1"/>
              </a:buClr>
              <a:buSzPts val="1800"/>
              <a:buFont typeface="Noto Sans Symbols"/>
              <a:buNone/>
              <a:defRPr sz="1800">
                <a:latin typeface="Arial"/>
                <a:ea typeface="Arial"/>
                <a:cs typeface="Arial"/>
                <a:sym typeface="Arial"/>
              </a:defRPr>
            </a:lvl3pPr>
            <a:lvl4pPr indent="-228600" lvl="3" marL="1828800" algn="l">
              <a:spcBef>
                <a:spcPts val="360"/>
              </a:spcBef>
              <a:spcAft>
                <a:spcPts val="0"/>
              </a:spcAft>
              <a:buClr>
                <a:schemeClr val="dk1"/>
              </a:buClr>
              <a:buSzPts val="1800"/>
              <a:buFont typeface="Noto Sans Symbols"/>
              <a:buNone/>
              <a:defRPr sz="1800">
                <a:latin typeface="Arial"/>
                <a:ea typeface="Arial"/>
                <a:cs typeface="Arial"/>
                <a:sym typeface="Arial"/>
              </a:defRPr>
            </a:lvl4pPr>
            <a:lvl5pPr indent="-228600" lvl="4" marL="2286000" algn="l">
              <a:spcBef>
                <a:spcPts val="360"/>
              </a:spcBef>
              <a:spcAft>
                <a:spcPts val="0"/>
              </a:spcAft>
              <a:buClr>
                <a:schemeClr val="dk1"/>
              </a:buClr>
              <a:buSzPts val="1800"/>
              <a:buFont typeface="Noto Sans Symbols"/>
              <a:buNone/>
              <a:defRPr sz="1800">
                <a:latin typeface="Arial"/>
                <a:ea typeface="Arial"/>
                <a:cs typeface="Arial"/>
                <a:sym typeface="Aria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7" name="Google Shape;47;p88"/>
          <p:cNvSpPr/>
          <p:nvPr>
            <p:ph idx="2" type="pic"/>
          </p:nvPr>
        </p:nvSpPr>
        <p:spPr>
          <a:xfrm>
            <a:off x="6588224" y="5589240"/>
            <a:ext cx="2555776" cy="1276332"/>
          </a:xfrm>
          <a:prstGeom prst="rect">
            <a:avLst/>
          </a:prstGeom>
          <a:noFill/>
          <a:ln>
            <a:noFill/>
          </a:ln>
        </p:spPr>
      </p:sp>
      <p:sp>
        <p:nvSpPr>
          <p:cNvPr id="48" name="Google Shape;48;p88"/>
          <p:cNvSpPr txBox="1"/>
          <p:nvPr>
            <p:ph type="title"/>
          </p:nvPr>
        </p:nvSpPr>
        <p:spPr>
          <a:xfrm>
            <a:off x="457200" y="332655"/>
            <a:ext cx="8229600" cy="82258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b="1" sz="2000">
                <a:solidFill>
                  <a:srgbClr val="9F1C33"/>
                </a:solidFill>
                <a:latin typeface="EB Garamond"/>
                <a:ea typeface="EB Garamond"/>
                <a:cs typeface="EB Garamond"/>
                <a:sym typeface="EB Garamond"/>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9" name="Google Shape;49;p88"/>
          <p:cNvSpPr txBox="1"/>
          <p:nvPr>
            <p:ph idx="11" type="ftr"/>
          </p:nvPr>
        </p:nvSpPr>
        <p:spPr>
          <a:xfrm>
            <a:off x="1028700" y="6356350"/>
            <a:ext cx="2895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88"/>
          <p:cNvSpPr txBox="1"/>
          <p:nvPr>
            <p:ph idx="12" type="sldNum"/>
          </p:nvPr>
        </p:nvSpPr>
        <p:spPr>
          <a:xfrm>
            <a:off x="468313" y="6356350"/>
            <a:ext cx="476250" cy="365125"/>
          </a:xfrm>
          <a:prstGeom prst="rect">
            <a:avLst/>
          </a:prstGeom>
          <a:noFill/>
          <a:ln>
            <a:noFill/>
          </a:ln>
        </p:spPr>
        <p:txBody>
          <a:bodyPr anchorCtr="0" anchor="ctr" bIns="45700" lIns="91425" spcFirstLastPara="1" rIns="91425" wrap="square" tIns="45700">
            <a:noAutofit/>
          </a:bodyPr>
          <a:lstStyle>
            <a:lvl1pPr indent="0" lvl="0" marL="0" marR="0" algn="l">
              <a:spcBef>
                <a:spcPts val="0"/>
              </a:spcBef>
              <a:buNone/>
              <a:defRPr sz="1400">
                <a:solidFill>
                  <a:srgbClr val="404040"/>
                </a:solidFill>
                <a:latin typeface="EB Garamond"/>
                <a:ea typeface="EB Garamond"/>
                <a:cs typeface="EB Garamond"/>
                <a:sym typeface="EB Garamond"/>
              </a:defRPr>
            </a:lvl1pPr>
            <a:lvl2pPr indent="0" lvl="1" marL="0" marR="0" algn="l">
              <a:spcBef>
                <a:spcPts val="0"/>
              </a:spcBef>
              <a:buNone/>
              <a:defRPr sz="1400">
                <a:solidFill>
                  <a:srgbClr val="404040"/>
                </a:solidFill>
                <a:latin typeface="EB Garamond"/>
                <a:ea typeface="EB Garamond"/>
                <a:cs typeface="EB Garamond"/>
                <a:sym typeface="EB Garamond"/>
              </a:defRPr>
            </a:lvl2pPr>
            <a:lvl3pPr indent="0" lvl="2" marL="0" marR="0" algn="l">
              <a:spcBef>
                <a:spcPts val="0"/>
              </a:spcBef>
              <a:buNone/>
              <a:defRPr sz="1400">
                <a:solidFill>
                  <a:srgbClr val="404040"/>
                </a:solidFill>
                <a:latin typeface="EB Garamond"/>
                <a:ea typeface="EB Garamond"/>
                <a:cs typeface="EB Garamond"/>
                <a:sym typeface="EB Garamond"/>
              </a:defRPr>
            </a:lvl3pPr>
            <a:lvl4pPr indent="0" lvl="3" marL="0" marR="0" algn="l">
              <a:spcBef>
                <a:spcPts val="0"/>
              </a:spcBef>
              <a:buNone/>
              <a:defRPr sz="1400">
                <a:solidFill>
                  <a:srgbClr val="404040"/>
                </a:solidFill>
                <a:latin typeface="EB Garamond"/>
                <a:ea typeface="EB Garamond"/>
                <a:cs typeface="EB Garamond"/>
                <a:sym typeface="EB Garamond"/>
              </a:defRPr>
            </a:lvl4pPr>
            <a:lvl5pPr indent="0" lvl="4" marL="0" marR="0" algn="l">
              <a:spcBef>
                <a:spcPts val="0"/>
              </a:spcBef>
              <a:buNone/>
              <a:defRPr sz="1400">
                <a:solidFill>
                  <a:srgbClr val="404040"/>
                </a:solidFill>
                <a:latin typeface="EB Garamond"/>
                <a:ea typeface="EB Garamond"/>
                <a:cs typeface="EB Garamond"/>
                <a:sym typeface="EB Garamond"/>
              </a:defRPr>
            </a:lvl5pPr>
            <a:lvl6pPr indent="0" lvl="5" marL="0" marR="0" algn="l">
              <a:spcBef>
                <a:spcPts val="0"/>
              </a:spcBef>
              <a:buNone/>
              <a:defRPr sz="1400">
                <a:solidFill>
                  <a:srgbClr val="404040"/>
                </a:solidFill>
                <a:latin typeface="EB Garamond"/>
                <a:ea typeface="EB Garamond"/>
                <a:cs typeface="EB Garamond"/>
                <a:sym typeface="EB Garamond"/>
              </a:defRPr>
            </a:lvl6pPr>
            <a:lvl7pPr indent="0" lvl="6" marL="0" marR="0" algn="l">
              <a:spcBef>
                <a:spcPts val="0"/>
              </a:spcBef>
              <a:buNone/>
              <a:defRPr sz="1400">
                <a:solidFill>
                  <a:srgbClr val="404040"/>
                </a:solidFill>
                <a:latin typeface="EB Garamond"/>
                <a:ea typeface="EB Garamond"/>
                <a:cs typeface="EB Garamond"/>
                <a:sym typeface="EB Garamond"/>
              </a:defRPr>
            </a:lvl7pPr>
            <a:lvl8pPr indent="0" lvl="7" marL="0" marR="0" algn="l">
              <a:spcBef>
                <a:spcPts val="0"/>
              </a:spcBef>
              <a:buNone/>
              <a:defRPr sz="1400">
                <a:solidFill>
                  <a:srgbClr val="404040"/>
                </a:solidFill>
                <a:latin typeface="EB Garamond"/>
                <a:ea typeface="EB Garamond"/>
                <a:cs typeface="EB Garamond"/>
                <a:sym typeface="EB Garamond"/>
              </a:defRPr>
            </a:lvl8pPr>
            <a:lvl9pPr indent="0" lvl="8" marL="0" marR="0" algn="l">
              <a:spcBef>
                <a:spcPts val="0"/>
              </a:spcBef>
              <a:buNone/>
              <a:defRPr sz="1400">
                <a:solidFill>
                  <a:srgbClr val="404040"/>
                </a:solidFill>
                <a:latin typeface="EB Garamond"/>
                <a:ea typeface="EB Garamond"/>
                <a:cs typeface="EB Garamond"/>
                <a:sym typeface="EB Garamond"/>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51" name="Shape 51"/>
        <p:cNvGrpSpPr/>
        <p:nvPr/>
      </p:nvGrpSpPr>
      <p:grpSpPr>
        <a:xfrm>
          <a:off x="0" y="0"/>
          <a:ext cx="0" cy="0"/>
          <a:chOff x="0" y="0"/>
          <a:chExt cx="0" cy="0"/>
        </a:xfrm>
      </p:grpSpPr>
      <p:cxnSp>
        <p:nvCxnSpPr>
          <p:cNvPr id="52" name="Google Shape;52;p89"/>
          <p:cNvCxnSpPr/>
          <p:nvPr/>
        </p:nvCxnSpPr>
        <p:spPr>
          <a:xfrm>
            <a:off x="395288" y="1125538"/>
            <a:ext cx="8353425" cy="0"/>
          </a:xfrm>
          <a:prstGeom prst="straightConnector1">
            <a:avLst/>
          </a:prstGeom>
          <a:noFill/>
          <a:ln cap="flat" cmpd="sng" w="9525">
            <a:solidFill>
              <a:srgbClr val="3F3F3F"/>
            </a:solidFill>
            <a:prstDash val="solid"/>
            <a:round/>
            <a:headEnd len="sm" w="sm" type="none"/>
            <a:tailEnd len="sm" w="sm" type="none"/>
          </a:ln>
        </p:spPr>
      </p:cxnSp>
      <p:cxnSp>
        <p:nvCxnSpPr>
          <p:cNvPr id="53" name="Google Shape;53;p89"/>
          <p:cNvCxnSpPr/>
          <p:nvPr/>
        </p:nvCxnSpPr>
        <p:spPr>
          <a:xfrm>
            <a:off x="395288" y="6308725"/>
            <a:ext cx="6192837" cy="0"/>
          </a:xfrm>
          <a:prstGeom prst="straightConnector1">
            <a:avLst/>
          </a:prstGeom>
          <a:noFill/>
          <a:ln cap="flat" cmpd="sng" w="9525">
            <a:solidFill>
              <a:srgbClr val="3F3F3F"/>
            </a:solidFill>
            <a:prstDash val="solid"/>
            <a:round/>
            <a:headEnd len="sm" w="sm" type="none"/>
            <a:tailEnd len="sm" w="sm" type="none"/>
          </a:ln>
        </p:spPr>
      </p:cxnSp>
      <p:cxnSp>
        <p:nvCxnSpPr>
          <p:cNvPr id="54" name="Google Shape;54;p89"/>
          <p:cNvCxnSpPr/>
          <p:nvPr/>
        </p:nvCxnSpPr>
        <p:spPr>
          <a:xfrm>
            <a:off x="971550" y="6381750"/>
            <a:ext cx="0" cy="360363"/>
          </a:xfrm>
          <a:prstGeom prst="straightConnector1">
            <a:avLst/>
          </a:prstGeom>
          <a:noFill/>
          <a:ln cap="flat" cmpd="sng" w="9525">
            <a:solidFill>
              <a:srgbClr val="0C0C0C"/>
            </a:solidFill>
            <a:prstDash val="solid"/>
            <a:round/>
            <a:headEnd len="sm" w="sm" type="none"/>
            <a:tailEnd len="sm" w="sm" type="none"/>
          </a:ln>
        </p:spPr>
      </p:cxnSp>
      <p:pic>
        <p:nvPicPr>
          <p:cNvPr id="55" name="Google Shape;55;p89"/>
          <p:cNvPicPr preferRelativeResize="0"/>
          <p:nvPr/>
        </p:nvPicPr>
        <p:blipFill rotWithShape="1">
          <a:blip r:embed="rId2">
            <a:alphaModFix/>
          </a:blip>
          <a:srcRect b="36040" l="30318" r="25697" t="34656"/>
          <a:stretch/>
        </p:blipFill>
        <p:spPr>
          <a:xfrm>
            <a:off x="6588125" y="5581650"/>
            <a:ext cx="2555875" cy="1276350"/>
          </a:xfrm>
          <a:prstGeom prst="rect">
            <a:avLst/>
          </a:prstGeom>
          <a:noFill/>
          <a:ln>
            <a:noFill/>
          </a:ln>
        </p:spPr>
      </p:pic>
      <p:sp>
        <p:nvSpPr>
          <p:cNvPr id="56" name="Google Shape;56;p89"/>
          <p:cNvSpPr txBox="1"/>
          <p:nvPr>
            <p:ph idx="1" type="body"/>
          </p:nvPr>
        </p:nvSpPr>
        <p:spPr>
          <a:xfrm>
            <a:off x="457200" y="2852936"/>
            <a:ext cx="8229600" cy="3273227"/>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Font typeface="Noto Sans Symbols"/>
              <a:buChar char="▪"/>
              <a:defRPr sz="1800">
                <a:latin typeface="Arial"/>
                <a:ea typeface="Arial"/>
                <a:cs typeface="Arial"/>
                <a:sym typeface="Arial"/>
              </a:defRPr>
            </a:lvl1pPr>
            <a:lvl2pPr indent="-342900" lvl="1" marL="914400" algn="l">
              <a:spcBef>
                <a:spcPts val="360"/>
              </a:spcBef>
              <a:spcAft>
                <a:spcPts val="0"/>
              </a:spcAft>
              <a:buClr>
                <a:schemeClr val="dk1"/>
              </a:buClr>
              <a:buSzPts val="1800"/>
              <a:buFont typeface="Noto Sans Symbols"/>
              <a:buChar char="▪"/>
              <a:defRPr sz="1800">
                <a:latin typeface="Arial"/>
                <a:ea typeface="Arial"/>
                <a:cs typeface="Arial"/>
                <a:sym typeface="Arial"/>
              </a:defRPr>
            </a:lvl2pPr>
            <a:lvl3pPr indent="-342900" lvl="2" marL="1371600" algn="l">
              <a:spcBef>
                <a:spcPts val="360"/>
              </a:spcBef>
              <a:spcAft>
                <a:spcPts val="0"/>
              </a:spcAft>
              <a:buClr>
                <a:schemeClr val="dk1"/>
              </a:buClr>
              <a:buSzPts val="1800"/>
              <a:buFont typeface="Noto Sans Symbols"/>
              <a:buChar char="▪"/>
              <a:defRPr sz="1800">
                <a:latin typeface="Arial"/>
                <a:ea typeface="Arial"/>
                <a:cs typeface="Arial"/>
                <a:sym typeface="Arial"/>
              </a:defRPr>
            </a:lvl3pPr>
            <a:lvl4pPr indent="-342900" lvl="3" marL="1828800" algn="l">
              <a:spcBef>
                <a:spcPts val="360"/>
              </a:spcBef>
              <a:spcAft>
                <a:spcPts val="0"/>
              </a:spcAft>
              <a:buClr>
                <a:schemeClr val="dk1"/>
              </a:buClr>
              <a:buSzPts val="1800"/>
              <a:buFont typeface="Noto Sans Symbols"/>
              <a:buChar char="▪"/>
              <a:defRPr sz="1800">
                <a:latin typeface="Arial"/>
                <a:ea typeface="Arial"/>
                <a:cs typeface="Arial"/>
                <a:sym typeface="Arial"/>
              </a:defRPr>
            </a:lvl4pPr>
            <a:lvl5pPr indent="-342900" lvl="4" marL="2286000" algn="l">
              <a:spcBef>
                <a:spcPts val="360"/>
              </a:spcBef>
              <a:spcAft>
                <a:spcPts val="0"/>
              </a:spcAft>
              <a:buClr>
                <a:schemeClr val="dk1"/>
              </a:buClr>
              <a:buSzPts val="1800"/>
              <a:buFont typeface="Noto Sans Symbols"/>
              <a:buChar char="▪"/>
              <a:defRPr sz="1800">
                <a:latin typeface="Arial"/>
                <a:ea typeface="Arial"/>
                <a:cs typeface="Arial"/>
                <a:sym typeface="Aria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7" name="Google Shape;57;p89"/>
          <p:cNvSpPr/>
          <p:nvPr>
            <p:ph idx="2" type="pic"/>
          </p:nvPr>
        </p:nvSpPr>
        <p:spPr>
          <a:xfrm>
            <a:off x="6588224" y="5589240"/>
            <a:ext cx="2555776" cy="1276332"/>
          </a:xfrm>
          <a:prstGeom prst="rect">
            <a:avLst/>
          </a:prstGeom>
          <a:noFill/>
          <a:ln>
            <a:noFill/>
          </a:ln>
        </p:spPr>
      </p:sp>
      <p:sp>
        <p:nvSpPr>
          <p:cNvPr id="58" name="Google Shape;58;p89"/>
          <p:cNvSpPr txBox="1"/>
          <p:nvPr>
            <p:ph idx="3" type="body"/>
          </p:nvPr>
        </p:nvSpPr>
        <p:spPr>
          <a:xfrm>
            <a:off x="468313" y="1484313"/>
            <a:ext cx="8207375" cy="1152525"/>
          </a:xfrm>
          <a:prstGeom prst="rect">
            <a:avLst/>
          </a:prstGeom>
          <a:noFill/>
          <a:ln>
            <a:noFill/>
          </a:ln>
        </p:spPr>
        <p:txBody>
          <a:bodyPr anchorCtr="0" anchor="t" bIns="45700" lIns="91425" spcFirstLastPara="1" rIns="91425" wrap="square" tIns="45700">
            <a:noAutofit/>
          </a:bodyPr>
          <a:lstStyle>
            <a:lvl1pPr indent="-228600" lvl="0" marL="457200" algn="just">
              <a:spcBef>
                <a:spcPts val="360"/>
              </a:spcBef>
              <a:spcAft>
                <a:spcPts val="0"/>
              </a:spcAft>
              <a:buClr>
                <a:schemeClr val="dk1"/>
              </a:buClr>
              <a:buSzPts val="1800"/>
              <a:buNone/>
              <a:defRPr sz="1800">
                <a:latin typeface="Arial"/>
                <a:ea typeface="Arial"/>
                <a:cs typeface="Arial"/>
                <a:sym typeface="Arial"/>
              </a:defRPr>
            </a:lvl1pPr>
            <a:lvl2pPr indent="-228600" lvl="1" marL="914400" algn="just">
              <a:spcBef>
                <a:spcPts val="360"/>
              </a:spcBef>
              <a:spcAft>
                <a:spcPts val="0"/>
              </a:spcAft>
              <a:buClr>
                <a:schemeClr val="dk1"/>
              </a:buClr>
              <a:buSzPts val="1800"/>
              <a:buNone/>
              <a:defRPr sz="1800"/>
            </a:lvl2pPr>
            <a:lvl3pPr indent="-228600" lvl="2" marL="1371600" algn="just">
              <a:spcBef>
                <a:spcPts val="360"/>
              </a:spcBef>
              <a:spcAft>
                <a:spcPts val="0"/>
              </a:spcAft>
              <a:buClr>
                <a:schemeClr val="dk1"/>
              </a:buClr>
              <a:buSzPts val="1800"/>
              <a:buNone/>
              <a:defRPr sz="1800"/>
            </a:lvl3pPr>
            <a:lvl4pPr indent="-228600" lvl="3" marL="1828800" algn="just">
              <a:spcBef>
                <a:spcPts val="360"/>
              </a:spcBef>
              <a:spcAft>
                <a:spcPts val="0"/>
              </a:spcAft>
              <a:buClr>
                <a:schemeClr val="dk1"/>
              </a:buClr>
              <a:buSzPts val="1800"/>
              <a:buNone/>
              <a:defRPr sz="1800"/>
            </a:lvl4pPr>
            <a:lvl5pPr indent="-228600" lvl="4" marL="2286000" algn="just">
              <a:spcBef>
                <a:spcPts val="360"/>
              </a:spcBef>
              <a:spcAft>
                <a:spcPts val="0"/>
              </a:spcAft>
              <a:buClr>
                <a:schemeClr val="dk1"/>
              </a:buClr>
              <a:buSzPts val="1800"/>
              <a:buNone/>
              <a:defRPr sz="18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9" name="Google Shape;59;p89"/>
          <p:cNvSpPr txBox="1"/>
          <p:nvPr>
            <p:ph type="title"/>
          </p:nvPr>
        </p:nvSpPr>
        <p:spPr>
          <a:xfrm>
            <a:off x="457200" y="332655"/>
            <a:ext cx="8229600" cy="82258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b="1" sz="2000">
                <a:solidFill>
                  <a:srgbClr val="9F1C33"/>
                </a:solidFill>
                <a:latin typeface="EB Garamond"/>
                <a:ea typeface="EB Garamond"/>
                <a:cs typeface="EB Garamond"/>
                <a:sym typeface="EB Garamond"/>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89"/>
          <p:cNvSpPr txBox="1"/>
          <p:nvPr>
            <p:ph idx="11" type="ftr"/>
          </p:nvPr>
        </p:nvSpPr>
        <p:spPr>
          <a:xfrm>
            <a:off x="1028700" y="6356350"/>
            <a:ext cx="2895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89"/>
          <p:cNvSpPr txBox="1"/>
          <p:nvPr>
            <p:ph idx="12" type="sldNum"/>
          </p:nvPr>
        </p:nvSpPr>
        <p:spPr>
          <a:xfrm>
            <a:off x="468313" y="6356350"/>
            <a:ext cx="476250" cy="365125"/>
          </a:xfrm>
          <a:prstGeom prst="rect">
            <a:avLst/>
          </a:prstGeom>
          <a:noFill/>
          <a:ln>
            <a:noFill/>
          </a:ln>
        </p:spPr>
        <p:txBody>
          <a:bodyPr anchorCtr="0" anchor="ctr" bIns="45700" lIns="91425" spcFirstLastPara="1" rIns="91425" wrap="square" tIns="45700">
            <a:noAutofit/>
          </a:bodyPr>
          <a:lstStyle>
            <a:lvl1pPr indent="0" lvl="0" marL="0" marR="0" algn="l">
              <a:spcBef>
                <a:spcPts val="0"/>
              </a:spcBef>
              <a:buNone/>
              <a:defRPr sz="1400">
                <a:solidFill>
                  <a:srgbClr val="404040"/>
                </a:solidFill>
                <a:latin typeface="EB Garamond"/>
                <a:ea typeface="EB Garamond"/>
                <a:cs typeface="EB Garamond"/>
                <a:sym typeface="EB Garamond"/>
              </a:defRPr>
            </a:lvl1pPr>
            <a:lvl2pPr indent="0" lvl="1" marL="0" marR="0" algn="l">
              <a:spcBef>
                <a:spcPts val="0"/>
              </a:spcBef>
              <a:buNone/>
              <a:defRPr sz="1400">
                <a:solidFill>
                  <a:srgbClr val="404040"/>
                </a:solidFill>
                <a:latin typeface="EB Garamond"/>
                <a:ea typeface="EB Garamond"/>
                <a:cs typeface="EB Garamond"/>
                <a:sym typeface="EB Garamond"/>
              </a:defRPr>
            </a:lvl2pPr>
            <a:lvl3pPr indent="0" lvl="2" marL="0" marR="0" algn="l">
              <a:spcBef>
                <a:spcPts val="0"/>
              </a:spcBef>
              <a:buNone/>
              <a:defRPr sz="1400">
                <a:solidFill>
                  <a:srgbClr val="404040"/>
                </a:solidFill>
                <a:latin typeface="EB Garamond"/>
                <a:ea typeface="EB Garamond"/>
                <a:cs typeface="EB Garamond"/>
                <a:sym typeface="EB Garamond"/>
              </a:defRPr>
            </a:lvl3pPr>
            <a:lvl4pPr indent="0" lvl="3" marL="0" marR="0" algn="l">
              <a:spcBef>
                <a:spcPts val="0"/>
              </a:spcBef>
              <a:buNone/>
              <a:defRPr sz="1400">
                <a:solidFill>
                  <a:srgbClr val="404040"/>
                </a:solidFill>
                <a:latin typeface="EB Garamond"/>
                <a:ea typeface="EB Garamond"/>
                <a:cs typeface="EB Garamond"/>
                <a:sym typeface="EB Garamond"/>
              </a:defRPr>
            </a:lvl4pPr>
            <a:lvl5pPr indent="0" lvl="4" marL="0" marR="0" algn="l">
              <a:spcBef>
                <a:spcPts val="0"/>
              </a:spcBef>
              <a:buNone/>
              <a:defRPr sz="1400">
                <a:solidFill>
                  <a:srgbClr val="404040"/>
                </a:solidFill>
                <a:latin typeface="EB Garamond"/>
                <a:ea typeface="EB Garamond"/>
                <a:cs typeface="EB Garamond"/>
                <a:sym typeface="EB Garamond"/>
              </a:defRPr>
            </a:lvl5pPr>
            <a:lvl6pPr indent="0" lvl="5" marL="0" marR="0" algn="l">
              <a:spcBef>
                <a:spcPts val="0"/>
              </a:spcBef>
              <a:buNone/>
              <a:defRPr sz="1400">
                <a:solidFill>
                  <a:srgbClr val="404040"/>
                </a:solidFill>
                <a:latin typeface="EB Garamond"/>
                <a:ea typeface="EB Garamond"/>
                <a:cs typeface="EB Garamond"/>
                <a:sym typeface="EB Garamond"/>
              </a:defRPr>
            </a:lvl6pPr>
            <a:lvl7pPr indent="0" lvl="6" marL="0" marR="0" algn="l">
              <a:spcBef>
                <a:spcPts val="0"/>
              </a:spcBef>
              <a:buNone/>
              <a:defRPr sz="1400">
                <a:solidFill>
                  <a:srgbClr val="404040"/>
                </a:solidFill>
                <a:latin typeface="EB Garamond"/>
                <a:ea typeface="EB Garamond"/>
                <a:cs typeface="EB Garamond"/>
                <a:sym typeface="EB Garamond"/>
              </a:defRPr>
            </a:lvl7pPr>
            <a:lvl8pPr indent="0" lvl="7" marL="0" marR="0" algn="l">
              <a:spcBef>
                <a:spcPts val="0"/>
              </a:spcBef>
              <a:buNone/>
              <a:defRPr sz="1400">
                <a:solidFill>
                  <a:srgbClr val="404040"/>
                </a:solidFill>
                <a:latin typeface="EB Garamond"/>
                <a:ea typeface="EB Garamond"/>
                <a:cs typeface="EB Garamond"/>
                <a:sym typeface="EB Garamond"/>
              </a:defRPr>
            </a:lvl8pPr>
            <a:lvl9pPr indent="0" lvl="8" marL="0" marR="0" algn="l">
              <a:spcBef>
                <a:spcPts val="0"/>
              </a:spcBef>
              <a:buNone/>
              <a:defRPr sz="1400">
                <a:solidFill>
                  <a:srgbClr val="404040"/>
                </a:solidFill>
                <a:latin typeface="EB Garamond"/>
                <a:ea typeface="EB Garamond"/>
                <a:cs typeface="EB Garamond"/>
                <a:sym typeface="EB Garamond"/>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62" name="Shape 62"/>
        <p:cNvGrpSpPr/>
        <p:nvPr/>
      </p:nvGrpSpPr>
      <p:grpSpPr>
        <a:xfrm>
          <a:off x="0" y="0"/>
          <a:ext cx="0" cy="0"/>
          <a:chOff x="0" y="0"/>
          <a:chExt cx="0" cy="0"/>
        </a:xfrm>
      </p:grpSpPr>
      <p:cxnSp>
        <p:nvCxnSpPr>
          <p:cNvPr id="63" name="Google Shape;63;p90"/>
          <p:cNvCxnSpPr/>
          <p:nvPr/>
        </p:nvCxnSpPr>
        <p:spPr>
          <a:xfrm>
            <a:off x="395288" y="6308725"/>
            <a:ext cx="6192837" cy="0"/>
          </a:xfrm>
          <a:prstGeom prst="straightConnector1">
            <a:avLst/>
          </a:prstGeom>
          <a:noFill/>
          <a:ln cap="flat" cmpd="sng" w="9525">
            <a:solidFill>
              <a:srgbClr val="3F3F3F"/>
            </a:solidFill>
            <a:prstDash val="solid"/>
            <a:round/>
            <a:headEnd len="sm" w="sm" type="none"/>
            <a:tailEnd len="sm" w="sm" type="none"/>
          </a:ln>
        </p:spPr>
      </p:cxnSp>
      <p:cxnSp>
        <p:nvCxnSpPr>
          <p:cNvPr id="64" name="Google Shape;64;p90"/>
          <p:cNvCxnSpPr/>
          <p:nvPr/>
        </p:nvCxnSpPr>
        <p:spPr>
          <a:xfrm>
            <a:off x="971550" y="6381750"/>
            <a:ext cx="0" cy="360363"/>
          </a:xfrm>
          <a:prstGeom prst="straightConnector1">
            <a:avLst/>
          </a:prstGeom>
          <a:noFill/>
          <a:ln cap="flat" cmpd="sng" w="9525">
            <a:solidFill>
              <a:srgbClr val="0C0C0C"/>
            </a:solidFill>
            <a:prstDash val="solid"/>
            <a:round/>
            <a:headEnd len="sm" w="sm" type="none"/>
            <a:tailEnd len="sm" w="sm" type="none"/>
          </a:ln>
        </p:spPr>
      </p:cxnSp>
      <p:cxnSp>
        <p:nvCxnSpPr>
          <p:cNvPr id="65" name="Google Shape;65;p90"/>
          <p:cNvCxnSpPr/>
          <p:nvPr/>
        </p:nvCxnSpPr>
        <p:spPr>
          <a:xfrm>
            <a:off x="395288" y="1125538"/>
            <a:ext cx="8353425" cy="0"/>
          </a:xfrm>
          <a:prstGeom prst="straightConnector1">
            <a:avLst/>
          </a:prstGeom>
          <a:noFill/>
          <a:ln cap="flat" cmpd="sng" w="9525">
            <a:solidFill>
              <a:srgbClr val="3F3F3F"/>
            </a:solidFill>
            <a:prstDash val="solid"/>
            <a:round/>
            <a:headEnd len="sm" w="sm" type="none"/>
            <a:tailEnd len="sm" w="sm" type="none"/>
          </a:ln>
        </p:spPr>
      </p:cxnSp>
      <p:pic>
        <p:nvPicPr>
          <p:cNvPr id="66" name="Google Shape;66;p90"/>
          <p:cNvPicPr preferRelativeResize="0"/>
          <p:nvPr/>
        </p:nvPicPr>
        <p:blipFill rotWithShape="1">
          <a:blip r:embed="rId2">
            <a:alphaModFix/>
          </a:blip>
          <a:srcRect b="36040" l="30318" r="25697" t="34656"/>
          <a:stretch/>
        </p:blipFill>
        <p:spPr>
          <a:xfrm>
            <a:off x="6588125" y="5581650"/>
            <a:ext cx="2555875" cy="1276350"/>
          </a:xfrm>
          <a:prstGeom prst="rect">
            <a:avLst/>
          </a:prstGeom>
          <a:noFill/>
          <a:ln>
            <a:noFill/>
          </a:ln>
        </p:spPr>
      </p:pic>
      <p:sp>
        <p:nvSpPr>
          <p:cNvPr id="67" name="Google Shape;67;p9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285750" lvl="0" marL="457200" algn="l">
              <a:spcBef>
                <a:spcPts val="180"/>
              </a:spcBef>
              <a:spcAft>
                <a:spcPts val="0"/>
              </a:spcAft>
              <a:buClr>
                <a:schemeClr val="dk1"/>
              </a:buClr>
              <a:buSzPts val="900"/>
              <a:buChar char="•"/>
              <a:defRPr sz="9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68" name="Google Shape;68;p9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285750" lvl="0" marL="457200" algn="l">
              <a:spcBef>
                <a:spcPts val="180"/>
              </a:spcBef>
              <a:spcAft>
                <a:spcPts val="0"/>
              </a:spcAft>
              <a:buClr>
                <a:schemeClr val="dk1"/>
              </a:buClr>
              <a:buSzPts val="900"/>
              <a:buChar char="•"/>
              <a:defRPr sz="9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69" name="Google Shape;69;p90"/>
          <p:cNvSpPr/>
          <p:nvPr>
            <p:ph idx="3" type="pic"/>
          </p:nvPr>
        </p:nvSpPr>
        <p:spPr>
          <a:xfrm>
            <a:off x="6588224" y="5589240"/>
            <a:ext cx="2555776" cy="1276332"/>
          </a:xfrm>
          <a:prstGeom prst="rect">
            <a:avLst/>
          </a:prstGeom>
          <a:noFill/>
          <a:ln>
            <a:noFill/>
          </a:ln>
        </p:spPr>
      </p:sp>
      <p:sp>
        <p:nvSpPr>
          <p:cNvPr id="70" name="Google Shape;70;p90"/>
          <p:cNvSpPr txBox="1"/>
          <p:nvPr>
            <p:ph type="title"/>
          </p:nvPr>
        </p:nvSpPr>
        <p:spPr>
          <a:xfrm>
            <a:off x="457200" y="332655"/>
            <a:ext cx="8229600" cy="82258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b="1" sz="2000">
                <a:solidFill>
                  <a:srgbClr val="9F1C33"/>
                </a:solidFill>
                <a:latin typeface="EB Garamond"/>
                <a:ea typeface="EB Garamond"/>
                <a:cs typeface="EB Garamond"/>
                <a:sym typeface="EB Garamond"/>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1" name="Google Shape;71;p90"/>
          <p:cNvSpPr txBox="1"/>
          <p:nvPr>
            <p:ph idx="11" type="ftr"/>
          </p:nvPr>
        </p:nvSpPr>
        <p:spPr>
          <a:xfrm>
            <a:off x="1028700" y="6356350"/>
            <a:ext cx="2895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90"/>
          <p:cNvSpPr txBox="1"/>
          <p:nvPr>
            <p:ph idx="12" type="sldNum"/>
          </p:nvPr>
        </p:nvSpPr>
        <p:spPr>
          <a:xfrm>
            <a:off x="468313" y="6356350"/>
            <a:ext cx="476250" cy="365125"/>
          </a:xfrm>
          <a:prstGeom prst="rect">
            <a:avLst/>
          </a:prstGeom>
          <a:noFill/>
          <a:ln>
            <a:noFill/>
          </a:ln>
        </p:spPr>
        <p:txBody>
          <a:bodyPr anchorCtr="0" anchor="ctr" bIns="45700" lIns="91425" spcFirstLastPara="1" rIns="91425" wrap="square" tIns="45700">
            <a:noAutofit/>
          </a:bodyPr>
          <a:lstStyle>
            <a:lvl1pPr indent="0" lvl="0" marL="0" marR="0" algn="l">
              <a:spcBef>
                <a:spcPts val="0"/>
              </a:spcBef>
              <a:buNone/>
              <a:defRPr sz="1400">
                <a:solidFill>
                  <a:srgbClr val="404040"/>
                </a:solidFill>
                <a:latin typeface="EB Garamond"/>
                <a:ea typeface="EB Garamond"/>
                <a:cs typeface="EB Garamond"/>
                <a:sym typeface="EB Garamond"/>
              </a:defRPr>
            </a:lvl1pPr>
            <a:lvl2pPr indent="0" lvl="1" marL="0" marR="0" algn="l">
              <a:spcBef>
                <a:spcPts val="0"/>
              </a:spcBef>
              <a:buNone/>
              <a:defRPr sz="1400">
                <a:solidFill>
                  <a:srgbClr val="404040"/>
                </a:solidFill>
                <a:latin typeface="EB Garamond"/>
                <a:ea typeface="EB Garamond"/>
                <a:cs typeface="EB Garamond"/>
                <a:sym typeface="EB Garamond"/>
              </a:defRPr>
            </a:lvl2pPr>
            <a:lvl3pPr indent="0" lvl="2" marL="0" marR="0" algn="l">
              <a:spcBef>
                <a:spcPts val="0"/>
              </a:spcBef>
              <a:buNone/>
              <a:defRPr sz="1400">
                <a:solidFill>
                  <a:srgbClr val="404040"/>
                </a:solidFill>
                <a:latin typeface="EB Garamond"/>
                <a:ea typeface="EB Garamond"/>
                <a:cs typeface="EB Garamond"/>
                <a:sym typeface="EB Garamond"/>
              </a:defRPr>
            </a:lvl3pPr>
            <a:lvl4pPr indent="0" lvl="3" marL="0" marR="0" algn="l">
              <a:spcBef>
                <a:spcPts val="0"/>
              </a:spcBef>
              <a:buNone/>
              <a:defRPr sz="1400">
                <a:solidFill>
                  <a:srgbClr val="404040"/>
                </a:solidFill>
                <a:latin typeface="EB Garamond"/>
                <a:ea typeface="EB Garamond"/>
                <a:cs typeface="EB Garamond"/>
                <a:sym typeface="EB Garamond"/>
              </a:defRPr>
            </a:lvl4pPr>
            <a:lvl5pPr indent="0" lvl="4" marL="0" marR="0" algn="l">
              <a:spcBef>
                <a:spcPts val="0"/>
              </a:spcBef>
              <a:buNone/>
              <a:defRPr sz="1400">
                <a:solidFill>
                  <a:srgbClr val="404040"/>
                </a:solidFill>
                <a:latin typeface="EB Garamond"/>
                <a:ea typeface="EB Garamond"/>
                <a:cs typeface="EB Garamond"/>
                <a:sym typeface="EB Garamond"/>
              </a:defRPr>
            </a:lvl5pPr>
            <a:lvl6pPr indent="0" lvl="5" marL="0" marR="0" algn="l">
              <a:spcBef>
                <a:spcPts val="0"/>
              </a:spcBef>
              <a:buNone/>
              <a:defRPr sz="1400">
                <a:solidFill>
                  <a:srgbClr val="404040"/>
                </a:solidFill>
                <a:latin typeface="EB Garamond"/>
                <a:ea typeface="EB Garamond"/>
                <a:cs typeface="EB Garamond"/>
                <a:sym typeface="EB Garamond"/>
              </a:defRPr>
            </a:lvl6pPr>
            <a:lvl7pPr indent="0" lvl="6" marL="0" marR="0" algn="l">
              <a:spcBef>
                <a:spcPts val="0"/>
              </a:spcBef>
              <a:buNone/>
              <a:defRPr sz="1400">
                <a:solidFill>
                  <a:srgbClr val="404040"/>
                </a:solidFill>
                <a:latin typeface="EB Garamond"/>
                <a:ea typeface="EB Garamond"/>
                <a:cs typeface="EB Garamond"/>
                <a:sym typeface="EB Garamond"/>
              </a:defRPr>
            </a:lvl7pPr>
            <a:lvl8pPr indent="0" lvl="7" marL="0" marR="0" algn="l">
              <a:spcBef>
                <a:spcPts val="0"/>
              </a:spcBef>
              <a:buNone/>
              <a:defRPr sz="1400">
                <a:solidFill>
                  <a:srgbClr val="404040"/>
                </a:solidFill>
                <a:latin typeface="EB Garamond"/>
                <a:ea typeface="EB Garamond"/>
                <a:cs typeface="EB Garamond"/>
                <a:sym typeface="EB Garamond"/>
              </a:defRPr>
            </a:lvl8pPr>
            <a:lvl9pPr indent="0" lvl="8" marL="0" marR="0" algn="l">
              <a:spcBef>
                <a:spcPts val="0"/>
              </a:spcBef>
              <a:buNone/>
              <a:defRPr sz="1400">
                <a:solidFill>
                  <a:srgbClr val="404040"/>
                </a:solidFill>
                <a:latin typeface="EB Garamond"/>
                <a:ea typeface="EB Garamond"/>
                <a:cs typeface="EB Garamond"/>
                <a:sym typeface="EB Garamond"/>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73" name="Shape 73"/>
        <p:cNvGrpSpPr/>
        <p:nvPr/>
      </p:nvGrpSpPr>
      <p:grpSpPr>
        <a:xfrm>
          <a:off x="0" y="0"/>
          <a:ext cx="0" cy="0"/>
          <a:chOff x="0" y="0"/>
          <a:chExt cx="0" cy="0"/>
        </a:xfrm>
      </p:grpSpPr>
      <p:cxnSp>
        <p:nvCxnSpPr>
          <p:cNvPr id="74" name="Google Shape;74;p91"/>
          <p:cNvCxnSpPr/>
          <p:nvPr/>
        </p:nvCxnSpPr>
        <p:spPr>
          <a:xfrm>
            <a:off x="395288" y="6308725"/>
            <a:ext cx="6192837" cy="0"/>
          </a:xfrm>
          <a:prstGeom prst="straightConnector1">
            <a:avLst/>
          </a:prstGeom>
          <a:noFill/>
          <a:ln cap="flat" cmpd="sng" w="9525">
            <a:solidFill>
              <a:srgbClr val="3F3F3F"/>
            </a:solidFill>
            <a:prstDash val="solid"/>
            <a:round/>
            <a:headEnd len="sm" w="sm" type="none"/>
            <a:tailEnd len="sm" w="sm" type="none"/>
          </a:ln>
        </p:spPr>
      </p:cxnSp>
      <p:cxnSp>
        <p:nvCxnSpPr>
          <p:cNvPr id="75" name="Google Shape;75;p91"/>
          <p:cNvCxnSpPr/>
          <p:nvPr/>
        </p:nvCxnSpPr>
        <p:spPr>
          <a:xfrm>
            <a:off x="971550" y="6381750"/>
            <a:ext cx="0" cy="360363"/>
          </a:xfrm>
          <a:prstGeom prst="straightConnector1">
            <a:avLst/>
          </a:prstGeom>
          <a:noFill/>
          <a:ln cap="flat" cmpd="sng" w="9525">
            <a:solidFill>
              <a:srgbClr val="0C0C0C"/>
            </a:solidFill>
            <a:prstDash val="solid"/>
            <a:round/>
            <a:headEnd len="sm" w="sm" type="none"/>
            <a:tailEnd len="sm" w="sm" type="none"/>
          </a:ln>
        </p:spPr>
      </p:cxnSp>
      <p:cxnSp>
        <p:nvCxnSpPr>
          <p:cNvPr id="76" name="Google Shape;76;p91"/>
          <p:cNvCxnSpPr/>
          <p:nvPr/>
        </p:nvCxnSpPr>
        <p:spPr>
          <a:xfrm>
            <a:off x="395288" y="1125538"/>
            <a:ext cx="8353425" cy="0"/>
          </a:xfrm>
          <a:prstGeom prst="straightConnector1">
            <a:avLst/>
          </a:prstGeom>
          <a:noFill/>
          <a:ln cap="flat" cmpd="sng" w="9525">
            <a:solidFill>
              <a:srgbClr val="3F3F3F"/>
            </a:solidFill>
            <a:prstDash val="solid"/>
            <a:round/>
            <a:headEnd len="sm" w="sm" type="none"/>
            <a:tailEnd len="sm" w="sm" type="none"/>
          </a:ln>
        </p:spPr>
      </p:cxnSp>
      <p:pic>
        <p:nvPicPr>
          <p:cNvPr id="77" name="Google Shape;77;p91"/>
          <p:cNvPicPr preferRelativeResize="0"/>
          <p:nvPr/>
        </p:nvPicPr>
        <p:blipFill rotWithShape="1">
          <a:blip r:embed="rId2">
            <a:alphaModFix/>
          </a:blip>
          <a:srcRect b="36040" l="30318" r="25697" t="34656"/>
          <a:stretch/>
        </p:blipFill>
        <p:spPr>
          <a:xfrm>
            <a:off x="6588125" y="5581650"/>
            <a:ext cx="2555875" cy="1276350"/>
          </a:xfrm>
          <a:prstGeom prst="rect">
            <a:avLst/>
          </a:prstGeom>
          <a:noFill/>
          <a:ln>
            <a:noFill/>
          </a:ln>
        </p:spPr>
      </p:pic>
      <p:sp>
        <p:nvSpPr>
          <p:cNvPr id="78" name="Google Shape;78;p91"/>
          <p:cNvSpPr txBox="1"/>
          <p:nvPr>
            <p:ph idx="1" type="body"/>
          </p:nvPr>
        </p:nvSpPr>
        <p:spPr>
          <a:xfrm>
            <a:off x="457200" y="1535113"/>
            <a:ext cx="4040188" cy="639762"/>
          </a:xfrm>
          <a:prstGeom prst="rect">
            <a:avLst/>
          </a:prstGeom>
          <a:noFill/>
          <a:ln>
            <a:noFill/>
          </a:ln>
        </p:spPr>
        <p:txBody>
          <a:bodyPr anchorCtr="0" anchor="ctr" bIns="45700" lIns="91425" spcFirstLastPara="1" rIns="91425" wrap="square" tIns="45700">
            <a:normAutofit/>
          </a:bodyPr>
          <a:lstStyle>
            <a:lvl1pPr indent="-228600" lvl="0" marL="457200" algn="l">
              <a:spcBef>
                <a:spcPts val="360"/>
              </a:spcBef>
              <a:spcAft>
                <a:spcPts val="0"/>
              </a:spcAft>
              <a:buClr>
                <a:schemeClr val="dk1"/>
              </a:buClr>
              <a:buSzPts val="1800"/>
              <a:buNone/>
              <a:defRPr b="1" sz="1800">
                <a:latin typeface="Arial"/>
                <a:ea typeface="Arial"/>
                <a:cs typeface="Arial"/>
                <a:sym typeface="Arial"/>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79" name="Google Shape;79;p9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Font typeface="Noto Sans Symbols"/>
              <a:buChar char="▪"/>
              <a:defRPr sz="1800">
                <a:latin typeface="Arial"/>
                <a:ea typeface="Arial"/>
                <a:cs typeface="Arial"/>
                <a:sym typeface="Arial"/>
              </a:defRPr>
            </a:lvl1pPr>
            <a:lvl2pPr indent="-342900" lvl="1" marL="914400" algn="l">
              <a:spcBef>
                <a:spcPts val="360"/>
              </a:spcBef>
              <a:spcAft>
                <a:spcPts val="0"/>
              </a:spcAft>
              <a:buClr>
                <a:schemeClr val="dk1"/>
              </a:buClr>
              <a:buSzPts val="1800"/>
              <a:buFont typeface="Noto Sans Symbols"/>
              <a:buChar char="▪"/>
              <a:defRPr sz="1800">
                <a:latin typeface="Arial"/>
                <a:ea typeface="Arial"/>
                <a:cs typeface="Arial"/>
                <a:sym typeface="Arial"/>
              </a:defRPr>
            </a:lvl2pPr>
            <a:lvl3pPr indent="-342900" lvl="2" marL="1371600" algn="l">
              <a:spcBef>
                <a:spcPts val="360"/>
              </a:spcBef>
              <a:spcAft>
                <a:spcPts val="0"/>
              </a:spcAft>
              <a:buClr>
                <a:schemeClr val="dk1"/>
              </a:buClr>
              <a:buSzPts val="1800"/>
              <a:buFont typeface="Noto Sans Symbols"/>
              <a:buChar char="▪"/>
              <a:defRPr sz="1800">
                <a:latin typeface="Arial"/>
                <a:ea typeface="Arial"/>
                <a:cs typeface="Arial"/>
                <a:sym typeface="Arial"/>
              </a:defRPr>
            </a:lvl3pPr>
            <a:lvl4pPr indent="-342900" lvl="3" marL="1828800" algn="l">
              <a:spcBef>
                <a:spcPts val="360"/>
              </a:spcBef>
              <a:spcAft>
                <a:spcPts val="0"/>
              </a:spcAft>
              <a:buClr>
                <a:schemeClr val="dk1"/>
              </a:buClr>
              <a:buSzPts val="1800"/>
              <a:buFont typeface="Noto Sans Symbols"/>
              <a:buChar char="▪"/>
              <a:defRPr sz="1800">
                <a:latin typeface="Arial"/>
                <a:ea typeface="Arial"/>
                <a:cs typeface="Arial"/>
                <a:sym typeface="Arial"/>
              </a:defRPr>
            </a:lvl4pPr>
            <a:lvl5pPr indent="-342900" lvl="4" marL="2286000" algn="l">
              <a:spcBef>
                <a:spcPts val="360"/>
              </a:spcBef>
              <a:spcAft>
                <a:spcPts val="0"/>
              </a:spcAft>
              <a:buClr>
                <a:schemeClr val="dk1"/>
              </a:buClr>
              <a:buSzPts val="1800"/>
              <a:buFont typeface="Noto Sans Symbols"/>
              <a:buChar char="▪"/>
              <a:defRPr sz="1800">
                <a:latin typeface="Arial"/>
                <a:ea typeface="Arial"/>
                <a:cs typeface="Arial"/>
                <a:sym typeface="Arial"/>
              </a:defRPr>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80" name="Google Shape;80;p91"/>
          <p:cNvSpPr txBox="1"/>
          <p:nvPr>
            <p:ph idx="3" type="body"/>
          </p:nvPr>
        </p:nvSpPr>
        <p:spPr>
          <a:xfrm>
            <a:off x="4645025" y="1535113"/>
            <a:ext cx="4041775" cy="639762"/>
          </a:xfrm>
          <a:prstGeom prst="rect">
            <a:avLst/>
          </a:prstGeom>
          <a:noFill/>
          <a:ln>
            <a:noFill/>
          </a:ln>
        </p:spPr>
        <p:txBody>
          <a:bodyPr anchorCtr="0" anchor="ctr" bIns="45700" lIns="91425" spcFirstLastPara="1" rIns="91425" wrap="square" tIns="45700">
            <a:normAutofit/>
          </a:bodyPr>
          <a:lstStyle>
            <a:lvl1pPr indent="-228600" lvl="0" marL="457200" algn="l">
              <a:spcBef>
                <a:spcPts val="360"/>
              </a:spcBef>
              <a:spcAft>
                <a:spcPts val="0"/>
              </a:spcAft>
              <a:buClr>
                <a:schemeClr val="dk1"/>
              </a:buClr>
              <a:buSzPts val="1800"/>
              <a:buNone/>
              <a:defRPr b="1" sz="1800">
                <a:latin typeface="Arial"/>
                <a:ea typeface="Arial"/>
                <a:cs typeface="Arial"/>
                <a:sym typeface="Arial"/>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81" name="Google Shape;81;p9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Font typeface="Noto Sans Symbols"/>
              <a:buChar char="▪"/>
              <a:defRPr sz="1800">
                <a:latin typeface="Arial"/>
                <a:ea typeface="Arial"/>
                <a:cs typeface="Arial"/>
                <a:sym typeface="Arial"/>
              </a:defRPr>
            </a:lvl1pPr>
            <a:lvl2pPr indent="-342900" lvl="1" marL="914400" algn="l">
              <a:spcBef>
                <a:spcPts val="360"/>
              </a:spcBef>
              <a:spcAft>
                <a:spcPts val="0"/>
              </a:spcAft>
              <a:buClr>
                <a:schemeClr val="dk1"/>
              </a:buClr>
              <a:buSzPts val="1800"/>
              <a:buFont typeface="Noto Sans Symbols"/>
              <a:buChar char="▪"/>
              <a:defRPr sz="1800">
                <a:latin typeface="Arial"/>
                <a:ea typeface="Arial"/>
                <a:cs typeface="Arial"/>
                <a:sym typeface="Arial"/>
              </a:defRPr>
            </a:lvl2pPr>
            <a:lvl3pPr indent="-342900" lvl="2" marL="1371600" algn="l">
              <a:spcBef>
                <a:spcPts val="360"/>
              </a:spcBef>
              <a:spcAft>
                <a:spcPts val="0"/>
              </a:spcAft>
              <a:buClr>
                <a:schemeClr val="dk1"/>
              </a:buClr>
              <a:buSzPts val="1800"/>
              <a:buFont typeface="Noto Sans Symbols"/>
              <a:buChar char="▪"/>
              <a:defRPr sz="1800">
                <a:latin typeface="Arial"/>
                <a:ea typeface="Arial"/>
                <a:cs typeface="Arial"/>
                <a:sym typeface="Arial"/>
              </a:defRPr>
            </a:lvl3pPr>
            <a:lvl4pPr indent="-342900" lvl="3" marL="1828800" algn="l">
              <a:spcBef>
                <a:spcPts val="360"/>
              </a:spcBef>
              <a:spcAft>
                <a:spcPts val="0"/>
              </a:spcAft>
              <a:buClr>
                <a:schemeClr val="dk1"/>
              </a:buClr>
              <a:buSzPts val="1800"/>
              <a:buFont typeface="Noto Sans Symbols"/>
              <a:buChar char="▪"/>
              <a:defRPr sz="1800">
                <a:latin typeface="Arial"/>
                <a:ea typeface="Arial"/>
                <a:cs typeface="Arial"/>
                <a:sym typeface="Arial"/>
              </a:defRPr>
            </a:lvl4pPr>
            <a:lvl5pPr indent="-342900" lvl="4" marL="2286000" algn="l">
              <a:spcBef>
                <a:spcPts val="360"/>
              </a:spcBef>
              <a:spcAft>
                <a:spcPts val="0"/>
              </a:spcAft>
              <a:buClr>
                <a:schemeClr val="dk1"/>
              </a:buClr>
              <a:buSzPts val="1800"/>
              <a:buFont typeface="Noto Sans Symbols"/>
              <a:buChar char="▪"/>
              <a:defRPr sz="1800">
                <a:latin typeface="Arial"/>
                <a:ea typeface="Arial"/>
                <a:cs typeface="Arial"/>
                <a:sym typeface="Arial"/>
              </a:defRPr>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82" name="Google Shape;82;p91"/>
          <p:cNvSpPr/>
          <p:nvPr>
            <p:ph idx="5" type="pic"/>
          </p:nvPr>
        </p:nvSpPr>
        <p:spPr>
          <a:xfrm>
            <a:off x="6588224" y="5589240"/>
            <a:ext cx="2555776" cy="1276332"/>
          </a:xfrm>
          <a:prstGeom prst="rect">
            <a:avLst/>
          </a:prstGeom>
          <a:noFill/>
          <a:ln>
            <a:noFill/>
          </a:ln>
        </p:spPr>
      </p:sp>
      <p:sp>
        <p:nvSpPr>
          <p:cNvPr id="83" name="Google Shape;83;p91"/>
          <p:cNvSpPr txBox="1"/>
          <p:nvPr>
            <p:ph type="title"/>
          </p:nvPr>
        </p:nvSpPr>
        <p:spPr>
          <a:xfrm>
            <a:off x="457200" y="332655"/>
            <a:ext cx="8229600" cy="82258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b="1" sz="2000">
                <a:solidFill>
                  <a:srgbClr val="9F1C33"/>
                </a:solidFill>
                <a:latin typeface="EB Garamond"/>
                <a:ea typeface="EB Garamond"/>
                <a:cs typeface="EB Garamond"/>
                <a:sym typeface="EB Garamond"/>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4" name="Google Shape;84;p91"/>
          <p:cNvSpPr txBox="1"/>
          <p:nvPr>
            <p:ph idx="11" type="ftr"/>
          </p:nvPr>
        </p:nvSpPr>
        <p:spPr>
          <a:xfrm>
            <a:off x="1028700" y="6356350"/>
            <a:ext cx="2895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91"/>
          <p:cNvSpPr txBox="1"/>
          <p:nvPr>
            <p:ph idx="12" type="sldNum"/>
          </p:nvPr>
        </p:nvSpPr>
        <p:spPr>
          <a:xfrm>
            <a:off x="468313" y="6356350"/>
            <a:ext cx="476250" cy="365125"/>
          </a:xfrm>
          <a:prstGeom prst="rect">
            <a:avLst/>
          </a:prstGeom>
          <a:noFill/>
          <a:ln>
            <a:noFill/>
          </a:ln>
        </p:spPr>
        <p:txBody>
          <a:bodyPr anchorCtr="0" anchor="ctr" bIns="45700" lIns="91425" spcFirstLastPara="1" rIns="91425" wrap="square" tIns="45700">
            <a:noAutofit/>
          </a:bodyPr>
          <a:lstStyle>
            <a:lvl1pPr indent="0" lvl="0" marL="0" marR="0" algn="l">
              <a:spcBef>
                <a:spcPts val="0"/>
              </a:spcBef>
              <a:buNone/>
              <a:defRPr sz="1400">
                <a:solidFill>
                  <a:srgbClr val="404040"/>
                </a:solidFill>
                <a:latin typeface="EB Garamond"/>
                <a:ea typeface="EB Garamond"/>
                <a:cs typeface="EB Garamond"/>
                <a:sym typeface="EB Garamond"/>
              </a:defRPr>
            </a:lvl1pPr>
            <a:lvl2pPr indent="0" lvl="1" marL="0" marR="0" algn="l">
              <a:spcBef>
                <a:spcPts val="0"/>
              </a:spcBef>
              <a:buNone/>
              <a:defRPr sz="1400">
                <a:solidFill>
                  <a:srgbClr val="404040"/>
                </a:solidFill>
                <a:latin typeface="EB Garamond"/>
                <a:ea typeface="EB Garamond"/>
                <a:cs typeface="EB Garamond"/>
                <a:sym typeface="EB Garamond"/>
              </a:defRPr>
            </a:lvl2pPr>
            <a:lvl3pPr indent="0" lvl="2" marL="0" marR="0" algn="l">
              <a:spcBef>
                <a:spcPts val="0"/>
              </a:spcBef>
              <a:buNone/>
              <a:defRPr sz="1400">
                <a:solidFill>
                  <a:srgbClr val="404040"/>
                </a:solidFill>
                <a:latin typeface="EB Garamond"/>
                <a:ea typeface="EB Garamond"/>
                <a:cs typeface="EB Garamond"/>
                <a:sym typeface="EB Garamond"/>
              </a:defRPr>
            </a:lvl3pPr>
            <a:lvl4pPr indent="0" lvl="3" marL="0" marR="0" algn="l">
              <a:spcBef>
                <a:spcPts val="0"/>
              </a:spcBef>
              <a:buNone/>
              <a:defRPr sz="1400">
                <a:solidFill>
                  <a:srgbClr val="404040"/>
                </a:solidFill>
                <a:latin typeface="EB Garamond"/>
                <a:ea typeface="EB Garamond"/>
                <a:cs typeface="EB Garamond"/>
                <a:sym typeface="EB Garamond"/>
              </a:defRPr>
            </a:lvl4pPr>
            <a:lvl5pPr indent="0" lvl="4" marL="0" marR="0" algn="l">
              <a:spcBef>
                <a:spcPts val="0"/>
              </a:spcBef>
              <a:buNone/>
              <a:defRPr sz="1400">
                <a:solidFill>
                  <a:srgbClr val="404040"/>
                </a:solidFill>
                <a:latin typeface="EB Garamond"/>
                <a:ea typeface="EB Garamond"/>
                <a:cs typeface="EB Garamond"/>
                <a:sym typeface="EB Garamond"/>
              </a:defRPr>
            </a:lvl5pPr>
            <a:lvl6pPr indent="0" lvl="5" marL="0" marR="0" algn="l">
              <a:spcBef>
                <a:spcPts val="0"/>
              </a:spcBef>
              <a:buNone/>
              <a:defRPr sz="1400">
                <a:solidFill>
                  <a:srgbClr val="404040"/>
                </a:solidFill>
                <a:latin typeface="EB Garamond"/>
                <a:ea typeface="EB Garamond"/>
                <a:cs typeface="EB Garamond"/>
                <a:sym typeface="EB Garamond"/>
              </a:defRPr>
            </a:lvl6pPr>
            <a:lvl7pPr indent="0" lvl="6" marL="0" marR="0" algn="l">
              <a:spcBef>
                <a:spcPts val="0"/>
              </a:spcBef>
              <a:buNone/>
              <a:defRPr sz="1400">
                <a:solidFill>
                  <a:srgbClr val="404040"/>
                </a:solidFill>
                <a:latin typeface="EB Garamond"/>
                <a:ea typeface="EB Garamond"/>
                <a:cs typeface="EB Garamond"/>
                <a:sym typeface="EB Garamond"/>
              </a:defRPr>
            </a:lvl7pPr>
            <a:lvl8pPr indent="0" lvl="7" marL="0" marR="0" algn="l">
              <a:spcBef>
                <a:spcPts val="0"/>
              </a:spcBef>
              <a:buNone/>
              <a:defRPr sz="1400">
                <a:solidFill>
                  <a:srgbClr val="404040"/>
                </a:solidFill>
                <a:latin typeface="EB Garamond"/>
                <a:ea typeface="EB Garamond"/>
                <a:cs typeface="EB Garamond"/>
                <a:sym typeface="EB Garamond"/>
              </a:defRPr>
            </a:lvl8pPr>
            <a:lvl9pPr indent="0" lvl="8" marL="0" marR="0" algn="l">
              <a:spcBef>
                <a:spcPts val="0"/>
              </a:spcBef>
              <a:buNone/>
              <a:defRPr sz="1400">
                <a:solidFill>
                  <a:srgbClr val="404040"/>
                </a:solidFill>
                <a:latin typeface="EB Garamond"/>
                <a:ea typeface="EB Garamond"/>
                <a:cs typeface="EB Garamond"/>
                <a:sym typeface="EB Garamond"/>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spTree>
      <p:nvGrpSpPr>
        <p:cNvPr id="86" name="Shape 86"/>
        <p:cNvGrpSpPr/>
        <p:nvPr/>
      </p:nvGrpSpPr>
      <p:grpSpPr>
        <a:xfrm>
          <a:off x="0" y="0"/>
          <a:ext cx="0" cy="0"/>
          <a:chOff x="0" y="0"/>
          <a:chExt cx="0" cy="0"/>
        </a:xfrm>
      </p:grpSpPr>
      <p:cxnSp>
        <p:nvCxnSpPr>
          <p:cNvPr id="87" name="Google Shape;87;p92"/>
          <p:cNvCxnSpPr/>
          <p:nvPr/>
        </p:nvCxnSpPr>
        <p:spPr>
          <a:xfrm>
            <a:off x="395288" y="6308725"/>
            <a:ext cx="6192837" cy="0"/>
          </a:xfrm>
          <a:prstGeom prst="straightConnector1">
            <a:avLst/>
          </a:prstGeom>
          <a:noFill/>
          <a:ln cap="flat" cmpd="sng" w="9525">
            <a:solidFill>
              <a:srgbClr val="3F3F3F"/>
            </a:solidFill>
            <a:prstDash val="solid"/>
            <a:round/>
            <a:headEnd len="sm" w="sm" type="none"/>
            <a:tailEnd len="sm" w="sm" type="none"/>
          </a:ln>
        </p:spPr>
      </p:cxnSp>
      <p:cxnSp>
        <p:nvCxnSpPr>
          <p:cNvPr id="88" name="Google Shape;88;p92"/>
          <p:cNvCxnSpPr/>
          <p:nvPr/>
        </p:nvCxnSpPr>
        <p:spPr>
          <a:xfrm>
            <a:off x="971550" y="6381750"/>
            <a:ext cx="0" cy="360363"/>
          </a:xfrm>
          <a:prstGeom prst="straightConnector1">
            <a:avLst/>
          </a:prstGeom>
          <a:noFill/>
          <a:ln cap="flat" cmpd="sng" w="9525">
            <a:solidFill>
              <a:srgbClr val="0C0C0C"/>
            </a:solidFill>
            <a:prstDash val="solid"/>
            <a:round/>
            <a:headEnd len="sm" w="sm" type="none"/>
            <a:tailEnd len="sm" w="sm" type="none"/>
          </a:ln>
        </p:spPr>
      </p:cxnSp>
      <p:cxnSp>
        <p:nvCxnSpPr>
          <p:cNvPr id="89" name="Google Shape;89;p92"/>
          <p:cNvCxnSpPr/>
          <p:nvPr/>
        </p:nvCxnSpPr>
        <p:spPr>
          <a:xfrm>
            <a:off x="395288" y="1125538"/>
            <a:ext cx="8353425" cy="0"/>
          </a:xfrm>
          <a:prstGeom prst="straightConnector1">
            <a:avLst/>
          </a:prstGeom>
          <a:noFill/>
          <a:ln cap="flat" cmpd="sng" w="9525">
            <a:solidFill>
              <a:srgbClr val="3F3F3F"/>
            </a:solidFill>
            <a:prstDash val="solid"/>
            <a:round/>
            <a:headEnd len="sm" w="sm" type="none"/>
            <a:tailEnd len="sm" w="sm" type="none"/>
          </a:ln>
        </p:spPr>
      </p:cxnSp>
      <p:pic>
        <p:nvPicPr>
          <p:cNvPr id="90" name="Google Shape;90;p92"/>
          <p:cNvPicPr preferRelativeResize="0"/>
          <p:nvPr/>
        </p:nvPicPr>
        <p:blipFill rotWithShape="1">
          <a:blip r:embed="rId2">
            <a:alphaModFix/>
          </a:blip>
          <a:srcRect b="36040" l="30318" r="25697" t="34656"/>
          <a:stretch/>
        </p:blipFill>
        <p:spPr>
          <a:xfrm>
            <a:off x="6588125" y="5581650"/>
            <a:ext cx="2555875" cy="1276350"/>
          </a:xfrm>
          <a:prstGeom prst="rect">
            <a:avLst/>
          </a:prstGeom>
          <a:noFill/>
          <a:ln>
            <a:noFill/>
          </a:ln>
        </p:spPr>
      </p:pic>
      <p:sp>
        <p:nvSpPr>
          <p:cNvPr id="91" name="Google Shape;91;p92"/>
          <p:cNvSpPr txBox="1"/>
          <p:nvPr>
            <p:ph idx="1" type="body"/>
          </p:nvPr>
        </p:nvSpPr>
        <p:spPr>
          <a:xfrm>
            <a:off x="457200" y="1556792"/>
            <a:ext cx="4040188" cy="4569371"/>
          </a:xfrm>
          <a:prstGeom prst="rect">
            <a:avLst/>
          </a:prstGeom>
          <a:noFill/>
          <a:ln>
            <a:noFill/>
          </a:ln>
        </p:spPr>
        <p:txBody>
          <a:bodyPr anchorCtr="0" anchor="t" bIns="45700" lIns="91425" spcFirstLastPara="1" rIns="91425" wrap="square" tIns="45700">
            <a:normAutofit/>
          </a:bodyPr>
          <a:lstStyle>
            <a:lvl1pPr indent="-228600" lvl="0" marL="457200" algn="l">
              <a:spcBef>
                <a:spcPts val="320"/>
              </a:spcBef>
              <a:spcAft>
                <a:spcPts val="0"/>
              </a:spcAft>
              <a:buClr>
                <a:schemeClr val="dk1"/>
              </a:buClr>
              <a:buSzPts val="1600"/>
              <a:buFont typeface="Noto Sans Symbols"/>
              <a:buNone/>
              <a:defRPr sz="1600">
                <a:latin typeface="Arial"/>
                <a:ea typeface="Arial"/>
                <a:cs typeface="Arial"/>
                <a:sym typeface="Arial"/>
              </a:defRPr>
            </a:lvl1pPr>
            <a:lvl2pPr indent="-228600" lvl="1" marL="914400" algn="l">
              <a:spcBef>
                <a:spcPts val="320"/>
              </a:spcBef>
              <a:spcAft>
                <a:spcPts val="0"/>
              </a:spcAft>
              <a:buClr>
                <a:schemeClr val="dk1"/>
              </a:buClr>
              <a:buSzPts val="1600"/>
              <a:buFont typeface="Noto Sans Symbols"/>
              <a:buNone/>
              <a:defRPr sz="1600">
                <a:latin typeface="Arial"/>
                <a:ea typeface="Arial"/>
                <a:cs typeface="Arial"/>
                <a:sym typeface="Arial"/>
              </a:defRPr>
            </a:lvl2pPr>
            <a:lvl3pPr indent="-228600" lvl="2" marL="1371600" algn="l">
              <a:spcBef>
                <a:spcPts val="320"/>
              </a:spcBef>
              <a:spcAft>
                <a:spcPts val="0"/>
              </a:spcAft>
              <a:buClr>
                <a:schemeClr val="dk1"/>
              </a:buClr>
              <a:buSzPts val="1600"/>
              <a:buFont typeface="Noto Sans Symbols"/>
              <a:buNone/>
              <a:defRPr sz="1600">
                <a:latin typeface="Arial"/>
                <a:ea typeface="Arial"/>
                <a:cs typeface="Arial"/>
                <a:sym typeface="Arial"/>
              </a:defRPr>
            </a:lvl3pPr>
            <a:lvl4pPr indent="-228600" lvl="3" marL="1828800" algn="l">
              <a:spcBef>
                <a:spcPts val="320"/>
              </a:spcBef>
              <a:spcAft>
                <a:spcPts val="0"/>
              </a:spcAft>
              <a:buClr>
                <a:schemeClr val="dk1"/>
              </a:buClr>
              <a:buSzPts val="1600"/>
              <a:buFont typeface="Noto Sans Symbols"/>
              <a:buNone/>
              <a:defRPr sz="1600">
                <a:latin typeface="Arial"/>
                <a:ea typeface="Arial"/>
                <a:cs typeface="Arial"/>
                <a:sym typeface="Arial"/>
              </a:defRPr>
            </a:lvl4pPr>
            <a:lvl5pPr indent="-228600" lvl="4" marL="2286000" algn="l">
              <a:spcBef>
                <a:spcPts val="320"/>
              </a:spcBef>
              <a:spcAft>
                <a:spcPts val="0"/>
              </a:spcAft>
              <a:buClr>
                <a:schemeClr val="dk1"/>
              </a:buClr>
              <a:buSzPts val="1600"/>
              <a:buFont typeface="Noto Sans Symbols"/>
              <a:buNone/>
              <a:defRPr sz="1600">
                <a:latin typeface="Arial"/>
                <a:ea typeface="Arial"/>
                <a:cs typeface="Arial"/>
                <a:sym typeface="Arial"/>
              </a:defRPr>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92" name="Google Shape;92;p92"/>
          <p:cNvSpPr txBox="1"/>
          <p:nvPr>
            <p:ph idx="2" type="body"/>
          </p:nvPr>
        </p:nvSpPr>
        <p:spPr>
          <a:xfrm>
            <a:off x="4645025" y="1556792"/>
            <a:ext cx="4041775" cy="4569371"/>
          </a:xfrm>
          <a:prstGeom prst="rect">
            <a:avLst/>
          </a:prstGeom>
          <a:noFill/>
          <a:ln>
            <a:noFill/>
          </a:ln>
        </p:spPr>
        <p:txBody>
          <a:bodyPr anchorCtr="0" anchor="t" bIns="45700" lIns="91425" spcFirstLastPara="1" rIns="91425" wrap="square" tIns="45700">
            <a:normAutofit/>
          </a:bodyPr>
          <a:lstStyle>
            <a:lvl1pPr indent="-228600" lvl="0" marL="457200" algn="l">
              <a:spcBef>
                <a:spcPts val="320"/>
              </a:spcBef>
              <a:spcAft>
                <a:spcPts val="0"/>
              </a:spcAft>
              <a:buClr>
                <a:schemeClr val="dk1"/>
              </a:buClr>
              <a:buSzPts val="1600"/>
              <a:buFont typeface="Noto Sans Symbols"/>
              <a:buNone/>
              <a:defRPr sz="1600">
                <a:latin typeface="Arial"/>
                <a:ea typeface="Arial"/>
                <a:cs typeface="Arial"/>
                <a:sym typeface="Arial"/>
              </a:defRPr>
            </a:lvl1pPr>
            <a:lvl2pPr indent="-330200" lvl="1" marL="914400" algn="l">
              <a:spcBef>
                <a:spcPts val="320"/>
              </a:spcBef>
              <a:spcAft>
                <a:spcPts val="0"/>
              </a:spcAft>
              <a:buClr>
                <a:schemeClr val="dk1"/>
              </a:buClr>
              <a:buSzPts val="1600"/>
              <a:buFont typeface="Noto Sans Symbols"/>
              <a:buChar char="▪"/>
              <a:defRPr sz="1600">
                <a:latin typeface="Arial"/>
                <a:ea typeface="Arial"/>
                <a:cs typeface="Arial"/>
                <a:sym typeface="Arial"/>
              </a:defRPr>
            </a:lvl2pPr>
            <a:lvl3pPr indent="-330200" lvl="2" marL="1371600" algn="l">
              <a:spcBef>
                <a:spcPts val="320"/>
              </a:spcBef>
              <a:spcAft>
                <a:spcPts val="0"/>
              </a:spcAft>
              <a:buClr>
                <a:schemeClr val="dk1"/>
              </a:buClr>
              <a:buSzPts val="1600"/>
              <a:buFont typeface="Noto Sans Symbols"/>
              <a:buChar char="▪"/>
              <a:defRPr sz="1600">
                <a:latin typeface="Arial"/>
                <a:ea typeface="Arial"/>
                <a:cs typeface="Arial"/>
                <a:sym typeface="Arial"/>
              </a:defRPr>
            </a:lvl3pPr>
            <a:lvl4pPr indent="-330200" lvl="3" marL="1828800" algn="l">
              <a:spcBef>
                <a:spcPts val="320"/>
              </a:spcBef>
              <a:spcAft>
                <a:spcPts val="0"/>
              </a:spcAft>
              <a:buClr>
                <a:schemeClr val="dk1"/>
              </a:buClr>
              <a:buSzPts val="1600"/>
              <a:buFont typeface="Noto Sans Symbols"/>
              <a:buChar char="▪"/>
              <a:defRPr sz="1600">
                <a:latin typeface="Arial"/>
                <a:ea typeface="Arial"/>
                <a:cs typeface="Arial"/>
                <a:sym typeface="Arial"/>
              </a:defRPr>
            </a:lvl4pPr>
            <a:lvl5pPr indent="-330200" lvl="4" marL="2286000" algn="l">
              <a:spcBef>
                <a:spcPts val="320"/>
              </a:spcBef>
              <a:spcAft>
                <a:spcPts val="0"/>
              </a:spcAft>
              <a:buClr>
                <a:schemeClr val="dk1"/>
              </a:buClr>
              <a:buSzPts val="1600"/>
              <a:buFont typeface="Noto Sans Symbols"/>
              <a:buChar char="▪"/>
              <a:defRPr sz="1600">
                <a:latin typeface="Arial"/>
                <a:ea typeface="Arial"/>
                <a:cs typeface="Arial"/>
                <a:sym typeface="Arial"/>
              </a:defRPr>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93" name="Google Shape;93;p92"/>
          <p:cNvSpPr/>
          <p:nvPr>
            <p:ph idx="3" type="pic"/>
          </p:nvPr>
        </p:nvSpPr>
        <p:spPr>
          <a:xfrm>
            <a:off x="6588224" y="5589240"/>
            <a:ext cx="2555776" cy="1276332"/>
          </a:xfrm>
          <a:prstGeom prst="rect">
            <a:avLst/>
          </a:prstGeom>
          <a:noFill/>
          <a:ln>
            <a:noFill/>
          </a:ln>
        </p:spPr>
      </p:sp>
      <p:sp>
        <p:nvSpPr>
          <p:cNvPr id="94" name="Google Shape;94;p92"/>
          <p:cNvSpPr txBox="1"/>
          <p:nvPr>
            <p:ph type="title"/>
          </p:nvPr>
        </p:nvSpPr>
        <p:spPr>
          <a:xfrm>
            <a:off x="457200" y="332655"/>
            <a:ext cx="8229600" cy="82258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b="1" sz="2000">
                <a:solidFill>
                  <a:srgbClr val="9F1C33"/>
                </a:solidFill>
                <a:latin typeface="EB Garamond"/>
                <a:ea typeface="EB Garamond"/>
                <a:cs typeface="EB Garamond"/>
                <a:sym typeface="EB Garamond"/>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5" name="Google Shape;95;p92"/>
          <p:cNvSpPr txBox="1"/>
          <p:nvPr>
            <p:ph idx="11" type="ftr"/>
          </p:nvPr>
        </p:nvSpPr>
        <p:spPr>
          <a:xfrm>
            <a:off x="1028700" y="6356350"/>
            <a:ext cx="2895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92"/>
          <p:cNvSpPr txBox="1"/>
          <p:nvPr>
            <p:ph idx="12" type="sldNum"/>
          </p:nvPr>
        </p:nvSpPr>
        <p:spPr>
          <a:xfrm>
            <a:off x="468313" y="6356350"/>
            <a:ext cx="476250" cy="365125"/>
          </a:xfrm>
          <a:prstGeom prst="rect">
            <a:avLst/>
          </a:prstGeom>
          <a:noFill/>
          <a:ln>
            <a:noFill/>
          </a:ln>
        </p:spPr>
        <p:txBody>
          <a:bodyPr anchorCtr="0" anchor="ctr" bIns="45700" lIns="91425" spcFirstLastPara="1" rIns="91425" wrap="square" tIns="45700">
            <a:noAutofit/>
          </a:bodyPr>
          <a:lstStyle>
            <a:lvl1pPr indent="0" lvl="0" marL="0" marR="0" algn="l">
              <a:spcBef>
                <a:spcPts val="0"/>
              </a:spcBef>
              <a:buNone/>
              <a:defRPr sz="1400">
                <a:solidFill>
                  <a:srgbClr val="404040"/>
                </a:solidFill>
                <a:latin typeface="EB Garamond"/>
                <a:ea typeface="EB Garamond"/>
                <a:cs typeface="EB Garamond"/>
                <a:sym typeface="EB Garamond"/>
              </a:defRPr>
            </a:lvl1pPr>
            <a:lvl2pPr indent="0" lvl="1" marL="0" marR="0" algn="l">
              <a:spcBef>
                <a:spcPts val="0"/>
              </a:spcBef>
              <a:buNone/>
              <a:defRPr sz="1400">
                <a:solidFill>
                  <a:srgbClr val="404040"/>
                </a:solidFill>
                <a:latin typeface="EB Garamond"/>
                <a:ea typeface="EB Garamond"/>
                <a:cs typeface="EB Garamond"/>
                <a:sym typeface="EB Garamond"/>
              </a:defRPr>
            </a:lvl2pPr>
            <a:lvl3pPr indent="0" lvl="2" marL="0" marR="0" algn="l">
              <a:spcBef>
                <a:spcPts val="0"/>
              </a:spcBef>
              <a:buNone/>
              <a:defRPr sz="1400">
                <a:solidFill>
                  <a:srgbClr val="404040"/>
                </a:solidFill>
                <a:latin typeface="EB Garamond"/>
                <a:ea typeface="EB Garamond"/>
                <a:cs typeface="EB Garamond"/>
                <a:sym typeface="EB Garamond"/>
              </a:defRPr>
            </a:lvl3pPr>
            <a:lvl4pPr indent="0" lvl="3" marL="0" marR="0" algn="l">
              <a:spcBef>
                <a:spcPts val="0"/>
              </a:spcBef>
              <a:buNone/>
              <a:defRPr sz="1400">
                <a:solidFill>
                  <a:srgbClr val="404040"/>
                </a:solidFill>
                <a:latin typeface="EB Garamond"/>
                <a:ea typeface="EB Garamond"/>
                <a:cs typeface="EB Garamond"/>
                <a:sym typeface="EB Garamond"/>
              </a:defRPr>
            </a:lvl4pPr>
            <a:lvl5pPr indent="0" lvl="4" marL="0" marR="0" algn="l">
              <a:spcBef>
                <a:spcPts val="0"/>
              </a:spcBef>
              <a:buNone/>
              <a:defRPr sz="1400">
                <a:solidFill>
                  <a:srgbClr val="404040"/>
                </a:solidFill>
                <a:latin typeface="EB Garamond"/>
                <a:ea typeface="EB Garamond"/>
                <a:cs typeface="EB Garamond"/>
                <a:sym typeface="EB Garamond"/>
              </a:defRPr>
            </a:lvl5pPr>
            <a:lvl6pPr indent="0" lvl="5" marL="0" marR="0" algn="l">
              <a:spcBef>
                <a:spcPts val="0"/>
              </a:spcBef>
              <a:buNone/>
              <a:defRPr sz="1400">
                <a:solidFill>
                  <a:srgbClr val="404040"/>
                </a:solidFill>
                <a:latin typeface="EB Garamond"/>
                <a:ea typeface="EB Garamond"/>
                <a:cs typeface="EB Garamond"/>
                <a:sym typeface="EB Garamond"/>
              </a:defRPr>
            </a:lvl6pPr>
            <a:lvl7pPr indent="0" lvl="6" marL="0" marR="0" algn="l">
              <a:spcBef>
                <a:spcPts val="0"/>
              </a:spcBef>
              <a:buNone/>
              <a:defRPr sz="1400">
                <a:solidFill>
                  <a:srgbClr val="404040"/>
                </a:solidFill>
                <a:latin typeface="EB Garamond"/>
                <a:ea typeface="EB Garamond"/>
                <a:cs typeface="EB Garamond"/>
                <a:sym typeface="EB Garamond"/>
              </a:defRPr>
            </a:lvl7pPr>
            <a:lvl8pPr indent="0" lvl="7" marL="0" marR="0" algn="l">
              <a:spcBef>
                <a:spcPts val="0"/>
              </a:spcBef>
              <a:buNone/>
              <a:defRPr sz="1400">
                <a:solidFill>
                  <a:srgbClr val="404040"/>
                </a:solidFill>
                <a:latin typeface="EB Garamond"/>
                <a:ea typeface="EB Garamond"/>
                <a:cs typeface="EB Garamond"/>
                <a:sym typeface="EB Garamond"/>
              </a:defRPr>
            </a:lvl8pPr>
            <a:lvl9pPr indent="0" lvl="8" marL="0" marR="0" algn="l">
              <a:spcBef>
                <a:spcPts val="0"/>
              </a:spcBef>
              <a:buNone/>
              <a:defRPr sz="1400">
                <a:solidFill>
                  <a:srgbClr val="404040"/>
                </a:solidFill>
                <a:latin typeface="EB Garamond"/>
                <a:ea typeface="EB Garamond"/>
                <a:cs typeface="EB Garamond"/>
                <a:sym typeface="EB Garamond"/>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97" name="Shape 97"/>
        <p:cNvGrpSpPr/>
        <p:nvPr/>
      </p:nvGrpSpPr>
      <p:grpSpPr>
        <a:xfrm>
          <a:off x="0" y="0"/>
          <a:ext cx="0" cy="0"/>
          <a:chOff x="0" y="0"/>
          <a:chExt cx="0" cy="0"/>
        </a:xfrm>
      </p:grpSpPr>
      <p:cxnSp>
        <p:nvCxnSpPr>
          <p:cNvPr id="98" name="Google Shape;98;p93"/>
          <p:cNvCxnSpPr/>
          <p:nvPr/>
        </p:nvCxnSpPr>
        <p:spPr>
          <a:xfrm>
            <a:off x="395288" y="6308725"/>
            <a:ext cx="6192837" cy="0"/>
          </a:xfrm>
          <a:prstGeom prst="straightConnector1">
            <a:avLst/>
          </a:prstGeom>
          <a:noFill/>
          <a:ln cap="flat" cmpd="sng" w="9525">
            <a:solidFill>
              <a:srgbClr val="3F3F3F"/>
            </a:solidFill>
            <a:prstDash val="solid"/>
            <a:round/>
            <a:headEnd len="sm" w="sm" type="none"/>
            <a:tailEnd len="sm" w="sm" type="none"/>
          </a:ln>
        </p:spPr>
      </p:cxnSp>
      <p:cxnSp>
        <p:nvCxnSpPr>
          <p:cNvPr id="99" name="Google Shape;99;p93"/>
          <p:cNvCxnSpPr/>
          <p:nvPr/>
        </p:nvCxnSpPr>
        <p:spPr>
          <a:xfrm>
            <a:off x="971550" y="6381750"/>
            <a:ext cx="0" cy="360363"/>
          </a:xfrm>
          <a:prstGeom prst="straightConnector1">
            <a:avLst/>
          </a:prstGeom>
          <a:noFill/>
          <a:ln cap="flat" cmpd="sng" w="9525">
            <a:solidFill>
              <a:srgbClr val="0C0C0C"/>
            </a:solidFill>
            <a:prstDash val="solid"/>
            <a:round/>
            <a:headEnd len="sm" w="sm" type="none"/>
            <a:tailEnd len="sm" w="sm" type="none"/>
          </a:ln>
        </p:spPr>
      </p:cxnSp>
      <p:cxnSp>
        <p:nvCxnSpPr>
          <p:cNvPr id="100" name="Google Shape;100;p93"/>
          <p:cNvCxnSpPr/>
          <p:nvPr/>
        </p:nvCxnSpPr>
        <p:spPr>
          <a:xfrm>
            <a:off x="395288" y="1125538"/>
            <a:ext cx="8353425" cy="0"/>
          </a:xfrm>
          <a:prstGeom prst="straightConnector1">
            <a:avLst/>
          </a:prstGeom>
          <a:noFill/>
          <a:ln cap="flat" cmpd="sng" w="9525">
            <a:solidFill>
              <a:srgbClr val="3F3F3F"/>
            </a:solidFill>
            <a:prstDash val="solid"/>
            <a:round/>
            <a:headEnd len="sm" w="sm" type="none"/>
            <a:tailEnd len="sm" w="sm" type="none"/>
          </a:ln>
        </p:spPr>
      </p:cxnSp>
      <p:pic>
        <p:nvPicPr>
          <p:cNvPr id="101" name="Google Shape;101;p93"/>
          <p:cNvPicPr preferRelativeResize="0"/>
          <p:nvPr/>
        </p:nvPicPr>
        <p:blipFill rotWithShape="1">
          <a:blip r:embed="rId2">
            <a:alphaModFix/>
          </a:blip>
          <a:srcRect b="36040" l="30318" r="25697" t="34656"/>
          <a:stretch/>
        </p:blipFill>
        <p:spPr>
          <a:xfrm>
            <a:off x="6588125" y="5581650"/>
            <a:ext cx="2555875" cy="1276350"/>
          </a:xfrm>
          <a:prstGeom prst="rect">
            <a:avLst/>
          </a:prstGeom>
          <a:noFill/>
          <a:ln>
            <a:noFill/>
          </a:ln>
        </p:spPr>
      </p:pic>
      <p:sp>
        <p:nvSpPr>
          <p:cNvPr id="102" name="Google Shape;102;p93"/>
          <p:cNvSpPr/>
          <p:nvPr>
            <p:ph idx="2" type="pic"/>
          </p:nvPr>
        </p:nvSpPr>
        <p:spPr>
          <a:xfrm>
            <a:off x="467544" y="1412776"/>
            <a:ext cx="8208912" cy="4824536"/>
          </a:xfrm>
          <a:prstGeom prst="rect">
            <a:avLst/>
          </a:prstGeom>
          <a:noFill/>
          <a:ln>
            <a:noFill/>
          </a:ln>
        </p:spPr>
      </p:sp>
      <p:sp>
        <p:nvSpPr>
          <p:cNvPr id="103" name="Google Shape;103;p93"/>
          <p:cNvSpPr/>
          <p:nvPr>
            <p:ph idx="3" type="pic"/>
          </p:nvPr>
        </p:nvSpPr>
        <p:spPr>
          <a:xfrm>
            <a:off x="6588224" y="5589240"/>
            <a:ext cx="2555776" cy="1276332"/>
          </a:xfrm>
          <a:prstGeom prst="rect">
            <a:avLst/>
          </a:prstGeom>
          <a:noFill/>
          <a:ln>
            <a:noFill/>
          </a:ln>
        </p:spPr>
      </p:sp>
      <p:sp>
        <p:nvSpPr>
          <p:cNvPr id="104" name="Google Shape;104;p93"/>
          <p:cNvSpPr txBox="1"/>
          <p:nvPr>
            <p:ph type="title"/>
          </p:nvPr>
        </p:nvSpPr>
        <p:spPr>
          <a:xfrm>
            <a:off x="457200" y="332655"/>
            <a:ext cx="8229600" cy="82258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b="1" sz="2000">
                <a:solidFill>
                  <a:srgbClr val="9F1C33"/>
                </a:solidFill>
                <a:latin typeface="EB Garamond"/>
                <a:ea typeface="EB Garamond"/>
                <a:cs typeface="EB Garamond"/>
                <a:sym typeface="EB Garamond"/>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5" name="Google Shape;105;p93"/>
          <p:cNvSpPr txBox="1"/>
          <p:nvPr>
            <p:ph idx="11" type="ftr"/>
          </p:nvPr>
        </p:nvSpPr>
        <p:spPr>
          <a:xfrm>
            <a:off x="1028700" y="6356350"/>
            <a:ext cx="2895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93"/>
          <p:cNvSpPr txBox="1"/>
          <p:nvPr>
            <p:ph idx="12" type="sldNum"/>
          </p:nvPr>
        </p:nvSpPr>
        <p:spPr>
          <a:xfrm>
            <a:off x="468313" y="6356350"/>
            <a:ext cx="476250" cy="365125"/>
          </a:xfrm>
          <a:prstGeom prst="rect">
            <a:avLst/>
          </a:prstGeom>
          <a:noFill/>
          <a:ln>
            <a:noFill/>
          </a:ln>
        </p:spPr>
        <p:txBody>
          <a:bodyPr anchorCtr="0" anchor="ctr" bIns="45700" lIns="91425" spcFirstLastPara="1" rIns="91425" wrap="square" tIns="45700">
            <a:noAutofit/>
          </a:bodyPr>
          <a:lstStyle>
            <a:lvl1pPr indent="0" lvl="0" marL="0" marR="0" algn="l">
              <a:spcBef>
                <a:spcPts val="0"/>
              </a:spcBef>
              <a:buNone/>
              <a:defRPr sz="1400">
                <a:solidFill>
                  <a:srgbClr val="404040"/>
                </a:solidFill>
                <a:latin typeface="EB Garamond"/>
                <a:ea typeface="EB Garamond"/>
                <a:cs typeface="EB Garamond"/>
                <a:sym typeface="EB Garamond"/>
              </a:defRPr>
            </a:lvl1pPr>
            <a:lvl2pPr indent="0" lvl="1" marL="0" marR="0" algn="l">
              <a:spcBef>
                <a:spcPts val="0"/>
              </a:spcBef>
              <a:buNone/>
              <a:defRPr sz="1400">
                <a:solidFill>
                  <a:srgbClr val="404040"/>
                </a:solidFill>
                <a:latin typeface="EB Garamond"/>
                <a:ea typeface="EB Garamond"/>
                <a:cs typeface="EB Garamond"/>
                <a:sym typeface="EB Garamond"/>
              </a:defRPr>
            </a:lvl2pPr>
            <a:lvl3pPr indent="0" lvl="2" marL="0" marR="0" algn="l">
              <a:spcBef>
                <a:spcPts val="0"/>
              </a:spcBef>
              <a:buNone/>
              <a:defRPr sz="1400">
                <a:solidFill>
                  <a:srgbClr val="404040"/>
                </a:solidFill>
                <a:latin typeface="EB Garamond"/>
                <a:ea typeface="EB Garamond"/>
                <a:cs typeface="EB Garamond"/>
                <a:sym typeface="EB Garamond"/>
              </a:defRPr>
            </a:lvl3pPr>
            <a:lvl4pPr indent="0" lvl="3" marL="0" marR="0" algn="l">
              <a:spcBef>
                <a:spcPts val="0"/>
              </a:spcBef>
              <a:buNone/>
              <a:defRPr sz="1400">
                <a:solidFill>
                  <a:srgbClr val="404040"/>
                </a:solidFill>
                <a:latin typeface="EB Garamond"/>
                <a:ea typeface="EB Garamond"/>
                <a:cs typeface="EB Garamond"/>
                <a:sym typeface="EB Garamond"/>
              </a:defRPr>
            </a:lvl4pPr>
            <a:lvl5pPr indent="0" lvl="4" marL="0" marR="0" algn="l">
              <a:spcBef>
                <a:spcPts val="0"/>
              </a:spcBef>
              <a:buNone/>
              <a:defRPr sz="1400">
                <a:solidFill>
                  <a:srgbClr val="404040"/>
                </a:solidFill>
                <a:latin typeface="EB Garamond"/>
                <a:ea typeface="EB Garamond"/>
                <a:cs typeface="EB Garamond"/>
                <a:sym typeface="EB Garamond"/>
              </a:defRPr>
            </a:lvl5pPr>
            <a:lvl6pPr indent="0" lvl="5" marL="0" marR="0" algn="l">
              <a:spcBef>
                <a:spcPts val="0"/>
              </a:spcBef>
              <a:buNone/>
              <a:defRPr sz="1400">
                <a:solidFill>
                  <a:srgbClr val="404040"/>
                </a:solidFill>
                <a:latin typeface="EB Garamond"/>
                <a:ea typeface="EB Garamond"/>
                <a:cs typeface="EB Garamond"/>
                <a:sym typeface="EB Garamond"/>
              </a:defRPr>
            </a:lvl6pPr>
            <a:lvl7pPr indent="0" lvl="6" marL="0" marR="0" algn="l">
              <a:spcBef>
                <a:spcPts val="0"/>
              </a:spcBef>
              <a:buNone/>
              <a:defRPr sz="1400">
                <a:solidFill>
                  <a:srgbClr val="404040"/>
                </a:solidFill>
                <a:latin typeface="EB Garamond"/>
                <a:ea typeface="EB Garamond"/>
                <a:cs typeface="EB Garamond"/>
                <a:sym typeface="EB Garamond"/>
              </a:defRPr>
            </a:lvl7pPr>
            <a:lvl8pPr indent="0" lvl="7" marL="0" marR="0" algn="l">
              <a:spcBef>
                <a:spcPts val="0"/>
              </a:spcBef>
              <a:buNone/>
              <a:defRPr sz="1400">
                <a:solidFill>
                  <a:srgbClr val="404040"/>
                </a:solidFill>
                <a:latin typeface="EB Garamond"/>
                <a:ea typeface="EB Garamond"/>
                <a:cs typeface="EB Garamond"/>
                <a:sym typeface="EB Garamond"/>
              </a:defRPr>
            </a:lvl8pPr>
            <a:lvl9pPr indent="0" lvl="8" marL="0" marR="0" algn="l">
              <a:spcBef>
                <a:spcPts val="0"/>
              </a:spcBef>
              <a:buNone/>
              <a:defRPr sz="1400">
                <a:solidFill>
                  <a:srgbClr val="404040"/>
                </a:solidFill>
                <a:latin typeface="EB Garamond"/>
                <a:ea typeface="EB Garamond"/>
                <a:cs typeface="EB Garamond"/>
                <a:sym typeface="EB Garamond"/>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107" name="Shape 107"/>
        <p:cNvGrpSpPr/>
        <p:nvPr/>
      </p:nvGrpSpPr>
      <p:grpSpPr>
        <a:xfrm>
          <a:off x="0" y="0"/>
          <a:ext cx="0" cy="0"/>
          <a:chOff x="0" y="0"/>
          <a:chExt cx="0" cy="0"/>
        </a:xfrm>
      </p:grpSpPr>
      <p:cxnSp>
        <p:nvCxnSpPr>
          <p:cNvPr id="108" name="Google Shape;108;p94"/>
          <p:cNvCxnSpPr/>
          <p:nvPr/>
        </p:nvCxnSpPr>
        <p:spPr>
          <a:xfrm>
            <a:off x="395288" y="6308725"/>
            <a:ext cx="6192837" cy="0"/>
          </a:xfrm>
          <a:prstGeom prst="straightConnector1">
            <a:avLst/>
          </a:prstGeom>
          <a:noFill/>
          <a:ln cap="flat" cmpd="sng" w="9525">
            <a:solidFill>
              <a:srgbClr val="3F3F3F"/>
            </a:solidFill>
            <a:prstDash val="solid"/>
            <a:round/>
            <a:headEnd len="sm" w="sm" type="none"/>
            <a:tailEnd len="sm" w="sm" type="none"/>
          </a:ln>
        </p:spPr>
      </p:cxnSp>
      <p:cxnSp>
        <p:nvCxnSpPr>
          <p:cNvPr id="109" name="Google Shape;109;p94"/>
          <p:cNvCxnSpPr/>
          <p:nvPr/>
        </p:nvCxnSpPr>
        <p:spPr>
          <a:xfrm>
            <a:off x="971550" y="6381750"/>
            <a:ext cx="0" cy="360363"/>
          </a:xfrm>
          <a:prstGeom prst="straightConnector1">
            <a:avLst/>
          </a:prstGeom>
          <a:noFill/>
          <a:ln cap="flat" cmpd="sng" w="9525">
            <a:solidFill>
              <a:srgbClr val="0C0C0C"/>
            </a:solidFill>
            <a:prstDash val="solid"/>
            <a:round/>
            <a:headEnd len="sm" w="sm" type="none"/>
            <a:tailEnd len="sm" w="sm" type="none"/>
          </a:ln>
        </p:spPr>
      </p:cxnSp>
      <p:cxnSp>
        <p:nvCxnSpPr>
          <p:cNvPr id="110" name="Google Shape;110;p94"/>
          <p:cNvCxnSpPr/>
          <p:nvPr/>
        </p:nvCxnSpPr>
        <p:spPr>
          <a:xfrm>
            <a:off x="395288" y="1125538"/>
            <a:ext cx="8353425" cy="0"/>
          </a:xfrm>
          <a:prstGeom prst="straightConnector1">
            <a:avLst/>
          </a:prstGeom>
          <a:noFill/>
          <a:ln cap="flat" cmpd="sng" w="9525">
            <a:solidFill>
              <a:srgbClr val="3F3F3F"/>
            </a:solidFill>
            <a:prstDash val="solid"/>
            <a:round/>
            <a:headEnd len="sm" w="sm" type="none"/>
            <a:tailEnd len="sm" w="sm" type="none"/>
          </a:ln>
        </p:spPr>
      </p:cxnSp>
      <p:pic>
        <p:nvPicPr>
          <p:cNvPr id="111" name="Google Shape;111;p94"/>
          <p:cNvPicPr preferRelativeResize="0"/>
          <p:nvPr/>
        </p:nvPicPr>
        <p:blipFill rotWithShape="1">
          <a:blip r:embed="rId2">
            <a:alphaModFix/>
          </a:blip>
          <a:srcRect b="36040" l="30318" r="25697" t="34656"/>
          <a:stretch/>
        </p:blipFill>
        <p:spPr>
          <a:xfrm>
            <a:off x="6588125" y="5581650"/>
            <a:ext cx="2555875" cy="1276350"/>
          </a:xfrm>
          <a:prstGeom prst="rect">
            <a:avLst/>
          </a:prstGeom>
          <a:noFill/>
          <a:ln>
            <a:noFill/>
          </a:ln>
        </p:spPr>
      </p:pic>
      <p:sp>
        <p:nvSpPr>
          <p:cNvPr id="112" name="Google Shape;112;p94"/>
          <p:cNvSpPr/>
          <p:nvPr>
            <p:ph idx="2" type="pic"/>
          </p:nvPr>
        </p:nvSpPr>
        <p:spPr>
          <a:xfrm>
            <a:off x="539552" y="1268760"/>
            <a:ext cx="8147248" cy="3744416"/>
          </a:xfrm>
          <a:prstGeom prst="rect">
            <a:avLst/>
          </a:prstGeom>
          <a:noFill/>
          <a:ln>
            <a:noFill/>
          </a:ln>
        </p:spPr>
      </p:sp>
      <p:sp>
        <p:nvSpPr>
          <p:cNvPr id="113" name="Google Shape;113;p94"/>
          <p:cNvSpPr txBox="1"/>
          <p:nvPr>
            <p:ph idx="1" type="body"/>
          </p:nvPr>
        </p:nvSpPr>
        <p:spPr>
          <a:xfrm>
            <a:off x="498376" y="5085184"/>
            <a:ext cx="8147248"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Clr>
                <a:schemeClr val="dk1"/>
              </a:buClr>
              <a:buSzPts val="1800"/>
              <a:buNone/>
              <a:defRPr sz="1800">
                <a:latin typeface="Arial"/>
                <a:ea typeface="Arial"/>
                <a:cs typeface="Arial"/>
                <a:sym typeface="Arial"/>
              </a:defRPr>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14" name="Google Shape;114;p94"/>
          <p:cNvSpPr/>
          <p:nvPr>
            <p:ph idx="3" type="pic"/>
          </p:nvPr>
        </p:nvSpPr>
        <p:spPr>
          <a:xfrm>
            <a:off x="6588224" y="5589240"/>
            <a:ext cx="2555776" cy="1276332"/>
          </a:xfrm>
          <a:prstGeom prst="rect">
            <a:avLst/>
          </a:prstGeom>
          <a:noFill/>
          <a:ln>
            <a:noFill/>
          </a:ln>
        </p:spPr>
      </p:sp>
      <p:sp>
        <p:nvSpPr>
          <p:cNvPr id="115" name="Google Shape;115;p94"/>
          <p:cNvSpPr txBox="1"/>
          <p:nvPr>
            <p:ph type="title"/>
          </p:nvPr>
        </p:nvSpPr>
        <p:spPr>
          <a:xfrm>
            <a:off x="457200" y="332655"/>
            <a:ext cx="8229600" cy="82258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b="1" sz="2000">
                <a:solidFill>
                  <a:srgbClr val="9F1C33"/>
                </a:solidFill>
                <a:latin typeface="EB Garamond"/>
                <a:ea typeface="EB Garamond"/>
                <a:cs typeface="EB Garamond"/>
                <a:sym typeface="EB Garamond"/>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6" name="Google Shape;116;p94"/>
          <p:cNvSpPr txBox="1"/>
          <p:nvPr>
            <p:ph idx="11" type="ftr"/>
          </p:nvPr>
        </p:nvSpPr>
        <p:spPr>
          <a:xfrm>
            <a:off x="1028700" y="6356350"/>
            <a:ext cx="2895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94"/>
          <p:cNvSpPr txBox="1"/>
          <p:nvPr>
            <p:ph idx="12" type="sldNum"/>
          </p:nvPr>
        </p:nvSpPr>
        <p:spPr>
          <a:xfrm>
            <a:off x="468313" y="6356350"/>
            <a:ext cx="476250" cy="365125"/>
          </a:xfrm>
          <a:prstGeom prst="rect">
            <a:avLst/>
          </a:prstGeom>
          <a:noFill/>
          <a:ln>
            <a:noFill/>
          </a:ln>
        </p:spPr>
        <p:txBody>
          <a:bodyPr anchorCtr="0" anchor="ctr" bIns="45700" lIns="91425" spcFirstLastPara="1" rIns="91425" wrap="square" tIns="45700">
            <a:noAutofit/>
          </a:bodyPr>
          <a:lstStyle>
            <a:lvl1pPr indent="0" lvl="0" marL="0" marR="0" algn="l">
              <a:spcBef>
                <a:spcPts val="0"/>
              </a:spcBef>
              <a:buNone/>
              <a:defRPr sz="1400">
                <a:solidFill>
                  <a:srgbClr val="404040"/>
                </a:solidFill>
                <a:latin typeface="EB Garamond"/>
                <a:ea typeface="EB Garamond"/>
                <a:cs typeface="EB Garamond"/>
                <a:sym typeface="EB Garamond"/>
              </a:defRPr>
            </a:lvl1pPr>
            <a:lvl2pPr indent="0" lvl="1" marL="0" marR="0" algn="l">
              <a:spcBef>
                <a:spcPts val="0"/>
              </a:spcBef>
              <a:buNone/>
              <a:defRPr sz="1400">
                <a:solidFill>
                  <a:srgbClr val="404040"/>
                </a:solidFill>
                <a:latin typeface="EB Garamond"/>
                <a:ea typeface="EB Garamond"/>
                <a:cs typeface="EB Garamond"/>
                <a:sym typeface="EB Garamond"/>
              </a:defRPr>
            </a:lvl2pPr>
            <a:lvl3pPr indent="0" lvl="2" marL="0" marR="0" algn="l">
              <a:spcBef>
                <a:spcPts val="0"/>
              </a:spcBef>
              <a:buNone/>
              <a:defRPr sz="1400">
                <a:solidFill>
                  <a:srgbClr val="404040"/>
                </a:solidFill>
                <a:latin typeface="EB Garamond"/>
                <a:ea typeface="EB Garamond"/>
                <a:cs typeface="EB Garamond"/>
                <a:sym typeface="EB Garamond"/>
              </a:defRPr>
            </a:lvl3pPr>
            <a:lvl4pPr indent="0" lvl="3" marL="0" marR="0" algn="l">
              <a:spcBef>
                <a:spcPts val="0"/>
              </a:spcBef>
              <a:buNone/>
              <a:defRPr sz="1400">
                <a:solidFill>
                  <a:srgbClr val="404040"/>
                </a:solidFill>
                <a:latin typeface="EB Garamond"/>
                <a:ea typeface="EB Garamond"/>
                <a:cs typeface="EB Garamond"/>
                <a:sym typeface="EB Garamond"/>
              </a:defRPr>
            </a:lvl4pPr>
            <a:lvl5pPr indent="0" lvl="4" marL="0" marR="0" algn="l">
              <a:spcBef>
                <a:spcPts val="0"/>
              </a:spcBef>
              <a:buNone/>
              <a:defRPr sz="1400">
                <a:solidFill>
                  <a:srgbClr val="404040"/>
                </a:solidFill>
                <a:latin typeface="EB Garamond"/>
                <a:ea typeface="EB Garamond"/>
                <a:cs typeface="EB Garamond"/>
                <a:sym typeface="EB Garamond"/>
              </a:defRPr>
            </a:lvl5pPr>
            <a:lvl6pPr indent="0" lvl="5" marL="0" marR="0" algn="l">
              <a:spcBef>
                <a:spcPts val="0"/>
              </a:spcBef>
              <a:buNone/>
              <a:defRPr sz="1400">
                <a:solidFill>
                  <a:srgbClr val="404040"/>
                </a:solidFill>
                <a:latin typeface="EB Garamond"/>
                <a:ea typeface="EB Garamond"/>
                <a:cs typeface="EB Garamond"/>
                <a:sym typeface="EB Garamond"/>
              </a:defRPr>
            </a:lvl6pPr>
            <a:lvl7pPr indent="0" lvl="6" marL="0" marR="0" algn="l">
              <a:spcBef>
                <a:spcPts val="0"/>
              </a:spcBef>
              <a:buNone/>
              <a:defRPr sz="1400">
                <a:solidFill>
                  <a:srgbClr val="404040"/>
                </a:solidFill>
                <a:latin typeface="EB Garamond"/>
                <a:ea typeface="EB Garamond"/>
                <a:cs typeface="EB Garamond"/>
                <a:sym typeface="EB Garamond"/>
              </a:defRPr>
            </a:lvl7pPr>
            <a:lvl8pPr indent="0" lvl="7" marL="0" marR="0" algn="l">
              <a:spcBef>
                <a:spcPts val="0"/>
              </a:spcBef>
              <a:buNone/>
              <a:defRPr sz="1400">
                <a:solidFill>
                  <a:srgbClr val="404040"/>
                </a:solidFill>
                <a:latin typeface="EB Garamond"/>
                <a:ea typeface="EB Garamond"/>
                <a:cs typeface="EB Garamond"/>
                <a:sym typeface="EB Garamond"/>
              </a:defRPr>
            </a:lvl8pPr>
            <a:lvl9pPr indent="0" lvl="8" marL="0" marR="0" algn="l">
              <a:spcBef>
                <a:spcPts val="0"/>
              </a:spcBef>
              <a:buNone/>
              <a:defRPr sz="1400">
                <a:solidFill>
                  <a:srgbClr val="404040"/>
                </a:solidFill>
                <a:latin typeface="EB Garamond"/>
                <a:ea typeface="EB Garamond"/>
                <a:cs typeface="EB Garamond"/>
                <a:sym typeface="EB Garamond"/>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24" name="Shape 124"/>
        <p:cNvGrpSpPr/>
        <p:nvPr/>
      </p:nvGrpSpPr>
      <p:grpSpPr>
        <a:xfrm>
          <a:off x="0" y="0"/>
          <a:ext cx="0" cy="0"/>
          <a:chOff x="0" y="0"/>
          <a:chExt cx="0" cy="0"/>
        </a:xfrm>
      </p:grpSpPr>
      <p:pic>
        <p:nvPicPr>
          <p:cNvPr id="125" name="Google Shape;125;p73"/>
          <p:cNvPicPr preferRelativeResize="0"/>
          <p:nvPr/>
        </p:nvPicPr>
        <p:blipFill rotWithShape="1">
          <a:blip r:embed="rId2">
            <a:alphaModFix/>
          </a:blip>
          <a:srcRect b="8002" l="0" r="7088" t="0"/>
          <a:stretch/>
        </p:blipFill>
        <p:spPr>
          <a:xfrm>
            <a:off x="-90488" y="0"/>
            <a:ext cx="9234488" cy="6858000"/>
          </a:xfrm>
          <a:prstGeom prst="rect">
            <a:avLst/>
          </a:prstGeom>
          <a:noFill/>
          <a:ln>
            <a:noFill/>
          </a:ln>
        </p:spPr>
      </p:pic>
      <p:cxnSp>
        <p:nvCxnSpPr>
          <p:cNvPr id="126" name="Google Shape;126;p73"/>
          <p:cNvCxnSpPr/>
          <p:nvPr/>
        </p:nvCxnSpPr>
        <p:spPr>
          <a:xfrm>
            <a:off x="395288" y="1125538"/>
            <a:ext cx="8353425" cy="0"/>
          </a:xfrm>
          <a:prstGeom prst="straightConnector1">
            <a:avLst/>
          </a:prstGeom>
          <a:noFill/>
          <a:ln cap="flat" cmpd="sng" w="9525">
            <a:solidFill>
              <a:srgbClr val="3F3F3F"/>
            </a:solidFill>
            <a:prstDash val="solid"/>
            <a:round/>
            <a:headEnd len="sm" w="sm" type="none"/>
            <a:tailEnd len="sm" w="sm" type="none"/>
          </a:ln>
        </p:spPr>
      </p:cxnSp>
      <p:sp>
        <p:nvSpPr>
          <p:cNvPr id="127" name="Google Shape;127;p73"/>
          <p:cNvSpPr txBox="1"/>
          <p:nvPr>
            <p:ph type="title"/>
          </p:nvPr>
        </p:nvSpPr>
        <p:spPr>
          <a:xfrm>
            <a:off x="457200" y="332655"/>
            <a:ext cx="8229600" cy="82258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2000"/>
              <a:buFont typeface="EB Garamond"/>
              <a:buNone/>
              <a:defRPr b="1" sz="2000">
                <a:solidFill>
                  <a:schemeClr val="lt1"/>
                </a:solidFill>
                <a:latin typeface="EB Garamond"/>
                <a:ea typeface="EB Garamond"/>
                <a:cs typeface="EB Garamond"/>
                <a:sym typeface="EB Garamon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28" name="Shape 128"/>
        <p:cNvGrpSpPr/>
        <p:nvPr/>
      </p:nvGrpSpPr>
      <p:grpSpPr>
        <a:xfrm>
          <a:off x="0" y="0"/>
          <a:ext cx="0" cy="0"/>
          <a:chOff x="0" y="0"/>
          <a:chExt cx="0" cy="0"/>
        </a:xfrm>
      </p:grpSpPr>
      <p:sp>
        <p:nvSpPr>
          <p:cNvPr id="129" name="Google Shape;129;p7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7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1" name="Google Shape;131;p74"/>
          <p:cNvSpPr txBox="1"/>
          <p:nvPr>
            <p:ph idx="12" type="sldNum"/>
          </p:nvPr>
        </p:nvSpPr>
        <p:spPr>
          <a:xfrm>
            <a:off x="457200" y="6308726"/>
            <a:ext cx="1069759" cy="41275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rgbClr val="888888"/>
                </a:solidFill>
                <a:latin typeface="Calibri"/>
                <a:ea typeface="Calibri"/>
                <a:cs typeface="Calibri"/>
                <a:sym typeface="Calibri"/>
              </a:defRPr>
            </a:lvl1pPr>
            <a:lvl2pPr indent="0" lvl="1" marL="0" marR="0" algn="r">
              <a:spcBef>
                <a:spcPts val="0"/>
              </a:spcBef>
              <a:buNone/>
              <a:defRPr sz="1200">
                <a:solidFill>
                  <a:srgbClr val="888888"/>
                </a:solidFill>
                <a:latin typeface="Calibri"/>
                <a:ea typeface="Calibri"/>
                <a:cs typeface="Calibri"/>
                <a:sym typeface="Calibri"/>
              </a:defRPr>
            </a:lvl2pPr>
            <a:lvl3pPr indent="0" lvl="2" marL="0" marR="0" algn="r">
              <a:spcBef>
                <a:spcPts val="0"/>
              </a:spcBef>
              <a:buNone/>
              <a:defRPr sz="1200">
                <a:solidFill>
                  <a:srgbClr val="888888"/>
                </a:solidFill>
                <a:latin typeface="Calibri"/>
                <a:ea typeface="Calibri"/>
                <a:cs typeface="Calibri"/>
                <a:sym typeface="Calibri"/>
              </a:defRPr>
            </a:lvl3pPr>
            <a:lvl4pPr indent="0" lvl="3" marL="0" marR="0" algn="r">
              <a:spcBef>
                <a:spcPts val="0"/>
              </a:spcBef>
              <a:buNone/>
              <a:defRPr sz="1200">
                <a:solidFill>
                  <a:srgbClr val="888888"/>
                </a:solidFill>
                <a:latin typeface="Calibri"/>
                <a:ea typeface="Calibri"/>
                <a:cs typeface="Calibri"/>
                <a:sym typeface="Calibri"/>
              </a:defRPr>
            </a:lvl4pPr>
            <a:lvl5pPr indent="0" lvl="4" marL="0" marR="0" algn="r">
              <a:spcBef>
                <a:spcPts val="0"/>
              </a:spcBef>
              <a:buNone/>
              <a:defRPr sz="1200">
                <a:solidFill>
                  <a:srgbClr val="888888"/>
                </a:solidFill>
                <a:latin typeface="Calibri"/>
                <a:ea typeface="Calibri"/>
                <a:cs typeface="Calibri"/>
                <a:sym typeface="Calibri"/>
              </a:defRPr>
            </a:lvl5pPr>
            <a:lvl6pPr indent="0" lvl="5" marL="0" marR="0" algn="r">
              <a:spcBef>
                <a:spcPts val="0"/>
              </a:spcBef>
              <a:buNone/>
              <a:defRPr sz="1200">
                <a:solidFill>
                  <a:srgbClr val="888888"/>
                </a:solidFill>
                <a:latin typeface="Calibri"/>
                <a:ea typeface="Calibri"/>
                <a:cs typeface="Calibri"/>
                <a:sym typeface="Calibri"/>
              </a:defRPr>
            </a:lvl6pPr>
            <a:lvl7pPr indent="0" lvl="6" marL="0" marR="0" algn="r">
              <a:spcBef>
                <a:spcPts val="0"/>
              </a:spcBef>
              <a:buNone/>
              <a:defRPr sz="1200">
                <a:solidFill>
                  <a:srgbClr val="888888"/>
                </a:solidFill>
                <a:latin typeface="Calibri"/>
                <a:ea typeface="Calibri"/>
                <a:cs typeface="Calibri"/>
                <a:sym typeface="Calibri"/>
              </a:defRPr>
            </a:lvl7pPr>
            <a:lvl8pPr indent="0" lvl="7" marL="0" marR="0" algn="r">
              <a:spcBef>
                <a:spcPts val="0"/>
              </a:spcBef>
              <a:buNone/>
              <a:defRPr sz="1200">
                <a:solidFill>
                  <a:srgbClr val="888888"/>
                </a:solidFill>
                <a:latin typeface="Calibri"/>
                <a:ea typeface="Calibri"/>
                <a:cs typeface="Calibri"/>
                <a:sym typeface="Calibri"/>
              </a:defRPr>
            </a:lvl8pPr>
            <a:lvl9pPr indent="0" lvl="8" marL="0" marR="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32" name="Google Shape;132;p74"/>
          <p:cNvPicPr preferRelativeResize="0"/>
          <p:nvPr/>
        </p:nvPicPr>
        <p:blipFill rotWithShape="1">
          <a:blip r:embed="rId2">
            <a:alphaModFix/>
          </a:blip>
          <a:srcRect b="0" l="0" r="0" t="0"/>
          <a:stretch/>
        </p:blipFill>
        <p:spPr>
          <a:xfrm>
            <a:off x="7197815" y="5570866"/>
            <a:ext cx="1821944" cy="121611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showMasterSp="0" type="tbl">
  <p:cSld name="TABLE">
    <p:spTree>
      <p:nvGrpSpPr>
        <p:cNvPr id="133" name="Shape 133"/>
        <p:cNvGrpSpPr/>
        <p:nvPr/>
      </p:nvGrpSpPr>
      <p:grpSpPr>
        <a:xfrm>
          <a:off x="0" y="0"/>
          <a:ext cx="0" cy="0"/>
          <a:chOff x="0" y="0"/>
          <a:chExt cx="0" cy="0"/>
        </a:xfrm>
      </p:grpSpPr>
      <p:sp>
        <p:nvSpPr>
          <p:cNvPr id="134" name="Google Shape;134;p75"/>
          <p:cNvSpPr/>
          <p:nvPr/>
        </p:nvSpPr>
        <p:spPr>
          <a:xfrm>
            <a:off x="414338" y="1244600"/>
            <a:ext cx="7889875" cy="104775"/>
          </a:xfrm>
          <a:prstGeom prst="rect">
            <a:avLst/>
          </a:prstGeom>
          <a:gradFill>
            <a:gsLst>
              <a:gs pos="0">
                <a:srgbClr val="006699"/>
              </a:gs>
              <a:gs pos="100000">
                <a:srgbClr val="FFFFFF"/>
              </a:gs>
            </a:gsLst>
            <a:path path="circle">
              <a:fillToRect b="100%" l="0%" r="100%" t="0%"/>
            </a:path>
            <a:tileRect b="0%" l="-100%" r="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dk1"/>
              </a:solidFill>
              <a:latin typeface="Gill Sans"/>
              <a:ea typeface="Gill Sans"/>
              <a:cs typeface="Gill Sans"/>
              <a:sym typeface="Gill Sans"/>
            </a:endParaRPr>
          </a:p>
        </p:txBody>
      </p:sp>
      <p:sp>
        <p:nvSpPr>
          <p:cNvPr id="135" name="Google Shape;135;p7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p75"/>
          <p:cNvSpPr/>
          <p:nvPr>
            <p:ph idx="2" type="tbl"/>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7" name="Shape 137"/>
        <p:cNvGrpSpPr/>
        <p:nvPr/>
      </p:nvGrpSpPr>
      <p:grpSpPr>
        <a:xfrm>
          <a:off x="0" y="0"/>
          <a:ext cx="0" cy="0"/>
          <a:chOff x="0" y="0"/>
          <a:chExt cx="0" cy="0"/>
        </a:xfrm>
      </p:grpSpPr>
      <p:sp>
        <p:nvSpPr>
          <p:cNvPr id="138" name="Google Shape;138;p7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9" name="Google Shape;139;p7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0" name="Google Shape;140;p7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7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7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43" name="Shape 143"/>
        <p:cNvGrpSpPr/>
        <p:nvPr/>
      </p:nvGrpSpPr>
      <p:grpSpPr>
        <a:xfrm>
          <a:off x="0" y="0"/>
          <a:ext cx="0" cy="0"/>
          <a:chOff x="0" y="0"/>
          <a:chExt cx="0" cy="0"/>
        </a:xfrm>
      </p:grpSpPr>
      <p:sp>
        <p:nvSpPr>
          <p:cNvPr id="144" name="Google Shape;144;p7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7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6" name="Google Shape;146;p77"/>
          <p:cNvSpPr txBox="1"/>
          <p:nvPr>
            <p:ph idx="10" type="dt"/>
          </p:nvPr>
        </p:nvSpPr>
        <p:spPr>
          <a:xfrm>
            <a:off x="6553200" y="6356349"/>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7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77"/>
          <p:cNvSpPr txBox="1"/>
          <p:nvPr>
            <p:ph idx="12" type="sldNum"/>
          </p:nvPr>
        </p:nvSpPr>
        <p:spPr>
          <a:xfrm>
            <a:off x="457200" y="6308725"/>
            <a:ext cx="21336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sz="1200">
                <a:solidFill>
                  <a:srgbClr val="888888"/>
                </a:solidFill>
                <a:latin typeface="Calibri"/>
                <a:ea typeface="Calibri"/>
                <a:cs typeface="Calibri"/>
                <a:sym typeface="Calibri"/>
              </a:defRPr>
            </a:lvl1pPr>
            <a:lvl2pPr indent="0" lvl="1" marL="0" algn="l">
              <a:spcBef>
                <a:spcPts val="0"/>
              </a:spcBef>
              <a:buNone/>
              <a:defRPr sz="1200">
                <a:solidFill>
                  <a:srgbClr val="888888"/>
                </a:solidFill>
                <a:latin typeface="Calibri"/>
                <a:ea typeface="Calibri"/>
                <a:cs typeface="Calibri"/>
                <a:sym typeface="Calibri"/>
              </a:defRPr>
            </a:lvl2pPr>
            <a:lvl3pPr indent="0" lvl="2" marL="0" algn="l">
              <a:spcBef>
                <a:spcPts val="0"/>
              </a:spcBef>
              <a:buNone/>
              <a:defRPr sz="1200">
                <a:solidFill>
                  <a:srgbClr val="888888"/>
                </a:solidFill>
                <a:latin typeface="Calibri"/>
                <a:ea typeface="Calibri"/>
                <a:cs typeface="Calibri"/>
                <a:sym typeface="Calibri"/>
              </a:defRPr>
            </a:lvl3pPr>
            <a:lvl4pPr indent="0" lvl="3" marL="0" algn="l">
              <a:spcBef>
                <a:spcPts val="0"/>
              </a:spcBef>
              <a:buNone/>
              <a:defRPr sz="1200">
                <a:solidFill>
                  <a:srgbClr val="888888"/>
                </a:solidFill>
                <a:latin typeface="Calibri"/>
                <a:ea typeface="Calibri"/>
                <a:cs typeface="Calibri"/>
                <a:sym typeface="Calibri"/>
              </a:defRPr>
            </a:lvl4pPr>
            <a:lvl5pPr indent="0" lvl="4" marL="0" algn="l">
              <a:spcBef>
                <a:spcPts val="0"/>
              </a:spcBef>
              <a:buNone/>
              <a:defRPr sz="1200">
                <a:solidFill>
                  <a:srgbClr val="888888"/>
                </a:solidFill>
                <a:latin typeface="Calibri"/>
                <a:ea typeface="Calibri"/>
                <a:cs typeface="Calibri"/>
                <a:sym typeface="Calibri"/>
              </a:defRPr>
            </a:lvl5pPr>
            <a:lvl6pPr indent="0" lvl="5" marL="0" algn="l">
              <a:spcBef>
                <a:spcPts val="0"/>
              </a:spcBef>
              <a:buNone/>
              <a:defRPr sz="1200">
                <a:solidFill>
                  <a:srgbClr val="888888"/>
                </a:solidFill>
                <a:latin typeface="Calibri"/>
                <a:ea typeface="Calibri"/>
                <a:cs typeface="Calibri"/>
                <a:sym typeface="Calibri"/>
              </a:defRPr>
            </a:lvl6pPr>
            <a:lvl7pPr indent="0" lvl="6" marL="0" algn="l">
              <a:spcBef>
                <a:spcPts val="0"/>
              </a:spcBef>
              <a:buNone/>
              <a:defRPr sz="1200">
                <a:solidFill>
                  <a:srgbClr val="888888"/>
                </a:solidFill>
                <a:latin typeface="Calibri"/>
                <a:ea typeface="Calibri"/>
                <a:cs typeface="Calibri"/>
                <a:sym typeface="Calibri"/>
              </a:defRPr>
            </a:lvl7pPr>
            <a:lvl8pPr indent="0" lvl="7" marL="0" algn="l">
              <a:spcBef>
                <a:spcPts val="0"/>
              </a:spcBef>
              <a:buNone/>
              <a:defRPr sz="1200">
                <a:solidFill>
                  <a:srgbClr val="888888"/>
                </a:solidFill>
                <a:latin typeface="Calibri"/>
                <a:ea typeface="Calibri"/>
                <a:cs typeface="Calibri"/>
                <a:sym typeface="Calibri"/>
              </a:defRPr>
            </a:lvl8pPr>
            <a:lvl9pPr indent="0" lvl="8" marL="0" algn="l">
              <a:spcBef>
                <a:spcPts val="0"/>
              </a:spcBef>
              <a:buNone/>
              <a:defRPr sz="1200">
                <a:solidFill>
                  <a:srgbClr val="888888"/>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49" name="Google Shape;149;p77"/>
          <p:cNvSpPr/>
          <p:nvPr>
            <p:ph idx="2" type="pic"/>
          </p:nvPr>
        </p:nvSpPr>
        <p:spPr>
          <a:xfrm>
            <a:off x="6588125" y="5589588"/>
            <a:ext cx="2555875" cy="1276350"/>
          </a:xfrm>
          <a:prstGeom prst="rect">
            <a:avLst/>
          </a:prstGeom>
          <a:noFill/>
          <a:ln>
            <a:noFill/>
          </a:ln>
        </p:spPr>
      </p:sp>
      <p:pic>
        <p:nvPicPr>
          <p:cNvPr id="150" name="Google Shape;150;p77"/>
          <p:cNvPicPr preferRelativeResize="0"/>
          <p:nvPr/>
        </p:nvPicPr>
        <p:blipFill rotWithShape="1">
          <a:blip r:embed="rId2">
            <a:alphaModFix/>
          </a:blip>
          <a:srcRect b="0" l="0" r="0" t="0"/>
          <a:stretch/>
        </p:blipFill>
        <p:spPr>
          <a:xfrm>
            <a:off x="7067007" y="5423622"/>
            <a:ext cx="2076993" cy="1297853"/>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1" name="Shape 151"/>
        <p:cNvGrpSpPr/>
        <p:nvPr/>
      </p:nvGrpSpPr>
      <p:grpSpPr>
        <a:xfrm>
          <a:off x="0" y="0"/>
          <a:ext cx="0" cy="0"/>
          <a:chOff x="0" y="0"/>
          <a:chExt cx="0" cy="0"/>
        </a:xfrm>
      </p:grpSpPr>
      <p:sp>
        <p:nvSpPr>
          <p:cNvPr id="152" name="Google Shape;152;p7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 name="Google Shape;153;p7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54" name="Google Shape;154;p7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7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7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57" name="Shape 157"/>
        <p:cNvGrpSpPr/>
        <p:nvPr/>
      </p:nvGrpSpPr>
      <p:grpSpPr>
        <a:xfrm>
          <a:off x="0" y="0"/>
          <a:ext cx="0" cy="0"/>
          <a:chOff x="0" y="0"/>
          <a:chExt cx="0" cy="0"/>
        </a:xfrm>
      </p:grpSpPr>
      <p:sp>
        <p:nvSpPr>
          <p:cNvPr id="158" name="Google Shape;158;p7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7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60" name="Google Shape;160;p7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61" name="Google Shape;161;p7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7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7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64" name="Shape 164"/>
        <p:cNvGrpSpPr/>
        <p:nvPr/>
      </p:nvGrpSpPr>
      <p:grpSpPr>
        <a:xfrm>
          <a:off x="0" y="0"/>
          <a:ext cx="0" cy="0"/>
          <a:chOff x="0" y="0"/>
          <a:chExt cx="0" cy="0"/>
        </a:xfrm>
      </p:grpSpPr>
      <p:sp>
        <p:nvSpPr>
          <p:cNvPr id="165" name="Google Shape;165;p8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6" name="Google Shape;166;p8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67" name="Google Shape;167;p8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68" name="Google Shape;168;p8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69" name="Google Shape;169;p8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70" name="Google Shape;170;p8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8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2" name="Google Shape;172;p8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3" name="Shape 173"/>
        <p:cNvGrpSpPr/>
        <p:nvPr/>
      </p:nvGrpSpPr>
      <p:grpSpPr>
        <a:xfrm>
          <a:off x="0" y="0"/>
          <a:ext cx="0" cy="0"/>
          <a:chOff x="0" y="0"/>
          <a:chExt cx="0" cy="0"/>
        </a:xfrm>
      </p:grpSpPr>
      <p:sp>
        <p:nvSpPr>
          <p:cNvPr id="174" name="Google Shape;174;p8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5" name="Google Shape;175;p8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8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8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8" name="Shape 178"/>
        <p:cNvGrpSpPr/>
        <p:nvPr/>
      </p:nvGrpSpPr>
      <p:grpSpPr>
        <a:xfrm>
          <a:off x="0" y="0"/>
          <a:ext cx="0" cy="0"/>
          <a:chOff x="0" y="0"/>
          <a:chExt cx="0" cy="0"/>
        </a:xfrm>
      </p:grpSpPr>
      <p:sp>
        <p:nvSpPr>
          <p:cNvPr id="179" name="Google Shape;179;p8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8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8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82" name="Shape 182"/>
        <p:cNvGrpSpPr/>
        <p:nvPr/>
      </p:nvGrpSpPr>
      <p:grpSpPr>
        <a:xfrm>
          <a:off x="0" y="0"/>
          <a:ext cx="0" cy="0"/>
          <a:chOff x="0" y="0"/>
          <a:chExt cx="0" cy="0"/>
        </a:xfrm>
      </p:grpSpPr>
      <p:sp>
        <p:nvSpPr>
          <p:cNvPr id="183" name="Google Shape;183;p8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4" name="Google Shape;184;p8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85" name="Google Shape;185;p8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86" name="Google Shape;186;p8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8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8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89" name="Shape 189"/>
        <p:cNvGrpSpPr/>
        <p:nvPr/>
      </p:nvGrpSpPr>
      <p:grpSpPr>
        <a:xfrm>
          <a:off x="0" y="0"/>
          <a:ext cx="0" cy="0"/>
          <a:chOff x="0" y="0"/>
          <a:chExt cx="0" cy="0"/>
        </a:xfrm>
      </p:grpSpPr>
      <p:sp>
        <p:nvSpPr>
          <p:cNvPr id="190" name="Google Shape;190;p8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1" name="Google Shape;191;p84"/>
          <p:cNvSpPr/>
          <p:nvPr>
            <p:ph idx="2" type="pic"/>
          </p:nvPr>
        </p:nvSpPr>
        <p:spPr>
          <a:xfrm>
            <a:off x="1792288" y="612775"/>
            <a:ext cx="5486400" cy="4114800"/>
          </a:xfrm>
          <a:prstGeom prst="rect">
            <a:avLst/>
          </a:prstGeom>
          <a:noFill/>
          <a:ln>
            <a:noFill/>
          </a:ln>
        </p:spPr>
      </p:sp>
      <p:sp>
        <p:nvSpPr>
          <p:cNvPr id="192" name="Google Shape;192;p8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93" name="Google Shape;193;p8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8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8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96" name="Shape 196"/>
        <p:cNvGrpSpPr/>
        <p:nvPr/>
      </p:nvGrpSpPr>
      <p:grpSpPr>
        <a:xfrm>
          <a:off x="0" y="0"/>
          <a:ext cx="0" cy="0"/>
          <a:chOff x="0" y="0"/>
          <a:chExt cx="0" cy="0"/>
        </a:xfrm>
      </p:grpSpPr>
      <p:sp>
        <p:nvSpPr>
          <p:cNvPr id="197" name="Google Shape;197;p8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8" name="Google Shape;198;p8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9" name="Google Shape;199;p8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8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8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02" name="Shape 202"/>
        <p:cNvGrpSpPr/>
        <p:nvPr/>
      </p:nvGrpSpPr>
      <p:grpSpPr>
        <a:xfrm>
          <a:off x="0" y="0"/>
          <a:ext cx="0" cy="0"/>
          <a:chOff x="0" y="0"/>
          <a:chExt cx="0" cy="0"/>
        </a:xfrm>
      </p:grpSpPr>
      <p:sp>
        <p:nvSpPr>
          <p:cNvPr id="203" name="Google Shape;203;p8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4" name="Google Shape;204;p8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5" name="Google Shape;205;p8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6" name="Google Shape;206;p8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p8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theme" Target="../theme/theme3.xml"/><Relationship Id="rId14" Type="http://schemas.openxmlformats.org/officeDocument/2006/relationships/slideLayout" Target="../slideLayouts/slideLayout2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6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68"/>
          <p:cNvSpPr txBox="1"/>
          <p:nvPr>
            <p:ph idx="11" type="ftr"/>
          </p:nvPr>
        </p:nvSpPr>
        <p:spPr>
          <a:xfrm>
            <a:off x="1042988" y="6356350"/>
            <a:ext cx="5113337" cy="38576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400" u="none" cap="none" strike="noStrike">
                <a:solidFill>
                  <a:srgbClr val="3F3F3F"/>
                </a:solidFill>
                <a:latin typeface="EB Garamond"/>
                <a:ea typeface="EB Garamond"/>
                <a:cs typeface="EB Garamond"/>
                <a:sym typeface="EB Garamond"/>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68"/>
          <p:cNvSpPr txBox="1"/>
          <p:nvPr>
            <p:ph idx="12" type="sldNum"/>
          </p:nvPr>
        </p:nvSpPr>
        <p:spPr>
          <a:xfrm>
            <a:off x="422275" y="6356350"/>
            <a:ext cx="477838"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400" u="none" cap="none" strike="noStrike">
                <a:solidFill>
                  <a:srgbClr val="404040"/>
                </a:solidFill>
                <a:latin typeface="EB Garamond"/>
                <a:ea typeface="EB Garamond"/>
                <a:cs typeface="EB Garamond"/>
                <a:sym typeface="EB Garamond"/>
              </a:defRPr>
            </a:lvl1pPr>
            <a:lvl2pPr indent="0" lvl="1" marL="0" marR="0" rtl="0" algn="r">
              <a:spcBef>
                <a:spcPts val="0"/>
              </a:spcBef>
              <a:buNone/>
              <a:defRPr b="0" i="0" sz="1400" u="none" cap="none" strike="noStrike">
                <a:solidFill>
                  <a:srgbClr val="404040"/>
                </a:solidFill>
                <a:latin typeface="EB Garamond"/>
                <a:ea typeface="EB Garamond"/>
                <a:cs typeface="EB Garamond"/>
                <a:sym typeface="EB Garamond"/>
              </a:defRPr>
            </a:lvl2pPr>
            <a:lvl3pPr indent="0" lvl="2" marL="0" marR="0" rtl="0" algn="r">
              <a:spcBef>
                <a:spcPts val="0"/>
              </a:spcBef>
              <a:buNone/>
              <a:defRPr b="0" i="0" sz="1400" u="none" cap="none" strike="noStrike">
                <a:solidFill>
                  <a:srgbClr val="404040"/>
                </a:solidFill>
                <a:latin typeface="EB Garamond"/>
                <a:ea typeface="EB Garamond"/>
                <a:cs typeface="EB Garamond"/>
                <a:sym typeface="EB Garamond"/>
              </a:defRPr>
            </a:lvl3pPr>
            <a:lvl4pPr indent="0" lvl="3" marL="0" marR="0" rtl="0" algn="r">
              <a:spcBef>
                <a:spcPts val="0"/>
              </a:spcBef>
              <a:buNone/>
              <a:defRPr b="0" i="0" sz="1400" u="none" cap="none" strike="noStrike">
                <a:solidFill>
                  <a:srgbClr val="404040"/>
                </a:solidFill>
                <a:latin typeface="EB Garamond"/>
                <a:ea typeface="EB Garamond"/>
                <a:cs typeface="EB Garamond"/>
                <a:sym typeface="EB Garamond"/>
              </a:defRPr>
            </a:lvl4pPr>
            <a:lvl5pPr indent="0" lvl="4" marL="0" marR="0" rtl="0" algn="r">
              <a:spcBef>
                <a:spcPts val="0"/>
              </a:spcBef>
              <a:buNone/>
              <a:defRPr b="0" i="0" sz="1400" u="none" cap="none" strike="noStrike">
                <a:solidFill>
                  <a:srgbClr val="404040"/>
                </a:solidFill>
                <a:latin typeface="EB Garamond"/>
                <a:ea typeface="EB Garamond"/>
                <a:cs typeface="EB Garamond"/>
                <a:sym typeface="EB Garamond"/>
              </a:defRPr>
            </a:lvl5pPr>
            <a:lvl6pPr indent="0" lvl="5" marL="0" marR="0" rtl="0" algn="r">
              <a:spcBef>
                <a:spcPts val="0"/>
              </a:spcBef>
              <a:buNone/>
              <a:defRPr b="0" i="0" sz="1400" u="none" cap="none" strike="noStrike">
                <a:solidFill>
                  <a:srgbClr val="404040"/>
                </a:solidFill>
                <a:latin typeface="EB Garamond"/>
                <a:ea typeface="EB Garamond"/>
                <a:cs typeface="EB Garamond"/>
                <a:sym typeface="EB Garamond"/>
              </a:defRPr>
            </a:lvl6pPr>
            <a:lvl7pPr indent="0" lvl="6" marL="0" marR="0" rtl="0" algn="r">
              <a:spcBef>
                <a:spcPts val="0"/>
              </a:spcBef>
              <a:buNone/>
              <a:defRPr b="0" i="0" sz="1400" u="none" cap="none" strike="noStrike">
                <a:solidFill>
                  <a:srgbClr val="404040"/>
                </a:solidFill>
                <a:latin typeface="EB Garamond"/>
                <a:ea typeface="EB Garamond"/>
                <a:cs typeface="EB Garamond"/>
                <a:sym typeface="EB Garamond"/>
              </a:defRPr>
            </a:lvl7pPr>
            <a:lvl8pPr indent="0" lvl="7" marL="0" marR="0" rtl="0" algn="r">
              <a:spcBef>
                <a:spcPts val="0"/>
              </a:spcBef>
              <a:buNone/>
              <a:defRPr b="0" i="0" sz="1400" u="none" cap="none" strike="noStrike">
                <a:solidFill>
                  <a:srgbClr val="404040"/>
                </a:solidFill>
                <a:latin typeface="EB Garamond"/>
                <a:ea typeface="EB Garamond"/>
                <a:cs typeface="EB Garamond"/>
                <a:sym typeface="EB Garamond"/>
              </a:defRPr>
            </a:lvl8pPr>
            <a:lvl9pPr indent="0" lvl="8" marL="0" marR="0" rtl="0" algn="r">
              <a:spcBef>
                <a:spcPts val="0"/>
              </a:spcBef>
              <a:buNone/>
              <a:defRPr b="0" i="0" sz="1400" u="none" cap="none" strike="noStrike">
                <a:solidFill>
                  <a:srgbClr val="404040"/>
                </a:solidFill>
                <a:latin typeface="EB Garamond"/>
                <a:ea typeface="EB Garamond"/>
                <a:cs typeface="EB Garamond"/>
                <a:sym typeface="EB Garamond"/>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8" name="Shape 118"/>
        <p:cNvGrpSpPr/>
        <p:nvPr/>
      </p:nvGrpSpPr>
      <p:grpSpPr>
        <a:xfrm>
          <a:off x="0" y="0"/>
          <a:ext cx="0" cy="0"/>
          <a:chOff x="0" y="0"/>
          <a:chExt cx="0" cy="0"/>
        </a:xfrm>
      </p:grpSpPr>
      <p:sp>
        <p:nvSpPr>
          <p:cNvPr id="119" name="Google Shape;119;p7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0" name="Google Shape;120;p7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1" name="Google Shape;121;p7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2" name="Google Shape;122;p7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3" name="Google Shape;123;p7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6.xml"/><Relationship Id="rId3"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F1C33"/>
        </a:solidFill>
      </p:bgPr>
    </p:bg>
    <p:spTree>
      <p:nvGrpSpPr>
        <p:cNvPr id="211" name="Shape 211"/>
        <p:cNvGrpSpPr/>
        <p:nvPr/>
      </p:nvGrpSpPr>
      <p:grpSpPr>
        <a:xfrm>
          <a:off x="0" y="0"/>
          <a:ext cx="0" cy="0"/>
          <a:chOff x="0" y="0"/>
          <a:chExt cx="0" cy="0"/>
        </a:xfrm>
      </p:grpSpPr>
      <p:pic>
        <p:nvPicPr>
          <p:cNvPr id="212" name="Google Shape;212;p1"/>
          <p:cNvPicPr preferRelativeResize="0"/>
          <p:nvPr>
            <p:ph idx="2" type="pic"/>
          </p:nvPr>
        </p:nvPicPr>
        <p:blipFill rotWithShape="1">
          <a:blip r:embed="rId3">
            <a:alphaModFix/>
          </a:blip>
          <a:srcRect b="40024" l="33064" r="33064" t="40021"/>
          <a:stretch/>
        </p:blipFill>
        <p:spPr>
          <a:xfrm>
            <a:off x="3071813" y="1143000"/>
            <a:ext cx="3024187" cy="1338263"/>
          </a:xfrm>
          <a:prstGeom prst="rect">
            <a:avLst/>
          </a:prstGeom>
          <a:noFill/>
          <a:ln>
            <a:noFill/>
          </a:ln>
        </p:spPr>
      </p:pic>
      <p:sp>
        <p:nvSpPr>
          <p:cNvPr id="213" name="Google Shape;213;p1"/>
          <p:cNvSpPr txBox="1"/>
          <p:nvPr>
            <p:ph idx="1" type="body"/>
          </p:nvPr>
        </p:nvSpPr>
        <p:spPr>
          <a:xfrm>
            <a:off x="287337" y="3369449"/>
            <a:ext cx="8569325" cy="1754909"/>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3F3F3F"/>
              </a:buClr>
              <a:buSzPts val="3200"/>
              <a:buNone/>
            </a:pPr>
            <a:r>
              <a:t/>
            </a:r>
            <a:endParaRPr sz="3200">
              <a:solidFill>
                <a:schemeClr val="lt1"/>
              </a:solidFill>
            </a:endParaRPr>
          </a:p>
          <a:p>
            <a:pPr indent="0" lvl="0" marL="0" rtl="0" algn="ctr">
              <a:lnSpc>
                <a:spcPct val="100000"/>
              </a:lnSpc>
              <a:spcBef>
                <a:spcPts val="640"/>
              </a:spcBef>
              <a:spcAft>
                <a:spcPts val="0"/>
              </a:spcAft>
              <a:buClr>
                <a:schemeClr val="lt1"/>
              </a:buClr>
              <a:buSzPts val="3200"/>
              <a:buNone/>
            </a:pPr>
            <a:r>
              <a:rPr lang="en-US" sz="3200" u="sng">
                <a:solidFill>
                  <a:schemeClr val="lt1"/>
                </a:solidFill>
              </a:rPr>
              <a:t>Subject Name :Web Development with Java</a:t>
            </a:r>
            <a:endParaRPr sz="3200" u="sng">
              <a:solidFill>
                <a:schemeClr val="lt1"/>
              </a:solidFill>
            </a:endParaRPr>
          </a:p>
          <a:p>
            <a:pPr indent="0" lvl="0" marL="0" rtl="0" algn="ctr">
              <a:lnSpc>
                <a:spcPct val="100000"/>
              </a:lnSpc>
              <a:spcBef>
                <a:spcPts val="640"/>
              </a:spcBef>
              <a:spcAft>
                <a:spcPts val="0"/>
              </a:spcAft>
              <a:buClr>
                <a:schemeClr val="lt1"/>
              </a:buClr>
              <a:buSzPts val="3200"/>
              <a:buNone/>
            </a:pPr>
            <a:r>
              <a:rPr lang="en-US" sz="3200" u="sng">
                <a:solidFill>
                  <a:schemeClr val="lt1"/>
                </a:solidFill>
              </a:rPr>
              <a:t>Unit No:I</a:t>
            </a:r>
            <a:endParaRPr sz="3200" u="sng">
              <a:solidFill>
                <a:schemeClr val="lt1"/>
              </a:solidFill>
            </a:endParaRPr>
          </a:p>
          <a:p>
            <a:pPr indent="0" lvl="0" marL="0" rtl="0" algn="ctr">
              <a:lnSpc>
                <a:spcPct val="100000"/>
              </a:lnSpc>
              <a:spcBef>
                <a:spcPts val="640"/>
              </a:spcBef>
              <a:spcAft>
                <a:spcPts val="0"/>
              </a:spcAft>
              <a:buClr>
                <a:schemeClr val="lt1"/>
              </a:buClr>
              <a:buSzPts val="3200"/>
              <a:buNone/>
            </a:pPr>
            <a:r>
              <a:rPr lang="en-US" sz="3200">
                <a:solidFill>
                  <a:schemeClr val="lt1"/>
                </a:solidFill>
              </a:rPr>
              <a:t>Unit Name :</a:t>
            </a:r>
            <a:r>
              <a:rPr lang="en-US" sz="3200" u="sng">
                <a:solidFill>
                  <a:schemeClr val="lt1"/>
                </a:solidFill>
              </a:rPr>
              <a:t>Java Database Connectivity</a:t>
            </a:r>
            <a:r>
              <a:rPr lang="en-US"/>
              <a:t> </a:t>
            </a:r>
            <a:endParaRPr/>
          </a:p>
          <a:p>
            <a:pPr indent="0" lvl="0" marL="0" rtl="0" algn="ctr">
              <a:lnSpc>
                <a:spcPct val="100000"/>
              </a:lnSpc>
              <a:spcBef>
                <a:spcPts val="640"/>
              </a:spcBef>
              <a:spcAft>
                <a:spcPts val="0"/>
              </a:spcAft>
              <a:buClr>
                <a:srgbClr val="3F3F3F"/>
              </a:buClr>
              <a:buSzPts val="3200"/>
              <a:buNone/>
            </a:pPr>
            <a:r>
              <a:t/>
            </a:r>
            <a:endParaRPr sz="3200">
              <a:solidFill>
                <a:schemeClr val="lt1"/>
              </a:solidFill>
            </a:endParaRPr>
          </a:p>
          <a:p>
            <a:pPr indent="0" lvl="0" marL="0" rtl="0" algn="ctr">
              <a:lnSpc>
                <a:spcPct val="100000"/>
              </a:lnSpc>
              <a:spcBef>
                <a:spcPts val="640"/>
              </a:spcBef>
              <a:spcAft>
                <a:spcPts val="0"/>
              </a:spcAft>
              <a:buClr>
                <a:srgbClr val="3F3F3F"/>
              </a:buClr>
              <a:buSzPts val="3200"/>
              <a:buNone/>
            </a:pPr>
            <a:r>
              <a:t/>
            </a:r>
            <a:endParaRPr sz="3200">
              <a:solidFill>
                <a:schemeClr val="lt1"/>
              </a:solidFill>
            </a:endParaRPr>
          </a:p>
        </p:txBody>
      </p:sp>
      <p:sp>
        <p:nvSpPr>
          <p:cNvPr id="214" name="Google Shape;214;p1"/>
          <p:cNvSpPr txBox="1"/>
          <p:nvPr/>
        </p:nvSpPr>
        <p:spPr>
          <a:xfrm>
            <a:off x="323850" y="5949950"/>
            <a:ext cx="8569325" cy="8636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Faculty Name :Dr. Saloni Bhushan</a:t>
            </a:r>
            <a:endParaRPr b="0" i="0" sz="2000" u="none" cap="none" strike="noStrike">
              <a:solidFill>
                <a:srgbClr val="FFFFFF"/>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F1C33"/>
        </a:solidFill>
      </p:bgPr>
    </p:bg>
    <p:spTree>
      <p:nvGrpSpPr>
        <p:cNvPr id="218" name="Shape 218"/>
        <p:cNvGrpSpPr/>
        <p:nvPr/>
      </p:nvGrpSpPr>
      <p:grpSpPr>
        <a:xfrm>
          <a:off x="0" y="0"/>
          <a:ext cx="0" cy="0"/>
          <a:chOff x="0" y="0"/>
          <a:chExt cx="0" cy="0"/>
        </a:xfrm>
      </p:grpSpPr>
      <p:pic>
        <p:nvPicPr>
          <p:cNvPr id="219" name="Google Shape;219;p2"/>
          <p:cNvPicPr preferRelativeResize="0"/>
          <p:nvPr>
            <p:ph idx="2" type="pic"/>
          </p:nvPr>
        </p:nvPicPr>
        <p:blipFill rotWithShape="1">
          <a:blip r:embed="rId3">
            <a:alphaModFix/>
          </a:blip>
          <a:srcRect b="40024" l="33064" r="33064" t="40021"/>
          <a:stretch/>
        </p:blipFill>
        <p:spPr>
          <a:xfrm>
            <a:off x="3132138" y="1700213"/>
            <a:ext cx="3024187" cy="1338262"/>
          </a:xfrm>
          <a:prstGeom prst="rect">
            <a:avLst/>
          </a:prstGeom>
          <a:noFill/>
          <a:ln>
            <a:noFill/>
          </a:ln>
        </p:spPr>
      </p:pic>
      <p:sp>
        <p:nvSpPr>
          <p:cNvPr id="220" name="Google Shape;220;p2"/>
          <p:cNvSpPr txBox="1"/>
          <p:nvPr>
            <p:ph idx="1" type="body"/>
          </p:nvPr>
        </p:nvSpPr>
        <p:spPr>
          <a:xfrm>
            <a:off x="307975" y="3284538"/>
            <a:ext cx="8569325" cy="1930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3F3F3F"/>
              </a:buClr>
              <a:buSzPts val="3200"/>
              <a:buNone/>
            </a:pPr>
            <a:r>
              <a:t/>
            </a:r>
            <a:endParaRPr sz="3200">
              <a:solidFill>
                <a:schemeClr val="lt1"/>
              </a:solidFill>
            </a:endParaRPr>
          </a:p>
          <a:p>
            <a:pPr indent="0" lvl="0" marL="0" rtl="0" algn="ctr">
              <a:lnSpc>
                <a:spcPct val="100000"/>
              </a:lnSpc>
              <a:spcBef>
                <a:spcPts val="640"/>
              </a:spcBef>
              <a:spcAft>
                <a:spcPts val="0"/>
              </a:spcAft>
              <a:buClr>
                <a:schemeClr val="lt1"/>
              </a:buClr>
              <a:buSzPts val="3200"/>
              <a:buNone/>
            </a:pPr>
            <a:r>
              <a:rPr lang="en-US" sz="3200">
                <a:solidFill>
                  <a:schemeClr val="lt1"/>
                </a:solidFill>
              </a:rPr>
              <a:t>Unit No.1</a:t>
            </a:r>
            <a:endParaRPr/>
          </a:p>
        </p:txBody>
      </p:sp>
      <p:sp>
        <p:nvSpPr>
          <p:cNvPr id="221" name="Google Shape;221;p2"/>
          <p:cNvSpPr txBox="1"/>
          <p:nvPr/>
        </p:nvSpPr>
        <p:spPr>
          <a:xfrm>
            <a:off x="323850" y="5949950"/>
            <a:ext cx="8569325" cy="8636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Faculty Name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
          <p:cNvSpPr txBox="1"/>
          <p:nvPr>
            <p:ph type="title"/>
          </p:nvPr>
        </p:nvSpPr>
        <p:spPr>
          <a:xfrm>
            <a:off x="457200" y="274638"/>
            <a:ext cx="8229600" cy="77787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a:t>Index</a:t>
            </a:r>
            <a:endParaRPr/>
          </a:p>
        </p:txBody>
      </p:sp>
      <p:sp>
        <p:nvSpPr>
          <p:cNvPr id="227" name="Google Shape;227;p3"/>
          <p:cNvSpPr txBox="1"/>
          <p:nvPr>
            <p:ph idx="12" type="sldNum"/>
          </p:nvPr>
        </p:nvSpPr>
        <p:spPr>
          <a:xfrm>
            <a:off x="468313" y="6356350"/>
            <a:ext cx="47625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04040"/>
              </a:buClr>
              <a:buSzPts val="1400"/>
              <a:buFont typeface="Arial"/>
              <a:buNone/>
            </a:pPr>
            <a:fld id="{00000000-1234-1234-1234-123412341234}" type="slidenum">
              <a:rPr b="0" i="0" lang="en-US" sz="1400" u="none" cap="none" strike="noStrike">
                <a:solidFill>
                  <a:srgbClr val="404040"/>
                </a:solidFill>
                <a:latin typeface="EB Garamond"/>
                <a:ea typeface="EB Garamond"/>
                <a:cs typeface="EB Garamond"/>
                <a:sym typeface="EB Garamond"/>
              </a:rPr>
              <a:t>‹#›</a:t>
            </a:fld>
            <a:endParaRPr b="0" i="0" sz="1400" u="none" cap="none" strike="noStrike">
              <a:solidFill>
                <a:srgbClr val="404040"/>
              </a:solidFill>
              <a:latin typeface="EB Garamond"/>
              <a:ea typeface="EB Garamond"/>
              <a:cs typeface="EB Garamond"/>
              <a:sym typeface="EB Garamond"/>
            </a:endParaRPr>
          </a:p>
        </p:txBody>
      </p:sp>
      <p:pic>
        <p:nvPicPr>
          <p:cNvPr id="228" name="Google Shape;228;p3"/>
          <p:cNvPicPr preferRelativeResize="0"/>
          <p:nvPr>
            <p:ph idx="2" type="pic"/>
          </p:nvPr>
        </p:nvPicPr>
        <p:blipFill rotWithShape="1">
          <a:blip r:embed="rId3">
            <a:alphaModFix/>
          </a:blip>
          <a:srcRect b="36040" l="30318" r="25697" t="34656"/>
          <a:stretch/>
        </p:blipFill>
        <p:spPr>
          <a:xfrm>
            <a:off x="6588125" y="5589588"/>
            <a:ext cx="2555875" cy="1276350"/>
          </a:xfrm>
          <a:prstGeom prst="rect">
            <a:avLst/>
          </a:prstGeom>
          <a:noFill/>
          <a:ln>
            <a:noFill/>
          </a:ln>
        </p:spPr>
      </p:pic>
      <p:graphicFrame>
        <p:nvGraphicFramePr>
          <p:cNvPr id="229" name="Google Shape;229;p3"/>
          <p:cNvGraphicFramePr/>
          <p:nvPr/>
        </p:nvGraphicFramePr>
        <p:xfrm>
          <a:off x="539750" y="1484313"/>
          <a:ext cx="3000000" cy="3000000"/>
        </p:xfrm>
        <a:graphic>
          <a:graphicData uri="http://schemas.openxmlformats.org/drawingml/2006/table">
            <a:tbl>
              <a:tblPr bandRow="1" firstRow="1">
                <a:noFill/>
                <a:tableStyleId>{23B60981-4490-41B4-B5A1-42B63D20DCEB}</a:tableStyleId>
              </a:tblPr>
              <a:tblGrid>
                <a:gridCol w="7032650"/>
                <a:gridCol w="1031850"/>
              </a:tblGrid>
              <a:tr h="370925">
                <a:tc>
                  <a:txBody>
                    <a:bodyPr/>
                    <a:lstStyle/>
                    <a:p>
                      <a:pPr indent="0" lvl="0" marL="0" marR="0" rtl="0" algn="ctr">
                        <a:lnSpc>
                          <a:spcPct val="100000"/>
                        </a:lnSpc>
                        <a:spcBef>
                          <a:spcPts val="0"/>
                        </a:spcBef>
                        <a:spcAft>
                          <a:spcPts val="0"/>
                        </a:spcAft>
                        <a:buClr>
                          <a:schemeClr val="dk1"/>
                        </a:buClr>
                        <a:buSzPts val="1400"/>
                        <a:buFont typeface="EB Garamond"/>
                        <a:buNone/>
                      </a:pPr>
                      <a:r>
                        <a:rPr b="1" lang="en-US" sz="1400" u="none" cap="none" strike="noStrike">
                          <a:latin typeface="EB Garamond"/>
                          <a:ea typeface="EB Garamond"/>
                          <a:cs typeface="EB Garamond"/>
                          <a:sym typeface="EB Garamond"/>
                        </a:rPr>
                        <a:t>Lecture No &amp; Topic Name</a:t>
                      </a:r>
                      <a:endParaRPr b="1" sz="1400" u="none" cap="none" strike="noStrike">
                        <a:latin typeface="EB Garamond"/>
                        <a:ea typeface="EB Garamond"/>
                        <a:cs typeface="EB Garamond"/>
                        <a:sym typeface="EB Garamond"/>
                      </a:endParaRPr>
                    </a:p>
                  </a:txBody>
                  <a:tcPr marT="45725" marB="45725" marR="91450" marL="91450" anchor="ctr"/>
                </a:tc>
                <a:tc>
                  <a:txBody>
                    <a:bodyPr/>
                    <a:lstStyle/>
                    <a:p>
                      <a:pPr indent="0" lvl="0" marL="0" marR="0" rtl="0" algn="ctr">
                        <a:spcBef>
                          <a:spcPts val="0"/>
                        </a:spcBef>
                        <a:spcAft>
                          <a:spcPts val="0"/>
                        </a:spcAft>
                        <a:buNone/>
                      </a:pPr>
                      <a:r>
                        <a:rPr b="1" lang="en-US" sz="1400" u="none" cap="none" strike="noStrike">
                          <a:latin typeface="EB Garamond"/>
                          <a:ea typeface="EB Garamond"/>
                          <a:cs typeface="EB Garamond"/>
                          <a:sym typeface="EB Garamond"/>
                        </a:rPr>
                        <a:t>Slide No</a:t>
                      </a:r>
                      <a:endParaRPr/>
                    </a:p>
                  </a:txBody>
                  <a:tcPr marT="45725" marB="45725" marR="91450" marL="91450" anchor="ctr"/>
                </a:tc>
              </a:tr>
              <a:tr h="518175">
                <a:tc>
                  <a:txBody>
                    <a:bodyPr/>
                    <a:lstStyle/>
                    <a:p>
                      <a:pPr indent="0" lvl="0" marL="0" marR="0" rtl="0" algn="l">
                        <a:lnSpc>
                          <a:spcPct val="100000"/>
                        </a:lnSpc>
                        <a:spcBef>
                          <a:spcPts val="0"/>
                        </a:spcBef>
                        <a:spcAft>
                          <a:spcPts val="0"/>
                        </a:spcAft>
                        <a:buClr>
                          <a:schemeClr val="dk1"/>
                        </a:buClr>
                        <a:buSzPts val="1400"/>
                        <a:buFont typeface="Calibri"/>
                        <a:buNone/>
                      </a:pPr>
                      <a:r>
                        <a:t/>
                      </a:r>
                      <a:endParaRPr b="0" sz="1400" u="none" cap="none" strike="noStrike">
                        <a:latin typeface="EB Garamond"/>
                        <a:ea typeface="EB Garamond"/>
                        <a:cs typeface="EB Garamond"/>
                        <a:sym typeface="EB Garamond"/>
                      </a:endParaRPr>
                    </a:p>
                  </a:txBody>
                  <a:tcPr marT="45725" marB="45725" marR="91450" marL="91450" anchor="ctr"/>
                </a:tc>
                <a:tc>
                  <a:txBody>
                    <a:bodyPr/>
                    <a:lstStyle/>
                    <a:p>
                      <a:pPr indent="0" lvl="0" marL="0" marR="0" rtl="0" algn="ctr">
                        <a:spcBef>
                          <a:spcPts val="0"/>
                        </a:spcBef>
                        <a:spcAft>
                          <a:spcPts val="0"/>
                        </a:spcAft>
                        <a:buNone/>
                      </a:pPr>
                      <a:r>
                        <a:t/>
                      </a:r>
                      <a:endParaRPr b="0" sz="1400" u="none" cap="none" strike="noStrike">
                        <a:latin typeface="EB Garamond"/>
                        <a:ea typeface="EB Garamond"/>
                        <a:cs typeface="EB Garamond"/>
                        <a:sym typeface="EB Garamond"/>
                      </a:endParaRPr>
                    </a:p>
                  </a:txBody>
                  <a:tcPr marT="45725" marB="45725" marR="91450" marL="91450" anchor="ctr"/>
                </a:tc>
              </a:tr>
              <a:tr h="370925">
                <a:tc>
                  <a:txBody>
                    <a:bodyPr/>
                    <a:lstStyle/>
                    <a:p>
                      <a:pPr indent="0" lvl="0" marL="0" marR="0" rtl="0" algn="l">
                        <a:lnSpc>
                          <a:spcPct val="100000"/>
                        </a:lnSpc>
                        <a:spcBef>
                          <a:spcPts val="0"/>
                        </a:spcBef>
                        <a:spcAft>
                          <a:spcPts val="0"/>
                        </a:spcAft>
                        <a:buClr>
                          <a:schemeClr val="dk1"/>
                        </a:buClr>
                        <a:buSzPts val="1400"/>
                        <a:buFont typeface="Calibri"/>
                        <a:buNone/>
                      </a:pPr>
                      <a:r>
                        <a:t/>
                      </a:r>
                      <a:endParaRPr b="0" sz="1400" u="none" cap="none" strike="noStrike">
                        <a:latin typeface="EB Garamond"/>
                        <a:ea typeface="EB Garamond"/>
                        <a:cs typeface="EB Garamond"/>
                        <a:sym typeface="EB Garamond"/>
                      </a:endParaRPr>
                    </a:p>
                  </a:txBody>
                  <a:tcPr marT="45725" marB="45725" marR="91450" marL="91450" anchor="ctr"/>
                </a:tc>
                <a:tc>
                  <a:txBody>
                    <a:bodyPr/>
                    <a:lstStyle/>
                    <a:p>
                      <a:pPr indent="0" lvl="0" marL="0" marR="0" rtl="0" algn="ctr">
                        <a:spcBef>
                          <a:spcPts val="0"/>
                        </a:spcBef>
                        <a:spcAft>
                          <a:spcPts val="0"/>
                        </a:spcAft>
                        <a:buNone/>
                      </a:pPr>
                      <a:r>
                        <a:t/>
                      </a:r>
                      <a:endParaRPr b="0" sz="1400" u="none" cap="none" strike="noStrike">
                        <a:latin typeface="EB Garamond"/>
                        <a:ea typeface="EB Garamond"/>
                        <a:cs typeface="EB Garamond"/>
                        <a:sym typeface="EB Garamond"/>
                      </a:endParaRPr>
                    </a:p>
                  </a:txBody>
                  <a:tcPr marT="45725" marB="45725" marR="91450" marL="91450" anchor="ctr"/>
                </a:tc>
              </a:tr>
              <a:tr h="370925">
                <a:tc>
                  <a:txBody>
                    <a:bodyPr/>
                    <a:lstStyle/>
                    <a:p>
                      <a:pPr indent="0" lvl="0" marL="0" marR="0" rtl="0" algn="l">
                        <a:lnSpc>
                          <a:spcPct val="100000"/>
                        </a:lnSpc>
                        <a:spcBef>
                          <a:spcPts val="0"/>
                        </a:spcBef>
                        <a:spcAft>
                          <a:spcPts val="0"/>
                        </a:spcAft>
                        <a:buClr>
                          <a:schemeClr val="dk1"/>
                        </a:buClr>
                        <a:buSzPts val="1400"/>
                        <a:buFont typeface="Calibri"/>
                        <a:buNone/>
                      </a:pPr>
                      <a:r>
                        <a:t/>
                      </a:r>
                      <a:endParaRPr b="0" sz="1400" u="none" cap="none" strike="noStrike">
                        <a:latin typeface="EB Garamond"/>
                        <a:ea typeface="EB Garamond"/>
                        <a:cs typeface="EB Garamond"/>
                        <a:sym typeface="EB Garamond"/>
                      </a:endParaRPr>
                    </a:p>
                  </a:txBody>
                  <a:tcPr marT="45725" marB="45725" marR="91450" marL="91450" anchor="ctr"/>
                </a:tc>
                <a:tc>
                  <a:txBody>
                    <a:bodyPr/>
                    <a:lstStyle/>
                    <a:p>
                      <a:pPr indent="0" lvl="0" marL="0" marR="0" rtl="0" algn="ctr">
                        <a:spcBef>
                          <a:spcPts val="0"/>
                        </a:spcBef>
                        <a:spcAft>
                          <a:spcPts val="0"/>
                        </a:spcAft>
                        <a:buNone/>
                      </a:pPr>
                      <a:r>
                        <a:t/>
                      </a:r>
                      <a:endParaRPr b="0" sz="1400" u="none" cap="none" strike="noStrike">
                        <a:latin typeface="EB Garamond"/>
                        <a:ea typeface="EB Garamond"/>
                        <a:cs typeface="EB Garamond"/>
                        <a:sym typeface="EB Garamond"/>
                      </a:endParaRPr>
                    </a:p>
                  </a:txBody>
                  <a:tcPr marT="45725" marB="45725" marR="91450" marL="91450" anchor="ctr"/>
                </a:tc>
              </a:tr>
              <a:tr h="370925">
                <a:tc>
                  <a:txBody>
                    <a:bodyPr/>
                    <a:lstStyle/>
                    <a:p>
                      <a:pPr indent="0" lvl="0" marL="0" marR="0" rtl="0" algn="l">
                        <a:lnSpc>
                          <a:spcPct val="100000"/>
                        </a:lnSpc>
                        <a:spcBef>
                          <a:spcPts val="0"/>
                        </a:spcBef>
                        <a:spcAft>
                          <a:spcPts val="0"/>
                        </a:spcAft>
                        <a:buClr>
                          <a:schemeClr val="dk1"/>
                        </a:buClr>
                        <a:buSzPts val="1400"/>
                        <a:buFont typeface="Calibri"/>
                        <a:buNone/>
                      </a:pPr>
                      <a:r>
                        <a:t/>
                      </a:r>
                      <a:endParaRPr b="0" sz="1400" u="none" cap="none" strike="noStrike">
                        <a:latin typeface="EB Garamond"/>
                        <a:ea typeface="EB Garamond"/>
                        <a:cs typeface="EB Garamond"/>
                        <a:sym typeface="EB Garamond"/>
                      </a:endParaRPr>
                    </a:p>
                  </a:txBody>
                  <a:tcPr marT="45725" marB="45725" marR="91450" marL="91450" anchor="ctr"/>
                </a:tc>
                <a:tc>
                  <a:txBody>
                    <a:bodyPr/>
                    <a:lstStyle/>
                    <a:p>
                      <a:pPr indent="0" lvl="0" marL="0" marR="0" rtl="0" algn="ctr">
                        <a:spcBef>
                          <a:spcPts val="0"/>
                        </a:spcBef>
                        <a:spcAft>
                          <a:spcPts val="0"/>
                        </a:spcAft>
                        <a:buNone/>
                      </a:pPr>
                      <a:r>
                        <a:t/>
                      </a:r>
                      <a:endParaRPr b="0" sz="1400" u="none" cap="none" strike="noStrike">
                        <a:latin typeface="EB Garamond"/>
                        <a:ea typeface="EB Garamond"/>
                        <a:cs typeface="EB Garamond"/>
                        <a:sym typeface="EB Garamond"/>
                      </a:endParaRPr>
                    </a:p>
                  </a:txBody>
                  <a:tcPr marT="45725" marB="45725" marR="91450" marL="91450" anchor="ctr"/>
                </a:tc>
              </a:tr>
              <a:tr h="370925">
                <a:tc>
                  <a:txBody>
                    <a:bodyPr/>
                    <a:lstStyle/>
                    <a:p>
                      <a:pPr indent="0" lvl="0" marL="0" marR="0" rtl="0" algn="l">
                        <a:lnSpc>
                          <a:spcPct val="100000"/>
                        </a:lnSpc>
                        <a:spcBef>
                          <a:spcPts val="0"/>
                        </a:spcBef>
                        <a:spcAft>
                          <a:spcPts val="0"/>
                        </a:spcAft>
                        <a:buClr>
                          <a:schemeClr val="dk1"/>
                        </a:buClr>
                        <a:buSzPts val="1400"/>
                        <a:buFont typeface="Calibri"/>
                        <a:buNone/>
                      </a:pPr>
                      <a:r>
                        <a:t/>
                      </a:r>
                      <a:endParaRPr b="0" sz="1400" u="none" cap="none" strike="noStrike">
                        <a:latin typeface="EB Garamond"/>
                        <a:ea typeface="EB Garamond"/>
                        <a:cs typeface="EB Garamond"/>
                        <a:sym typeface="EB Garamond"/>
                      </a:endParaRPr>
                    </a:p>
                  </a:txBody>
                  <a:tcPr marT="45725" marB="45725" marR="91450" marL="91450" anchor="ctr"/>
                </a:tc>
                <a:tc>
                  <a:txBody>
                    <a:bodyPr/>
                    <a:lstStyle/>
                    <a:p>
                      <a:pPr indent="0" lvl="0" marL="0" marR="0" rtl="0" algn="ctr">
                        <a:spcBef>
                          <a:spcPts val="0"/>
                        </a:spcBef>
                        <a:spcAft>
                          <a:spcPts val="0"/>
                        </a:spcAft>
                        <a:buNone/>
                      </a:pPr>
                      <a:r>
                        <a:t/>
                      </a:r>
                      <a:endParaRPr b="0" sz="1400" u="none" cap="none" strike="noStrike">
                        <a:latin typeface="EB Garamond"/>
                        <a:ea typeface="EB Garamond"/>
                        <a:cs typeface="EB Garamond"/>
                        <a:sym typeface="EB Garamond"/>
                      </a:endParaRPr>
                    </a:p>
                  </a:txBody>
                  <a:tcPr marT="45725" marB="45725" marR="91450" marL="91450" anchor="ctr"/>
                </a:tc>
              </a:tr>
              <a:tr h="370925">
                <a:tc>
                  <a:txBody>
                    <a:bodyPr/>
                    <a:lstStyle/>
                    <a:p>
                      <a:pPr indent="0" lvl="0" marL="0" marR="0" rtl="0" algn="l">
                        <a:lnSpc>
                          <a:spcPct val="100000"/>
                        </a:lnSpc>
                        <a:spcBef>
                          <a:spcPts val="0"/>
                        </a:spcBef>
                        <a:spcAft>
                          <a:spcPts val="0"/>
                        </a:spcAft>
                        <a:buClr>
                          <a:schemeClr val="dk1"/>
                        </a:buClr>
                        <a:buSzPts val="1400"/>
                        <a:buFont typeface="Calibri"/>
                        <a:buNone/>
                      </a:pPr>
                      <a:r>
                        <a:t/>
                      </a:r>
                      <a:endParaRPr b="0" sz="1400" u="none" cap="none" strike="noStrike">
                        <a:latin typeface="EB Garamond"/>
                        <a:ea typeface="EB Garamond"/>
                        <a:cs typeface="EB Garamond"/>
                        <a:sym typeface="EB Garamond"/>
                      </a:endParaRPr>
                    </a:p>
                  </a:txBody>
                  <a:tcPr marT="45725" marB="45725" marR="91450" marL="91450" anchor="ctr"/>
                </a:tc>
                <a:tc>
                  <a:txBody>
                    <a:bodyPr/>
                    <a:lstStyle/>
                    <a:p>
                      <a:pPr indent="0" lvl="0" marL="0" marR="0" rtl="0" algn="ctr">
                        <a:spcBef>
                          <a:spcPts val="0"/>
                        </a:spcBef>
                        <a:spcAft>
                          <a:spcPts val="0"/>
                        </a:spcAft>
                        <a:buNone/>
                      </a:pPr>
                      <a:r>
                        <a:t/>
                      </a:r>
                      <a:endParaRPr b="0" sz="1400" u="none" cap="none" strike="noStrike">
                        <a:latin typeface="EB Garamond"/>
                        <a:ea typeface="EB Garamond"/>
                        <a:cs typeface="EB Garamond"/>
                        <a:sym typeface="EB Garamond"/>
                      </a:endParaRPr>
                    </a:p>
                  </a:txBody>
                  <a:tcPr marT="45725" marB="45725" marR="91450" marL="91450" anchor="ctr"/>
                </a:tc>
              </a:tr>
              <a:tr h="370925">
                <a:tc>
                  <a:txBody>
                    <a:bodyPr/>
                    <a:lstStyle/>
                    <a:p>
                      <a:pPr indent="0" lvl="0" marL="0" marR="0" rtl="0" algn="l">
                        <a:lnSpc>
                          <a:spcPct val="100000"/>
                        </a:lnSpc>
                        <a:spcBef>
                          <a:spcPts val="0"/>
                        </a:spcBef>
                        <a:spcAft>
                          <a:spcPts val="0"/>
                        </a:spcAft>
                        <a:buClr>
                          <a:schemeClr val="dk1"/>
                        </a:buClr>
                        <a:buSzPts val="1400"/>
                        <a:buFont typeface="Calibri"/>
                        <a:buNone/>
                      </a:pPr>
                      <a:r>
                        <a:t/>
                      </a:r>
                      <a:endParaRPr b="0" sz="1400" u="none" cap="none" strike="noStrike">
                        <a:latin typeface="EB Garamond"/>
                        <a:ea typeface="EB Garamond"/>
                        <a:cs typeface="EB Garamond"/>
                        <a:sym typeface="EB Garamond"/>
                      </a:endParaRPr>
                    </a:p>
                  </a:txBody>
                  <a:tcPr marT="45725" marB="45725" marR="91450" marL="91450" anchor="ctr"/>
                </a:tc>
                <a:tc>
                  <a:txBody>
                    <a:bodyPr/>
                    <a:lstStyle/>
                    <a:p>
                      <a:pPr indent="0" lvl="0" marL="0" marR="0" rtl="0" algn="ctr">
                        <a:spcBef>
                          <a:spcPts val="0"/>
                        </a:spcBef>
                        <a:spcAft>
                          <a:spcPts val="0"/>
                        </a:spcAft>
                        <a:buNone/>
                      </a:pPr>
                      <a:r>
                        <a:t/>
                      </a:r>
                      <a:endParaRPr b="0" sz="1400" u="none" cap="none" strike="noStrike">
                        <a:latin typeface="EB Garamond"/>
                        <a:ea typeface="EB Garamond"/>
                        <a:cs typeface="EB Garamond"/>
                        <a:sym typeface="EB Garamond"/>
                      </a:endParaRPr>
                    </a:p>
                  </a:txBody>
                  <a:tcPr marT="45725" marB="45725" marR="91450" marL="91450" anchor="ctr"/>
                </a:tc>
              </a:tr>
              <a:tr h="370925">
                <a:tc>
                  <a:txBody>
                    <a:bodyPr/>
                    <a:lstStyle/>
                    <a:p>
                      <a:pPr indent="0" lvl="0" marL="0" marR="0" rtl="0" algn="l">
                        <a:lnSpc>
                          <a:spcPct val="100000"/>
                        </a:lnSpc>
                        <a:spcBef>
                          <a:spcPts val="0"/>
                        </a:spcBef>
                        <a:spcAft>
                          <a:spcPts val="0"/>
                        </a:spcAft>
                        <a:buClr>
                          <a:schemeClr val="dk1"/>
                        </a:buClr>
                        <a:buSzPts val="1400"/>
                        <a:buFont typeface="Calibri"/>
                        <a:buNone/>
                      </a:pPr>
                      <a:r>
                        <a:t/>
                      </a:r>
                      <a:endParaRPr b="0" sz="1400" u="none" cap="none" strike="noStrike">
                        <a:latin typeface="EB Garamond"/>
                        <a:ea typeface="EB Garamond"/>
                        <a:cs typeface="EB Garamond"/>
                        <a:sym typeface="EB Garamond"/>
                      </a:endParaRPr>
                    </a:p>
                  </a:txBody>
                  <a:tcPr marT="45725" marB="45725" marR="91450" marL="91450" anchor="ctr"/>
                </a:tc>
                <a:tc>
                  <a:txBody>
                    <a:bodyPr/>
                    <a:lstStyle/>
                    <a:p>
                      <a:pPr indent="0" lvl="0" marL="0" marR="0" rtl="0" algn="ctr">
                        <a:spcBef>
                          <a:spcPts val="0"/>
                        </a:spcBef>
                        <a:spcAft>
                          <a:spcPts val="0"/>
                        </a:spcAft>
                        <a:buNone/>
                      </a:pPr>
                      <a:r>
                        <a:t/>
                      </a:r>
                      <a:endParaRPr b="0" sz="1400" u="none" cap="none" strike="noStrike">
                        <a:latin typeface="EB Garamond"/>
                        <a:ea typeface="EB Garamond"/>
                        <a:cs typeface="EB Garamond"/>
                        <a:sym typeface="EB Garamond"/>
                      </a:endParaRPr>
                    </a:p>
                  </a:txBody>
                  <a:tcPr marT="45725" marB="45725" marR="91450" marL="91450" anchor="ctr"/>
                </a:tc>
              </a:tr>
              <a:tr h="370925">
                <a:tc>
                  <a:txBody>
                    <a:bodyPr/>
                    <a:lstStyle/>
                    <a:p>
                      <a:pPr indent="0" lvl="0" marL="0" marR="0" rtl="0" algn="l">
                        <a:lnSpc>
                          <a:spcPct val="100000"/>
                        </a:lnSpc>
                        <a:spcBef>
                          <a:spcPts val="0"/>
                        </a:spcBef>
                        <a:spcAft>
                          <a:spcPts val="0"/>
                        </a:spcAft>
                        <a:buClr>
                          <a:schemeClr val="dk1"/>
                        </a:buClr>
                        <a:buSzPts val="1400"/>
                        <a:buFont typeface="Calibri"/>
                        <a:buNone/>
                      </a:pPr>
                      <a:r>
                        <a:t/>
                      </a:r>
                      <a:endParaRPr b="0" sz="1400" u="none" cap="none" strike="noStrike">
                        <a:latin typeface="EB Garamond"/>
                        <a:ea typeface="EB Garamond"/>
                        <a:cs typeface="EB Garamond"/>
                        <a:sym typeface="EB Garamond"/>
                      </a:endParaRPr>
                    </a:p>
                  </a:txBody>
                  <a:tcPr marT="45725" marB="45725" marR="91450" marL="91450" anchor="ctr"/>
                </a:tc>
                <a:tc>
                  <a:txBody>
                    <a:bodyPr/>
                    <a:lstStyle/>
                    <a:p>
                      <a:pPr indent="0" lvl="0" marL="0" marR="0" rtl="0" algn="ctr">
                        <a:spcBef>
                          <a:spcPts val="0"/>
                        </a:spcBef>
                        <a:spcAft>
                          <a:spcPts val="0"/>
                        </a:spcAft>
                        <a:buNone/>
                      </a:pPr>
                      <a:r>
                        <a:t/>
                      </a:r>
                      <a:endParaRPr b="0" sz="1400" u="none" cap="none" strike="noStrike">
                        <a:latin typeface="EB Garamond"/>
                        <a:ea typeface="EB Garamond"/>
                        <a:cs typeface="EB Garamond"/>
                        <a:sym typeface="EB Garamond"/>
                      </a:endParaRPr>
                    </a:p>
                  </a:txBody>
                  <a:tcPr marT="45725" marB="45725" marR="91450" marL="91450" anchor="ctr"/>
                </a:tc>
              </a:tr>
              <a:tr h="370925">
                <a:tc>
                  <a:txBody>
                    <a:bodyPr/>
                    <a:lstStyle/>
                    <a:p>
                      <a:pPr indent="0" lvl="0" marL="0" marR="0" rtl="0" algn="l">
                        <a:lnSpc>
                          <a:spcPct val="100000"/>
                        </a:lnSpc>
                        <a:spcBef>
                          <a:spcPts val="0"/>
                        </a:spcBef>
                        <a:spcAft>
                          <a:spcPts val="0"/>
                        </a:spcAft>
                        <a:buClr>
                          <a:schemeClr val="dk1"/>
                        </a:buClr>
                        <a:buSzPts val="1400"/>
                        <a:buFont typeface="Calibri"/>
                        <a:buNone/>
                      </a:pPr>
                      <a:r>
                        <a:t/>
                      </a:r>
                      <a:endParaRPr b="0" sz="1400" u="none" cap="none" strike="noStrike">
                        <a:latin typeface="EB Garamond"/>
                        <a:ea typeface="EB Garamond"/>
                        <a:cs typeface="EB Garamond"/>
                        <a:sym typeface="EB Garamond"/>
                      </a:endParaRPr>
                    </a:p>
                  </a:txBody>
                  <a:tcPr marT="45725" marB="45725" marR="91450" marL="91450" anchor="ctr"/>
                </a:tc>
                <a:tc>
                  <a:txBody>
                    <a:bodyPr/>
                    <a:lstStyle/>
                    <a:p>
                      <a:pPr indent="0" lvl="0" marL="0" marR="0" rtl="0" algn="ctr">
                        <a:spcBef>
                          <a:spcPts val="0"/>
                        </a:spcBef>
                        <a:spcAft>
                          <a:spcPts val="0"/>
                        </a:spcAft>
                        <a:buNone/>
                      </a:pPr>
                      <a:r>
                        <a:t/>
                      </a:r>
                      <a:endParaRPr b="0" sz="1400" u="none" cap="none" strike="noStrike">
                        <a:latin typeface="EB Garamond"/>
                        <a:ea typeface="EB Garamond"/>
                        <a:cs typeface="EB Garamond"/>
                        <a:sym typeface="EB Garamond"/>
                      </a:endParaRPr>
                    </a:p>
                  </a:txBody>
                  <a:tcPr marT="45725" marB="45725" marR="91450" marL="91450" anchor="ctr"/>
                </a:tc>
              </a:tr>
            </a:tbl>
          </a:graphicData>
        </a:graphic>
      </p:graphicFrame>
      <p:sp>
        <p:nvSpPr>
          <p:cNvPr id="230" name="Google Shape;230;p3"/>
          <p:cNvSpPr txBox="1"/>
          <p:nvPr>
            <p:ph idx="11" type="ftr"/>
          </p:nvPr>
        </p:nvSpPr>
        <p:spPr>
          <a:xfrm>
            <a:off x="1028700" y="6356350"/>
            <a:ext cx="2895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
          <p:cNvSpPr txBox="1"/>
          <p:nvPr>
            <p:ph type="title"/>
          </p:nvPr>
        </p:nvSpPr>
        <p:spPr>
          <a:xfrm>
            <a:off x="457200" y="333375"/>
            <a:ext cx="8229600" cy="8223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a:t>Unit No:1</a:t>
            </a:r>
            <a:endParaRPr/>
          </a:p>
        </p:txBody>
      </p:sp>
      <p:sp>
        <p:nvSpPr>
          <p:cNvPr id="236" name="Google Shape;236;p4"/>
          <p:cNvSpPr txBox="1"/>
          <p:nvPr/>
        </p:nvSpPr>
        <p:spPr>
          <a:xfrm>
            <a:off x="446088" y="2857500"/>
            <a:ext cx="8229600" cy="85883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4800"/>
              <a:buFont typeface="Arial"/>
              <a:buNone/>
            </a:pPr>
            <a:r>
              <a:rPr b="1" i="0" lang="en-US" sz="4800" u="none" cap="none" strike="noStrike">
                <a:solidFill>
                  <a:srgbClr val="FFFFFF"/>
                </a:solidFill>
                <a:latin typeface="EB Garamond"/>
                <a:ea typeface="EB Garamond"/>
                <a:cs typeface="EB Garamond"/>
                <a:sym typeface="EB Garamond"/>
              </a:rPr>
              <a:t>Lecture No: 1 </a:t>
            </a:r>
            <a:endParaRPr/>
          </a:p>
          <a:p>
            <a:pPr indent="0" lvl="0" marL="0" marR="0" rtl="0" algn="l">
              <a:lnSpc>
                <a:spcPct val="100000"/>
              </a:lnSpc>
              <a:spcBef>
                <a:spcPts val="0"/>
              </a:spcBef>
              <a:spcAft>
                <a:spcPts val="0"/>
              </a:spcAft>
              <a:buClr>
                <a:schemeClr val="dk1"/>
              </a:buClr>
              <a:buSzPts val="4800"/>
              <a:buFont typeface="Arial"/>
              <a:buNone/>
            </a:pPr>
            <a:r>
              <a:t/>
            </a:r>
            <a:endParaRPr b="1" i="0" sz="4800" u="none" cap="none" strike="noStrike">
              <a:solidFill>
                <a:srgbClr val="FFFFFF"/>
              </a:solidFill>
              <a:latin typeface="EB Garamond"/>
              <a:ea typeface="EB Garamond"/>
              <a:cs typeface="EB Garamond"/>
              <a:sym typeface="EB Garamo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5"/>
          <p:cNvSpPr txBox="1"/>
          <p:nvPr>
            <p:ph type="title"/>
          </p:nvPr>
        </p:nvSpPr>
        <p:spPr>
          <a:xfrm>
            <a:off x="457200" y="332655"/>
            <a:ext cx="8229600" cy="82258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lt1"/>
              </a:buClr>
              <a:buSzPts val="2000"/>
              <a:buFont typeface="EB Garamond"/>
              <a:buNone/>
            </a:pPr>
            <a:r>
              <a:rPr lang="en-US"/>
              <a:t>Content</a:t>
            </a:r>
            <a:endParaRPr/>
          </a:p>
        </p:txBody>
      </p:sp>
      <p:sp>
        <p:nvSpPr>
          <p:cNvPr id="242" name="Google Shape;242;p5"/>
          <p:cNvSpPr/>
          <p:nvPr/>
        </p:nvSpPr>
        <p:spPr>
          <a:xfrm>
            <a:off x="457200" y="1326379"/>
            <a:ext cx="6320672" cy="4801314"/>
          </a:xfrm>
          <a:prstGeom prst="rect">
            <a:avLst/>
          </a:prstGeom>
          <a:noFill/>
          <a:ln>
            <a:noFill/>
          </a:ln>
        </p:spPr>
        <p:txBody>
          <a:bodyPr anchorCtr="0" anchor="t" bIns="45700" lIns="91425" spcFirstLastPara="1" rIns="91425" wrap="square" tIns="45700">
            <a:spAutoFit/>
          </a:bodyPr>
          <a:lstStyle/>
          <a:p>
            <a:pPr indent="0" lvl="0" marL="67945" marR="0" rtl="0" algn="just">
              <a:spcBef>
                <a:spcPts val="0"/>
              </a:spcBef>
              <a:spcAft>
                <a:spcPts val="0"/>
              </a:spcAft>
              <a:buNone/>
            </a:pPr>
            <a:r>
              <a:rPr b="1" i="0" lang="en-US" sz="1800" u="none" cap="none" strike="noStrike">
                <a:solidFill>
                  <a:schemeClr val="lt1"/>
                </a:solidFill>
                <a:latin typeface="Times New Roman"/>
                <a:ea typeface="Times New Roman"/>
                <a:cs typeface="Times New Roman"/>
                <a:sym typeface="Times New Roman"/>
              </a:rPr>
              <a:t>Java Database Connectivity</a:t>
            </a:r>
            <a:endParaRPr b="0" i="0" sz="1800" u="none" cap="none" strike="noStrike">
              <a:solidFill>
                <a:schemeClr val="lt1"/>
              </a:solidFill>
              <a:latin typeface="Calibri"/>
              <a:ea typeface="Calibri"/>
              <a:cs typeface="Calibri"/>
              <a:sym typeface="Calibri"/>
            </a:endParaRPr>
          </a:p>
          <a:p>
            <a:pPr indent="0" lvl="0" marL="0" marR="0" rtl="0" algn="l">
              <a:spcBef>
                <a:spcPts val="0"/>
              </a:spcBef>
              <a:spcAft>
                <a:spcPts val="0"/>
              </a:spcAft>
              <a:buNone/>
            </a:pPr>
            <a:r>
              <a:rPr b="0" i="0" lang="en-US" sz="1800" u="none" cap="none" strike="noStrike">
                <a:solidFill>
                  <a:schemeClr val="lt1"/>
                </a:solidFill>
                <a:latin typeface="Times New Roman"/>
                <a:ea typeface="Times New Roman"/>
                <a:cs typeface="Times New Roman"/>
                <a:sym typeface="Times New Roman"/>
              </a:rPr>
              <a:t>  Introduction to JDBC and its role in Java applications</a:t>
            </a:r>
            <a:endParaRPr sz="1800">
              <a:solidFill>
                <a:schemeClr val="lt1"/>
              </a:solidFill>
              <a:latin typeface="Calibri"/>
              <a:ea typeface="Calibri"/>
              <a:cs typeface="Calibri"/>
              <a:sym typeface="Calibri"/>
            </a:endParaRPr>
          </a:p>
          <a:p>
            <a:pPr indent="0" lvl="0" marL="0" marR="0" rtl="0" algn="l">
              <a:spcBef>
                <a:spcPts val="0"/>
              </a:spcBef>
              <a:spcAft>
                <a:spcPts val="0"/>
              </a:spcAft>
              <a:buNone/>
            </a:pPr>
            <a:r>
              <a:rPr lang="en-US" sz="1800">
                <a:solidFill>
                  <a:schemeClr val="lt1"/>
                </a:solidFill>
                <a:latin typeface="Times New Roman"/>
                <a:ea typeface="Times New Roman"/>
                <a:cs typeface="Times New Roman"/>
                <a:sym typeface="Times New Roman"/>
              </a:rPr>
              <a:t>  JDBC architecture and components</a:t>
            </a:r>
            <a:endParaRPr sz="1800">
              <a:solidFill>
                <a:schemeClr val="lt1"/>
              </a:solidFill>
              <a:latin typeface="Calibri"/>
              <a:ea typeface="Calibri"/>
              <a:cs typeface="Calibri"/>
              <a:sym typeface="Calibri"/>
            </a:endParaRPr>
          </a:p>
          <a:p>
            <a:pPr indent="0" lvl="0" marL="0" marR="0" rtl="0" algn="l">
              <a:spcBef>
                <a:spcPts val="0"/>
              </a:spcBef>
              <a:spcAft>
                <a:spcPts val="0"/>
              </a:spcAft>
              <a:buNone/>
            </a:pPr>
            <a:r>
              <a:rPr lang="en-US" sz="1800">
                <a:solidFill>
                  <a:schemeClr val="lt1"/>
                </a:solidFill>
                <a:latin typeface="Times New Roman"/>
                <a:ea typeface="Times New Roman"/>
                <a:cs typeface="Times New Roman"/>
                <a:sym typeface="Times New Roman"/>
              </a:rPr>
              <a:t>  Types of JDBC drivers</a:t>
            </a:r>
            <a:endParaRPr sz="1800">
              <a:solidFill>
                <a:schemeClr val="lt1"/>
              </a:solidFill>
              <a:latin typeface="Calibri"/>
              <a:ea typeface="Calibri"/>
              <a:cs typeface="Calibri"/>
              <a:sym typeface="Calibri"/>
            </a:endParaRPr>
          </a:p>
          <a:p>
            <a:pPr indent="0" lvl="0" marL="0" marR="0" rtl="0" algn="l">
              <a:spcBef>
                <a:spcPts val="0"/>
              </a:spcBef>
              <a:spcAft>
                <a:spcPts val="0"/>
              </a:spcAft>
              <a:buNone/>
            </a:pPr>
            <a:r>
              <a:rPr lang="en-US" sz="1800">
                <a:solidFill>
                  <a:schemeClr val="lt1"/>
                </a:solidFill>
                <a:latin typeface="Times New Roman"/>
                <a:ea typeface="Times New Roman"/>
                <a:cs typeface="Times New Roman"/>
                <a:sym typeface="Times New Roman"/>
              </a:rPr>
              <a:t>  Steps to create a JDBC application</a:t>
            </a:r>
            <a:endParaRPr sz="1800">
              <a:solidFill>
                <a:schemeClr val="lt1"/>
              </a:solidFill>
              <a:latin typeface="Calibri"/>
              <a:ea typeface="Calibri"/>
              <a:cs typeface="Calibri"/>
              <a:sym typeface="Calibri"/>
            </a:endParaRPr>
          </a:p>
          <a:p>
            <a:pPr indent="0" lvl="0" marL="0" marR="0" rtl="0" algn="l">
              <a:spcBef>
                <a:spcPts val="0"/>
              </a:spcBef>
              <a:spcAft>
                <a:spcPts val="0"/>
              </a:spcAft>
              <a:buNone/>
            </a:pPr>
            <a:r>
              <a:rPr lang="en-US" sz="1800">
                <a:solidFill>
                  <a:schemeClr val="lt1"/>
                </a:solidFill>
                <a:latin typeface="Times New Roman"/>
                <a:ea typeface="Times New Roman"/>
                <a:cs typeface="Times New Roman"/>
                <a:sym typeface="Times New Roman"/>
              </a:rPr>
              <a:t>  Types of JDBC statements:</a:t>
            </a:r>
            <a:endParaRPr sz="1800">
              <a:solidFill>
                <a:schemeClr val="lt1"/>
              </a:solidFill>
              <a:latin typeface="Calibri"/>
              <a:ea typeface="Calibri"/>
              <a:cs typeface="Calibri"/>
              <a:sym typeface="Calibri"/>
            </a:endParaRPr>
          </a:p>
          <a:p>
            <a:pPr indent="-114300" lvl="0" marL="0" marR="0" rtl="0" algn="l">
              <a:spcBef>
                <a:spcPts val="0"/>
              </a:spcBef>
              <a:spcAft>
                <a:spcPts val="0"/>
              </a:spcAft>
              <a:buClr>
                <a:schemeClr val="lt1"/>
              </a:buClr>
              <a:buSzPts val="1800"/>
              <a:buFont typeface="Arial"/>
              <a:buChar char="•"/>
            </a:pPr>
            <a:r>
              <a:rPr lang="en-US" sz="1800">
                <a:solidFill>
                  <a:schemeClr val="lt1"/>
                </a:solidFill>
                <a:latin typeface="Times New Roman"/>
                <a:ea typeface="Times New Roman"/>
                <a:cs typeface="Times New Roman"/>
                <a:sym typeface="Times New Roman"/>
              </a:rPr>
              <a:t>Statement</a:t>
            </a:r>
            <a:endParaRPr sz="1200">
              <a:solidFill>
                <a:schemeClr val="lt1"/>
              </a:solidFill>
              <a:latin typeface="Noto Sans Symbols"/>
              <a:ea typeface="Noto Sans Symbols"/>
              <a:cs typeface="Noto Sans Symbols"/>
              <a:sym typeface="Noto Sans Symbols"/>
            </a:endParaRPr>
          </a:p>
          <a:p>
            <a:pPr indent="-114300" lvl="0" marL="0" marR="0" rtl="0" algn="l">
              <a:spcBef>
                <a:spcPts val="0"/>
              </a:spcBef>
              <a:spcAft>
                <a:spcPts val="0"/>
              </a:spcAft>
              <a:buClr>
                <a:schemeClr val="lt1"/>
              </a:buClr>
              <a:buSzPts val="1800"/>
              <a:buFont typeface="Arial"/>
              <a:buChar char="•"/>
            </a:pPr>
            <a:r>
              <a:rPr lang="en-US" sz="1800">
                <a:solidFill>
                  <a:schemeClr val="lt1"/>
                </a:solidFill>
                <a:latin typeface="Times New Roman"/>
                <a:ea typeface="Times New Roman"/>
                <a:cs typeface="Times New Roman"/>
                <a:sym typeface="Times New Roman"/>
              </a:rPr>
              <a:t>PreparedStatement</a:t>
            </a:r>
            <a:endParaRPr sz="1200">
              <a:solidFill>
                <a:schemeClr val="lt1"/>
              </a:solidFill>
              <a:latin typeface="Noto Sans Symbols"/>
              <a:ea typeface="Noto Sans Symbols"/>
              <a:cs typeface="Noto Sans Symbols"/>
              <a:sym typeface="Noto Sans Symbols"/>
            </a:endParaRPr>
          </a:p>
          <a:p>
            <a:pPr indent="-114300" lvl="0" marL="0" marR="0" rtl="0" algn="l">
              <a:spcBef>
                <a:spcPts val="0"/>
              </a:spcBef>
              <a:spcAft>
                <a:spcPts val="0"/>
              </a:spcAft>
              <a:buClr>
                <a:schemeClr val="lt1"/>
              </a:buClr>
              <a:buSzPts val="1800"/>
              <a:buFont typeface="Arial"/>
              <a:buChar char="•"/>
            </a:pPr>
            <a:r>
              <a:rPr lang="en-US" sz="1800">
                <a:solidFill>
                  <a:schemeClr val="lt1"/>
                </a:solidFill>
                <a:latin typeface="Times New Roman"/>
                <a:ea typeface="Times New Roman"/>
                <a:cs typeface="Times New Roman"/>
                <a:sym typeface="Times New Roman"/>
              </a:rPr>
              <a:t>CallableStatement</a:t>
            </a:r>
            <a:endParaRPr sz="1200">
              <a:solidFill>
                <a:schemeClr val="lt1"/>
              </a:solidFill>
              <a:latin typeface="Noto Sans Symbols"/>
              <a:ea typeface="Noto Sans Symbols"/>
              <a:cs typeface="Noto Sans Symbols"/>
              <a:sym typeface="Noto Sans Symbols"/>
            </a:endParaRPr>
          </a:p>
          <a:p>
            <a:pPr indent="0" lvl="0" marL="0" marR="0" rtl="0" algn="l">
              <a:spcBef>
                <a:spcPts val="0"/>
              </a:spcBef>
              <a:spcAft>
                <a:spcPts val="0"/>
              </a:spcAft>
              <a:buNone/>
            </a:pPr>
            <a:r>
              <a:rPr lang="en-US" sz="1800">
                <a:solidFill>
                  <a:schemeClr val="lt1"/>
                </a:solidFill>
                <a:latin typeface="Times New Roman"/>
                <a:ea typeface="Times New Roman"/>
                <a:cs typeface="Times New Roman"/>
                <a:sym typeface="Times New Roman"/>
              </a:rPr>
              <a:t>  Types of ResultSet:</a:t>
            </a:r>
            <a:endParaRPr sz="1800">
              <a:solidFill>
                <a:schemeClr val="lt1"/>
              </a:solidFill>
              <a:latin typeface="Calibri"/>
              <a:ea typeface="Calibri"/>
              <a:cs typeface="Calibri"/>
              <a:sym typeface="Calibri"/>
            </a:endParaRPr>
          </a:p>
          <a:p>
            <a:pPr indent="-114300" lvl="0" marL="0" marR="0" rtl="0" algn="l">
              <a:spcBef>
                <a:spcPts val="0"/>
              </a:spcBef>
              <a:spcAft>
                <a:spcPts val="0"/>
              </a:spcAft>
              <a:buClr>
                <a:schemeClr val="lt1"/>
              </a:buClr>
              <a:buSzPts val="1800"/>
              <a:buFont typeface="Arial"/>
              <a:buChar char="•"/>
            </a:pPr>
            <a:r>
              <a:rPr lang="en-US" sz="1800">
                <a:solidFill>
                  <a:schemeClr val="lt1"/>
                </a:solidFill>
                <a:latin typeface="Times New Roman"/>
                <a:ea typeface="Times New Roman"/>
                <a:cs typeface="Times New Roman"/>
                <a:sym typeface="Times New Roman"/>
              </a:rPr>
              <a:t>Scrollable ResultSet</a:t>
            </a:r>
            <a:endParaRPr sz="1200">
              <a:solidFill>
                <a:schemeClr val="lt1"/>
              </a:solidFill>
              <a:latin typeface="Noto Sans Symbols"/>
              <a:ea typeface="Noto Sans Symbols"/>
              <a:cs typeface="Noto Sans Symbols"/>
              <a:sym typeface="Noto Sans Symbols"/>
            </a:endParaRPr>
          </a:p>
          <a:p>
            <a:pPr indent="-114300" lvl="0" marL="0" marR="0" rtl="0" algn="l">
              <a:spcBef>
                <a:spcPts val="0"/>
              </a:spcBef>
              <a:spcAft>
                <a:spcPts val="0"/>
              </a:spcAft>
              <a:buClr>
                <a:schemeClr val="lt1"/>
              </a:buClr>
              <a:buSzPts val="1800"/>
              <a:buFont typeface="Arial"/>
              <a:buChar char="•"/>
            </a:pPr>
            <a:r>
              <a:rPr lang="en-US" sz="1800">
                <a:solidFill>
                  <a:schemeClr val="lt1"/>
                </a:solidFill>
                <a:latin typeface="Times New Roman"/>
                <a:ea typeface="Times New Roman"/>
                <a:cs typeface="Times New Roman"/>
                <a:sym typeface="Times New Roman"/>
              </a:rPr>
              <a:t>Updatable ResultSet</a:t>
            </a:r>
            <a:endParaRPr sz="1200">
              <a:solidFill>
                <a:schemeClr val="lt1"/>
              </a:solidFill>
              <a:latin typeface="Noto Sans Symbols"/>
              <a:ea typeface="Noto Sans Symbols"/>
              <a:cs typeface="Noto Sans Symbols"/>
              <a:sym typeface="Noto Sans Symbols"/>
            </a:endParaRPr>
          </a:p>
          <a:p>
            <a:pPr indent="0" lvl="0" marL="0" marR="0" rtl="0" algn="l">
              <a:spcBef>
                <a:spcPts val="0"/>
              </a:spcBef>
              <a:spcAft>
                <a:spcPts val="0"/>
              </a:spcAft>
              <a:buNone/>
            </a:pPr>
            <a:r>
              <a:rPr lang="en-US" sz="1800">
                <a:solidFill>
                  <a:schemeClr val="lt1"/>
                </a:solidFill>
                <a:latin typeface="Times New Roman"/>
                <a:ea typeface="Times New Roman"/>
                <a:cs typeface="Times New Roman"/>
                <a:sym typeface="Times New Roman"/>
              </a:rPr>
              <a:t>  Database operations using JDBC:</a:t>
            </a:r>
            <a:endParaRPr sz="1800">
              <a:solidFill>
                <a:schemeClr val="lt1"/>
              </a:solidFill>
              <a:latin typeface="Calibri"/>
              <a:ea typeface="Calibri"/>
              <a:cs typeface="Calibri"/>
              <a:sym typeface="Calibri"/>
            </a:endParaRPr>
          </a:p>
          <a:p>
            <a:pPr indent="-114300" lvl="0" marL="0" marR="0" rtl="0" algn="l">
              <a:spcBef>
                <a:spcPts val="0"/>
              </a:spcBef>
              <a:spcAft>
                <a:spcPts val="0"/>
              </a:spcAft>
              <a:buClr>
                <a:schemeClr val="lt1"/>
              </a:buClr>
              <a:buSzPts val="1800"/>
              <a:buFont typeface="Arial"/>
              <a:buChar char="•"/>
            </a:pPr>
            <a:r>
              <a:rPr lang="en-US" sz="1800">
                <a:solidFill>
                  <a:schemeClr val="lt1"/>
                </a:solidFill>
                <a:latin typeface="Times New Roman"/>
                <a:ea typeface="Times New Roman"/>
                <a:cs typeface="Times New Roman"/>
                <a:sym typeface="Times New Roman"/>
              </a:rPr>
              <a:t>Insert, Update, Select, Delete</a:t>
            </a:r>
            <a:endParaRPr sz="1200">
              <a:solidFill>
                <a:schemeClr val="lt1"/>
              </a:solidFill>
              <a:latin typeface="Noto Sans Symbols"/>
              <a:ea typeface="Noto Sans Symbols"/>
              <a:cs typeface="Noto Sans Symbols"/>
              <a:sym typeface="Noto Sans Symbols"/>
            </a:endParaRPr>
          </a:p>
          <a:p>
            <a:pPr indent="0" lvl="0" marL="0" marR="0" rtl="0" algn="l">
              <a:spcBef>
                <a:spcPts val="0"/>
              </a:spcBef>
              <a:spcAft>
                <a:spcPts val="0"/>
              </a:spcAft>
              <a:buNone/>
            </a:pPr>
            <a:r>
              <a:rPr lang="en-US" sz="1800">
                <a:solidFill>
                  <a:schemeClr val="lt1"/>
                </a:solidFill>
                <a:latin typeface="Times New Roman"/>
                <a:ea typeface="Times New Roman"/>
                <a:cs typeface="Times New Roman"/>
                <a:sym typeface="Times New Roman"/>
              </a:rPr>
              <a:t>  Development of console-based JDBC applications</a:t>
            </a:r>
            <a:endParaRPr sz="1800">
              <a:solidFill>
                <a:schemeClr val="lt1"/>
              </a:solidFill>
              <a:latin typeface="Calibri"/>
              <a:ea typeface="Calibri"/>
              <a:cs typeface="Calibri"/>
              <a:sym typeface="Calibri"/>
            </a:endParaRPr>
          </a:p>
          <a:p>
            <a:pPr indent="0" lvl="0" marL="0" marR="0" rtl="0" algn="l">
              <a:spcBef>
                <a:spcPts val="0"/>
              </a:spcBef>
              <a:spcAft>
                <a:spcPts val="0"/>
              </a:spcAft>
              <a:buNone/>
            </a:pPr>
            <a:br>
              <a:rPr lang="en-US" sz="1800">
                <a:solidFill>
                  <a:schemeClr val="lt1"/>
                </a:solidFill>
                <a:latin typeface="Calibri"/>
                <a:ea typeface="Calibri"/>
                <a:cs typeface="Calibri"/>
                <a:sym typeface="Calibri"/>
              </a:rPr>
            </a:br>
            <a:endParaRPr sz="1800">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6"/>
          <p:cNvSpPr txBox="1"/>
          <p:nvPr>
            <p:ph type="title"/>
          </p:nvPr>
        </p:nvSpPr>
        <p:spPr>
          <a:xfrm>
            <a:off x="489506" y="31914"/>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Overview (1/2)</a:t>
            </a:r>
            <a:endParaRPr/>
          </a:p>
        </p:txBody>
      </p:sp>
      <p:sp>
        <p:nvSpPr>
          <p:cNvPr id="248" name="Google Shape;248;p6"/>
          <p:cNvSpPr txBox="1"/>
          <p:nvPr>
            <p:ph idx="1" type="body"/>
          </p:nvPr>
        </p:nvSpPr>
        <p:spPr>
          <a:xfrm>
            <a:off x="457200" y="1225549"/>
            <a:ext cx="8178800" cy="3716339"/>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lnSpc>
                <a:spcPct val="90000"/>
              </a:lnSpc>
              <a:spcBef>
                <a:spcPts val="0"/>
              </a:spcBef>
              <a:spcAft>
                <a:spcPts val="0"/>
              </a:spcAft>
              <a:buClr>
                <a:schemeClr val="dk1"/>
              </a:buClr>
              <a:buSzPct val="100000"/>
              <a:buChar char="•"/>
            </a:pPr>
            <a:r>
              <a:rPr lang="en-US" sz="2000"/>
              <a:t>JDBC</a:t>
            </a:r>
            <a:endParaRPr/>
          </a:p>
          <a:p>
            <a:pPr indent="-285750" lvl="1" marL="742950" rtl="0" algn="l">
              <a:spcBef>
                <a:spcPts val="272"/>
              </a:spcBef>
              <a:spcAft>
                <a:spcPts val="0"/>
              </a:spcAft>
              <a:buClr>
                <a:schemeClr val="dk1"/>
              </a:buClr>
              <a:buSzPct val="100000"/>
              <a:buChar char="–"/>
            </a:pPr>
            <a:r>
              <a:rPr b="1" lang="en-US" sz="1600"/>
              <a:t>JDBC (Java Database Connectivity)</a:t>
            </a:r>
            <a:r>
              <a:rPr lang="en-US" sz="1600"/>
              <a:t> is a standard </a:t>
            </a:r>
            <a:r>
              <a:rPr b="1" lang="en-US" sz="1600"/>
              <a:t>Java API</a:t>
            </a:r>
            <a:r>
              <a:rPr lang="en-US" sz="1600"/>
              <a:t> that enables Java applications to interact with databases.</a:t>
            </a:r>
            <a:endParaRPr/>
          </a:p>
          <a:p>
            <a:pPr indent="-285750" lvl="1" marL="742950" rtl="0" algn="l">
              <a:spcBef>
                <a:spcPts val="272"/>
              </a:spcBef>
              <a:spcAft>
                <a:spcPts val="0"/>
              </a:spcAft>
              <a:buClr>
                <a:schemeClr val="dk1"/>
              </a:buClr>
              <a:buSzPct val="100000"/>
              <a:buChar char="–"/>
            </a:pPr>
            <a:r>
              <a:rPr lang="en-US" sz="1600"/>
              <a:t>It provides a set of </a:t>
            </a:r>
            <a:r>
              <a:rPr b="1" lang="en-US" sz="1600"/>
              <a:t>classes and interfaces</a:t>
            </a:r>
            <a:r>
              <a:rPr lang="en-US" sz="1600"/>
              <a:t> to connect to a database, execute SQL queries, and process the results. Classes and Interfaces are in the </a:t>
            </a:r>
            <a:r>
              <a:rPr b="1" i="1" lang="en-US" sz="1600"/>
              <a:t>java.sql </a:t>
            </a:r>
            <a:r>
              <a:rPr lang="en-US" sz="1600"/>
              <a:t>package</a:t>
            </a:r>
            <a:endParaRPr sz="1600"/>
          </a:p>
          <a:p>
            <a:pPr indent="-285750" lvl="1" marL="742950" rtl="0" algn="l">
              <a:spcBef>
                <a:spcPts val="272"/>
              </a:spcBef>
              <a:spcAft>
                <a:spcPts val="0"/>
              </a:spcAft>
              <a:buClr>
                <a:schemeClr val="dk1"/>
              </a:buClr>
              <a:buSzPct val="100000"/>
              <a:buChar char="–"/>
            </a:pPr>
            <a:r>
              <a:rPr lang="en-US" sz="1600"/>
              <a:t>JDBC acts as a </a:t>
            </a:r>
            <a:r>
              <a:rPr b="1" lang="en-US" sz="1600"/>
              <a:t>bridge between Java applications and databases</a:t>
            </a:r>
            <a:r>
              <a:rPr lang="en-US" sz="1600"/>
              <a:t> such as MySQL, Oracle, PostgreSQL, SQL Server, etc.</a:t>
            </a:r>
            <a:endParaRPr/>
          </a:p>
          <a:p>
            <a:pPr indent="-234950" lvl="0" marL="342900" rtl="0" algn="l">
              <a:lnSpc>
                <a:spcPct val="90000"/>
              </a:lnSpc>
              <a:spcBef>
                <a:spcPts val="340"/>
              </a:spcBef>
              <a:spcAft>
                <a:spcPts val="0"/>
              </a:spcAft>
              <a:buClr>
                <a:schemeClr val="dk1"/>
              </a:buClr>
              <a:buSzPct val="100000"/>
              <a:buNone/>
            </a:pPr>
            <a:r>
              <a:t/>
            </a:r>
            <a:endParaRPr sz="2000"/>
          </a:p>
          <a:p>
            <a:pPr indent="-234950" lvl="0" marL="342900" rtl="0" algn="l">
              <a:spcBef>
                <a:spcPts val="340"/>
              </a:spcBef>
              <a:spcAft>
                <a:spcPts val="0"/>
              </a:spcAft>
              <a:buClr>
                <a:schemeClr val="dk1"/>
              </a:buClr>
              <a:buSzPct val="100000"/>
              <a:buNone/>
            </a:pPr>
            <a:r>
              <a:t/>
            </a:r>
            <a:endParaRPr sz="2000"/>
          </a:p>
          <a:p>
            <a:pPr indent="-342900" lvl="0" marL="342900" rtl="0" algn="l">
              <a:spcBef>
                <a:spcPts val="340"/>
              </a:spcBef>
              <a:spcAft>
                <a:spcPts val="0"/>
              </a:spcAft>
              <a:buClr>
                <a:schemeClr val="dk1"/>
              </a:buClr>
              <a:buSzPct val="100000"/>
              <a:buChar char="•"/>
            </a:pPr>
            <a:r>
              <a:rPr lang="en-US" sz="2000"/>
              <a:t>Need of JDBC</a:t>
            </a:r>
            <a:endParaRPr/>
          </a:p>
          <a:p>
            <a:pPr indent="0" lvl="1" marL="400050" rtl="0" algn="l">
              <a:spcBef>
                <a:spcPts val="272"/>
              </a:spcBef>
              <a:spcAft>
                <a:spcPts val="0"/>
              </a:spcAft>
              <a:buClr>
                <a:schemeClr val="dk1"/>
              </a:buClr>
              <a:buSzPct val="100000"/>
              <a:buNone/>
            </a:pPr>
            <a:r>
              <a:rPr lang="en-US" sz="1600"/>
              <a:t>Most real-world applications need to </a:t>
            </a:r>
            <a:r>
              <a:rPr b="1" lang="en-US" sz="1600"/>
              <a:t>store, retrieve, update, and delete data</a:t>
            </a:r>
            <a:r>
              <a:rPr lang="en-US" sz="1600"/>
              <a:t>.</a:t>
            </a:r>
            <a:br>
              <a:rPr lang="en-US" sz="1600"/>
            </a:br>
            <a:r>
              <a:rPr lang="en-US" sz="1600"/>
              <a:t>Java alone cannot directly communicate with databases, so JDBC is required to:</a:t>
            </a:r>
            <a:endParaRPr/>
          </a:p>
          <a:p>
            <a:pPr indent="-285750" lvl="1" marL="742950" rtl="0" algn="l">
              <a:spcBef>
                <a:spcPts val="272"/>
              </a:spcBef>
              <a:spcAft>
                <a:spcPts val="0"/>
              </a:spcAft>
              <a:buClr>
                <a:schemeClr val="dk1"/>
              </a:buClr>
              <a:buSzPct val="100000"/>
              <a:buChar char="–"/>
            </a:pPr>
            <a:r>
              <a:rPr lang="en-US" sz="1600"/>
              <a:t>Establish a connection with a database</a:t>
            </a:r>
            <a:endParaRPr/>
          </a:p>
          <a:p>
            <a:pPr indent="-285750" lvl="1" marL="742950" rtl="0" algn="l">
              <a:spcBef>
                <a:spcPts val="272"/>
              </a:spcBef>
              <a:spcAft>
                <a:spcPts val="0"/>
              </a:spcAft>
              <a:buClr>
                <a:schemeClr val="dk1"/>
              </a:buClr>
              <a:buSzPct val="100000"/>
              <a:buChar char="–"/>
            </a:pPr>
            <a:r>
              <a:rPr lang="en-US" sz="1600"/>
              <a:t>Send SQL commands from Java to the database</a:t>
            </a:r>
            <a:endParaRPr/>
          </a:p>
          <a:p>
            <a:pPr indent="-285750" lvl="1" marL="742950" rtl="0" algn="l">
              <a:spcBef>
                <a:spcPts val="272"/>
              </a:spcBef>
              <a:spcAft>
                <a:spcPts val="0"/>
              </a:spcAft>
              <a:buClr>
                <a:schemeClr val="dk1"/>
              </a:buClr>
              <a:buSzPct val="100000"/>
              <a:buChar char="–"/>
            </a:pPr>
            <a:r>
              <a:rPr lang="en-US" sz="1600"/>
              <a:t>Receive and process results in Java form</a:t>
            </a:r>
            <a:endParaRPr/>
          </a:p>
          <a:p>
            <a:pPr indent="-285750" lvl="1" marL="742950" rtl="0" algn="l">
              <a:spcBef>
                <a:spcPts val="272"/>
              </a:spcBef>
              <a:spcAft>
                <a:spcPts val="0"/>
              </a:spcAft>
              <a:buClr>
                <a:schemeClr val="dk1"/>
              </a:buClr>
              <a:buSzPct val="100000"/>
              <a:buChar char="–"/>
            </a:pPr>
            <a:r>
              <a:rPr lang="en-US" sz="1600"/>
              <a:t>Ensure database-independent programming</a:t>
            </a:r>
            <a:endParaRPr/>
          </a:p>
        </p:txBody>
      </p:sp>
      <p:grpSp>
        <p:nvGrpSpPr>
          <p:cNvPr id="249" name="Google Shape;249;p6"/>
          <p:cNvGrpSpPr/>
          <p:nvPr/>
        </p:nvGrpSpPr>
        <p:grpSpPr>
          <a:xfrm>
            <a:off x="4008438" y="5251450"/>
            <a:ext cx="1489075" cy="769938"/>
            <a:chOff x="2525" y="3263"/>
            <a:chExt cx="938" cy="485"/>
          </a:xfrm>
        </p:grpSpPr>
        <p:sp>
          <p:nvSpPr>
            <p:cNvPr id="250" name="Google Shape;250;p6"/>
            <p:cNvSpPr/>
            <p:nvPr/>
          </p:nvSpPr>
          <p:spPr>
            <a:xfrm>
              <a:off x="2556" y="3294"/>
              <a:ext cx="907" cy="454"/>
            </a:xfrm>
            <a:prstGeom prst="rect">
              <a:avLst/>
            </a:prstGeom>
            <a:solidFill>
              <a:srgbClr val="969696"/>
            </a:solidFill>
            <a:ln cap="flat" cmpd="sng" w="9525">
              <a:solidFill>
                <a:srgbClr val="969696"/>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rgbClr val="003366"/>
                </a:buClr>
                <a:buSzPts val="2000"/>
                <a:buFont typeface="Noto Sans Symbols"/>
                <a:buNone/>
              </a:pPr>
              <a:r>
                <a:t/>
              </a:r>
              <a:endParaRPr sz="2000">
                <a:solidFill>
                  <a:schemeClr val="dk1"/>
                </a:solidFill>
                <a:latin typeface="Gill Sans"/>
                <a:ea typeface="Gill Sans"/>
                <a:cs typeface="Gill Sans"/>
                <a:sym typeface="Gill Sans"/>
              </a:endParaRPr>
            </a:p>
          </p:txBody>
        </p:sp>
        <p:sp>
          <p:nvSpPr>
            <p:cNvPr id="251" name="Google Shape;251;p6"/>
            <p:cNvSpPr/>
            <p:nvPr/>
          </p:nvSpPr>
          <p:spPr>
            <a:xfrm>
              <a:off x="2525" y="3263"/>
              <a:ext cx="907" cy="45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chemeClr val="dk1"/>
                </a:buClr>
                <a:buSzPts val="1400"/>
                <a:buFont typeface="Noto Sans Symbols"/>
                <a:buNone/>
              </a:pPr>
              <a:r>
                <a:rPr b="1" lang="en-US" sz="1400">
                  <a:solidFill>
                    <a:schemeClr val="dk1"/>
                  </a:solidFill>
                  <a:latin typeface="Arial Narrow"/>
                  <a:ea typeface="Arial Narrow"/>
                  <a:cs typeface="Arial Narrow"/>
                  <a:sym typeface="Arial Narrow"/>
                </a:rPr>
                <a:t>JDBC Driver</a:t>
              </a:r>
              <a:endParaRPr/>
            </a:p>
          </p:txBody>
        </p:sp>
      </p:grpSp>
      <p:grpSp>
        <p:nvGrpSpPr>
          <p:cNvPr id="252" name="Google Shape;252;p6"/>
          <p:cNvGrpSpPr/>
          <p:nvPr/>
        </p:nvGrpSpPr>
        <p:grpSpPr>
          <a:xfrm>
            <a:off x="1692275" y="5229225"/>
            <a:ext cx="1489075" cy="769938"/>
            <a:chOff x="1066" y="3249"/>
            <a:chExt cx="938" cy="485"/>
          </a:xfrm>
        </p:grpSpPr>
        <p:sp>
          <p:nvSpPr>
            <p:cNvPr id="253" name="Google Shape;253;p6"/>
            <p:cNvSpPr/>
            <p:nvPr/>
          </p:nvSpPr>
          <p:spPr>
            <a:xfrm>
              <a:off x="1097" y="3280"/>
              <a:ext cx="907" cy="454"/>
            </a:xfrm>
            <a:prstGeom prst="rect">
              <a:avLst/>
            </a:prstGeom>
            <a:solidFill>
              <a:srgbClr val="969696"/>
            </a:solidFill>
            <a:ln cap="flat" cmpd="sng" w="9525">
              <a:solidFill>
                <a:srgbClr val="969696"/>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rgbClr val="003366"/>
                </a:buClr>
                <a:buSzPts val="2000"/>
                <a:buFont typeface="Noto Sans Symbols"/>
                <a:buNone/>
              </a:pPr>
              <a:r>
                <a:t/>
              </a:r>
              <a:endParaRPr sz="2000">
                <a:solidFill>
                  <a:schemeClr val="dk1"/>
                </a:solidFill>
                <a:latin typeface="Gill Sans"/>
                <a:ea typeface="Gill Sans"/>
                <a:cs typeface="Gill Sans"/>
                <a:sym typeface="Gill Sans"/>
              </a:endParaRPr>
            </a:p>
          </p:txBody>
        </p:sp>
        <p:sp>
          <p:nvSpPr>
            <p:cNvPr id="254" name="Google Shape;254;p6"/>
            <p:cNvSpPr/>
            <p:nvPr/>
          </p:nvSpPr>
          <p:spPr>
            <a:xfrm>
              <a:off x="1066" y="3249"/>
              <a:ext cx="907" cy="45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chemeClr val="dk1"/>
                </a:buClr>
                <a:buSzPts val="1400"/>
                <a:buFont typeface="Noto Sans Symbols"/>
                <a:buNone/>
              </a:pPr>
              <a:r>
                <a:rPr b="1" lang="en-US" sz="1400">
                  <a:solidFill>
                    <a:schemeClr val="dk1"/>
                  </a:solidFill>
                  <a:latin typeface="Arial Narrow"/>
                  <a:ea typeface="Arial Narrow"/>
                  <a:cs typeface="Arial Narrow"/>
                  <a:sym typeface="Arial Narrow"/>
                </a:rPr>
                <a:t>JAVA Applet/</a:t>
              </a:r>
              <a:endParaRPr/>
            </a:p>
            <a:p>
              <a:pPr indent="0" lvl="0" marL="0" marR="0" rtl="0" algn="ctr">
                <a:spcBef>
                  <a:spcPts val="0"/>
                </a:spcBef>
                <a:spcAft>
                  <a:spcPts val="0"/>
                </a:spcAft>
                <a:buClr>
                  <a:schemeClr val="dk1"/>
                </a:buClr>
                <a:buSzPts val="1400"/>
                <a:buFont typeface="Noto Sans Symbols"/>
                <a:buNone/>
              </a:pPr>
              <a:r>
                <a:rPr b="1" lang="en-US" sz="1400">
                  <a:solidFill>
                    <a:schemeClr val="dk1"/>
                  </a:solidFill>
                  <a:latin typeface="Arial Narrow"/>
                  <a:ea typeface="Arial Narrow"/>
                  <a:cs typeface="Arial Narrow"/>
                  <a:sym typeface="Arial Narrow"/>
                </a:rPr>
                <a:t>Application</a:t>
              </a:r>
              <a:endParaRPr/>
            </a:p>
          </p:txBody>
        </p:sp>
      </p:grpSp>
      <p:sp>
        <p:nvSpPr>
          <p:cNvPr id="255" name="Google Shape;255;p6"/>
          <p:cNvSpPr/>
          <p:nvPr/>
        </p:nvSpPr>
        <p:spPr>
          <a:xfrm>
            <a:off x="6316663" y="5189538"/>
            <a:ext cx="1295400" cy="865187"/>
          </a:xfrm>
          <a:prstGeom prst="can">
            <a:avLst>
              <a:gd fmla="val 26102" name="adj"/>
            </a:avLst>
          </a:prstGeom>
          <a:gradFill>
            <a:gsLst>
              <a:gs pos="0">
                <a:srgbClr val="99CCFF"/>
              </a:gs>
              <a:gs pos="50000">
                <a:srgbClr val="FCFDFF"/>
              </a:gs>
              <a:gs pos="100000">
                <a:srgbClr val="99CCFF"/>
              </a:gs>
            </a:gsLst>
            <a:lin ang="0" scaled="0"/>
          </a:gradFill>
          <a:ln cap="flat" cmpd="sng" w="9525">
            <a:solidFill>
              <a:schemeClr val="dk1"/>
            </a:solidFill>
            <a:prstDash val="solid"/>
            <a:round/>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chemeClr val="dk1"/>
              </a:buClr>
              <a:buSzPts val="1400"/>
              <a:buFont typeface="Noto Sans Symbols"/>
              <a:buNone/>
            </a:pPr>
            <a:r>
              <a:rPr b="1" lang="en-US" sz="1400">
                <a:solidFill>
                  <a:schemeClr val="dk1"/>
                </a:solidFill>
                <a:latin typeface="Arial Narrow"/>
                <a:ea typeface="Arial Narrow"/>
                <a:cs typeface="Arial Narrow"/>
                <a:sym typeface="Arial Narrow"/>
              </a:rPr>
              <a:t>Database</a:t>
            </a:r>
            <a:endParaRPr/>
          </a:p>
        </p:txBody>
      </p:sp>
      <p:cxnSp>
        <p:nvCxnSpPr>
          <p:cNvPr id="256" name="Google Shape;256;p6"/>
          <p:cNvCxnSpPr/>
          <p:nvPr/>
        </p:nvCxnSpPr>
        <p:spPr>
          <a:xfrm>
            <a:off x="3130550" y="5632450"/>
            <a:ext cx="863600" cy="0"/>
          </a:xfrm>
          <a:prstGeom prst="straightConnector1">
            <a:avLst/>
          </a:prstGeom>
          <a:noFill/>
          <a:ln cap="flat" cmpd="sng" w="25400">
            <a:solidFill>
              <a:schemeClr val="dk1"/>
            </a:solidFill>
            <a:prstDash val="solid"/>
            <a:round/>
            <a:headEnd len="med" w="med" type="none"/>
            <a:tailEnd len="med" w="med" type="triangle"/>
          </a:ln>
        </p:spPr>
      </p:cxnSp>
      <p:cxnSp>
        <p:nvCxnSpPr>
          <p:cNvPr id="257" name="Google Shape;257;p6"/>
          <p:cNvCxnSpPr/>
          <p:nvPr/>
        </p:nvCxnSpPr>
        <p:spPr>
          <a:xfrm>
            <a:off x="5446713" y="5632450"/>
            <a:ext cx="863600" cy="0"/>
          </a:xfrm>
          <a:prstGeom prst="straightConnector1">
            <a:avLst/>
          </a:prstGeom>
          <a:noFill/>
          <a:ln cap="flat" cmpd="sng" w="25400">
            <a:solidFill>
              <a:schemeClr val="dk1"/>
            </a:solidFill>
            <a:prstDash val="solid"/>
            <a:round/>
            <a:headEnd len="med" w="med" type="none"/>
            <a:tailEnd len="med" w="med" type="triangle"/>
          </a:ln>
        </p:spPr>
      </p:cxnSp>
      <p:sp>
        <p:nvSpPr>
          <p:cNvPr id="258" name="Google Shape;258;p6"/>
          <p:cNvSpPr txBox="1"/>
          <p:nvPr/>
        </p:nvSpPr>
        <p:spPr>
          <a:xfrm>
            <a:off x="3082925" y="5353050"/>
            <a:ext cx="936625" cy="274638"/>
          </a:xfrm>
          <a:prstGeom prst="rect">
            <a:avLst/>
          </a:prstGeom>
          <a:noFill/>
          <a:ln>
            <a:noFill/>
          </a:ln>
        </p:spPr>
        <p:txBody>
          <a:bodyPr anchorCtr="0" anchor="t" bIns="46800" lIns="90000" spcFirstLastPara="1" rIns="90000" wrap="square" tIns="46800">
            <a:spAutoFit/>
          </a:bodyPr>
          <a:lstStyle/>
          <a:p>
            <a:pPr indent="0" lvl="0" marL="0" marR="0" rtl="0" algn="ctr">
              <a:spcBef>
                <a:spcPts val="0"/>
              </a:spcBef>
              <a:spcAft>
                <a:spcPts val="0"/>
              </a:spcAft>
              <a:buClr>
                <a:schemeClr val="dk1"/>
              </a:buClr>
              <a:buSzPts val="1200"/>
              <a:buFont typeface="Noto Sans Symbols"/>
              <a:buNone/>
            </a:pPr>
            <a:r>
              <a:rPr b="1" lang="en-US" sz="1200">
                <a:solidFill>
                  <a:schemeClr val="dk1"/>
                </a:solidFill>
                <a:latin typeface="Arial Narrow"/>
                <a:ea typeface="Arial Narrow"/>
                <a:cs typeface="Arial Narrow"/>
                <a:sym typeface="Arial Narrow"/>
              </a:rPr>
              <a:t>JDBC Call</a:t>
            </a:r>
            <a:endParaRPr/>
          </a:p>
        </p:txBody>
      </p:sp>
      <p:sp>
        <p:nvSpPr>
          <p:cNvPr id="259" name="Google Shape;259;p6"/>
          <p:cNvSpPr txBox="1"/>
          <p:nvPr/>
        </p:nvSpPr>
        <p:spPr>
          <a:xfrm>
            <a:off x="5435600" y="5300663"/>
            <a:ext cx="936625" cy="330200"/>
          </a:xfrm>
          <a:prstGeom prst="rect">
            <a:avLst/>
          </a:prstGeom>
          <a:noFill/>
          <a:ln>
            <a:noFill/>
          </a:ln>
        </p:spPr>
        <p:txBody>
          <a:bodyPr anchorCtr="0" anchor="t" bIns="46800" lIns="90000" spcFirstLastPara="1" rIns="90000" wrap="square" tIns="46800">
            <a:spAutoFit/>
          </a:bodyPr>
          <a:lstStyle/>
          <a:p>
            <a:pPr indent="0" lvl="0" marL="0" marR="0" rtl="0" algn="ctr">
              <a:lnSpc>
                <a:spcPct val="40000"/>
              </a:lnSpc>
              <a:spcBef>
                <a:spcPts val="0"/>
              </a:spcBef>
              <a:spcAft>
                <a:spcPts val="0"/>
              </a:spcAft>
              <a:buClr>
                <a:schemeClr val="dk1"/>
              </a:buClr>
              <a:buSzPts val="1200"/>
              <a:buFont typeface="Noto Sans Symbols"/>
              <a:buNone/>
            </a:pPr>
            <a:r>
              <a:rPr b="1" lang="en-US" sz="1200">
                <a:solidFill>
                  <a:schemeClr val="dk1"/>
                </a:solidFill>
                <a:latin typeface="Arial Narrow"/>
                <a:ea typeface="Arial Narrow"/>
                <a:cs typeface="Arial Narrow"/>
                <a:sym typeface="Arial Narrow"/>
              </a:rPr>
              <a:t>Database</a:t>
            </a:r>
            <a:endParaRPr/>
          </a:p>
          <a:p>
            <a:pPr indent="0" lvl="0" marL="0" marR="0" rtl="0" algn="ctr">
              <a:lnSpc>
                <a:spcPct val="40000"/>
              </a:lnSpc>
              <a:spcBef>
                <a:spcPts val="600"/>
              </a:spcBef>
              <a:spcAft>
                <a:spcPts val="0"/>
              </a:spcAft>
              <a:buClr>
                <a:schemeClr val="dk1"/>
              </a:buClr>
              <a:buSzPts val="1200"/>
              <a:buFont typeface="Noto Sans Symbols"/>
              <a:buNone/>
            </a:pPr>
            <a:r>
              <a:rPr b="1" lang="en-US" sz="1200">
                <a:solidFill>
                  <a:schemeClr val="dk1"/>
                </a:solidFill>
                <a:latin typeface="Arial Narrow"/>
                <a:ea typeface="Arial Narrow"/>
                <a:cs typeface="Arial Narrow"/>
                <a:sym typeface="Arial Narrow"/>
              </a:rPr>
              <a:t>Command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400"/>
              <a:buChar char="•"/>
            </a:pPr>
            <a:r>
              <a:rPr lang="en-US" sz="2400"/>
              <a:t>Reason for JDBC</a:t>
            </a:r>
            <a:endParaRPr sz="2400"/>
          </a:p>
          <a:p>
            <a:pPr indent="-285750" lvl="1" marL="742950" rtl="0" algn="l">
              <a:lnSpc>
                <a:spcPct val="90000"/>
              </a:lnSpc>
              <a:spcBef>
                <a:spcPts val="0"/>
              </a:spcBef>
              <a:spcAft>
                <a:spcPts val="0"/>
              </a:spcAft>
              <a:buClr>
                <a:schemeClr val="dk1"/>
              </a:buClr>
              <a:buSzPts val="2000"/>
              <a:buChar char="–"/>
            </a:pPr>
            <a:r>
              <a:rPr lang="en-US" sz="2000"/>
              <a:t>Database vendors (Microsoft Access, MySQL, Oracle etc.) provide proprietary (non standard) API for </a:t>
            </a:r>
            <a:r>
              <a:rPr b="1" lang="en-US" sz="2000"/>
              <a:t>sending</a:t>
            </a:r>
            <a:r>
              <a:rPr lang="en-US" sz="2000"/>
              <a:t> SQL to the server and </a:t>
            </a:r>
            <a:r>
              <a:rPr b="1" lang="en-US" sz="2000"/>
              <a:t>receiving</a:t>
            </a:r>
            <a:r>
              <a:rPr lang="en-US" sz="2000"/>
              <a:t> results from it</a:t>
            </a:r>
            <a:endParaRPr/>
          </a:p>
          <a:p>
            <a:pPr indent="-285750" lvl="1" marL="742950" rtl="0" algn="l">
              <a:lnSpc>
                <a:spcPct val="90000"/>
              </a:lnSpc>
              <a:spcBef>
                <a:spcPts val="0"/>
              </a:spcBef>
              <a:spcAft>
                <a:spcPts val="0"/>
              </a:spcAft>
              <a:buClr>
                <a:schemeClr val="dk1"/>
              </a:buClr>
              <a:buSzPts val="2000"/>
              <a:buChar char="–"/>
            </a:pPr>
            <a:r>
              <a:rPr lang="en-US" sz="2000"/>
              <a:t>Languages such as C/C++ can make use of these proprietary APIs directly</a:t>
            </a:r>
            <a:endParaRPr/>
          </a:p>
          <a:p>
            <a:pPr indent="-228600" lvl="2" marL="1143000" rtl="0" algn="l">
              <a:lnSpc>
                <a:spcPct val="90000"/>
              </a:lnSpc>
              <a:spcBef>
                <a:spcPts val="0"/>
              </a:spcBef>
              <a:spcAft>
                <a:spcPts val="0"/>
              </a:spcAft>
              <a:buClr>
                <a:schemeClr val="dk1"/>
              </a:buClr>
              <a:buSzPts val="2400"/>
              <a:buChar char="•"/>
            </a:pPr>
            <a:r>
              <a:rPr lang="en-US"/>
              <a:t>High performance</a:t>
            </a:r>
            <a:endParaRPr/>
          </a:p>
          <a:p>
            <a:pPr indent="-228600" lvl="2" marL="1143000" rtl="0" algn="l">
              <a:lnSpc>
                <a:spcPct val="90000"/>
              </a:lnSpc>
              <a:spcBef>
                <a:spcPts val="0"/>
              </a:spcBef>
              <a:spcAft>
                <a:spcPts val="0"/>
              </a:spcAft>
              <a:buClr>
                <a:schemeClr val="dk1"/>
              </a:buClr>
              <a:buSzPts val="2400"/>
              <a:buChar char="•"/>
            </a:pPr>
            <a:r>
              <a:rPr lang="en-US"/>
              <a:t>Can make use of non standard features of the database</a:t>
            </a:r>
            <a:endParaRPr/>
          </a:p>
          <a:p>
            <a:pPr indent="-228600" lvl="2" marL="1143000" rtl="0" algn="l">
              <a:lnSpc>
                <a:spcPct val="90000"/>
              </a:lnSpc>
              <a:spcBef>
                <a:spcPts val="0"/>
              </a:spcBef>
              <a:spcAft>
                <a:spcPts val="0"/>
              </a:spcAft>
              <a:buClr>
                <a:srgbClr val="FF0066"/>
              </a:buClr>
              <a:buSzPts val="2400"/>
              <a:buChar char="•"/>
            </a:pPr>
            <a:r>
              <a:rPr lang="en-US">
                <a:solidFill>
                  <a:srgbClr val="FF0066"/>
                </a:solidFill>
              </a:rPr>
              <a:t>All the database code needs to be rewritten if you change database vendor or product</a:t>
            </a:r>
            <a:endParaRPr/>
          </a:p>
          <a:p>
            <a:pPr indent="-285750" lvl="1" marL="742950" rtl="0" algn="l">
              <a:lnSpc>
                <a:spcPct val="90000"/>
              </a:lnSpc>
              <a:spcBef>
                <a:spcPts val="0"/>
              </a:spcBef>
              <a:spcAft>
                <a:spcPts val="0"/>
              </a:spcAft>
              <a:buClr>
                <a:schemeClr val="dk1"/>
              </a:buClr>
              <a:buSzPts val="2000"/>
              <a:buChar char="–"/>
            </a:pPr>
            <a:r>
              <a:rPr lang="en-US" sz="2000"/>
              <a:t>JDBC is a </a:t>
            </a:r>
            <a:r>
              <a:rPr b="1" lang="en-US" sz="2000"/>
              <a:t>vendor independent </a:t>
            </a:r>
            <a:r>
              <a:rPr lang="en-US" sz="2000"/>
              <a:t>API for accessing relational data from different database vendors in a consistent way</a:t>
            </a:r>
            <a:endParaRPr/>
          </a:p>
          <a:p>
            <a:pPr indent="-215900" lvl="0" marL="342900" rtl="0" algn="l">
              <a:lnSpc>
                <a:spcPct val="90000"/>
              </a:lnSpc>
              <a:spcBef>
                <a:spcPts val="400"/>
              </a:spcBef>
              <a:spcAft>
                <a:spcPts val="0"/>
              </a:spcAft>
              <a:buClr>
                <a:schemeClr val="dk1"/>
              </a:buClr>
              <a:buSzPts val="2000"/>
              <a:buNone/>
            </a:pPr>
            <a:r>
              <a:t/>
            </a:r>
            <a:endParaRPr sz="2000"/>
          </a:p>
        </p:txBody>
      </p:sp>
      <p:sp>
        <p:nvSpPr>
          <p:cNvPr id="265" name="Google Shape;265;p7"/>
          <p:cNvSpPr/>
          <p:nvPr/>
        </p:nvSpPr>
        <p:spPr>
          <a:xfrm>
            <a:off x="5738813" y="6643688"/>
            <a:ext cx="3405187" cy="21431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800"/>
              <a:buFont typeface="Noto Sans Symbols"/>
              <a:buNone/>
            </a:pPr>
            <a:r>
              <a:rPr b="1" lang="en-US" sz="800">
                <a:solidFill>
                  <a:schemeClr val="dk1"/>
                </a:solidFill>
                <a:latin typeface="Arial Narrow"/>
                <a:ea typeface="Arial Narrow"/>
                <a:cs typeface="Arial Narrow"/>
                <a:sym typeface="Arial Narrow"/>
              </a:rPr>
              <a:t>CCTM: Course material developed by James King (james.king@londonmet.ac.uk)</a:t>
            </a:r>
            <a:endParaRPr b="1" sz="800">
              <a:solidFill>
                <a:schemeClr val="dk1"/>
              </a:solidFill>
              <a:latin typeface="Arial Narrow"/>
              <a:ea typeface="Arial Narrow"/>
              <a:cs typeface="Arial Narrow"/>
              <a:sym typeface="Arial Narrow"/>
            </a:endParaRPr>
          </a:p>
        </p:txBody>
      </p:sp>
      <p:sp>
        <p:nvSpPr>
          <p:cNvPr id="266" name="Google Shape;266;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Overview (2/2)</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JDBC Architecture</a:t>
            </a:r>
            <a:br>
              <a:rPr lang="en-US"/>
            </a:br>
            <a:endParaRPr/>
          </a:p>
        </p:txBody>
      </p:sp>
      <p:sp>
        <p:nvSpPr>
          <p:cNvPr id="272" name="Google Shape;272;p8"/>
          <p:cNvSpPr txBox="1"/>
          <p:nvPr>
            <p:ph idx="1" type="body"/>
          </p:nvPr>
        </p:nvSpPr>
        <p:spPr>
          <a:xfrm>
            <a:off x="457200" y="1600200"/>
            <a:ext cx="8218488" cy="4924425"/>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2400"/>
              <a:buChar char="•"/>
            </a:pPr>
            <a:r>
              <a:rPr lang="en-US" sz="2400"/>
              <a:t>JDBC architecture can be implemented using </a:t>
            </a:r>
            <a:r>
              <a:rPr b="1" lang="en-US" sz="2400"/>
              <a:t>two-tier</a:t>
            </a:r>
            <a:r>
              <a:rPr lang="en-US" sz="2400"/>
              <a:t> or </a:t>
            </a:r>
            <a:r>
              <a:rPr b="1" lang="en-US" sz="2400"/>
              <a:t>three-tier architecture</a:t>
            </a:r>
            <a:r>
              <a:rPr lang="en-US" sz="2400"/>
              <a:t>, depending on how the application is designed.</a:t>
            </a:r>
            <a:endParaRPr/>
          </a:p>
          <a:p>
            <a:pPr indent="-190500" lvl="0" marL="342900" rtl="0" algn="l">
              <a:lnSpc>
                <a:spcPct val="80000"/>
              </a:lnSpc>
              <a:spcBef>
                <a:spcPts val="480"/>
              </a:spcBef>
              <a:spcAft>
                <a:spcPts val="0"/>
              </a:spcAft>
              <a:buClr>
                <a:schemeClr val="dk1"/>
              </a:buClr>
              <a:buSzPts val="2400"/>
              <a:buNone/>
            </a:pPr>
            <a:r>
              <a:t/>
            </a:r>
            <a:endParaRPr sz="2400"/>
          </a:p>
          <a:p>
            <a:pPr indent="-342900" lvl="0" marL="342900" rtl="0" algn="l">
              <a:lnSpc>
                <a:spcPct val="80000"/>
              </a:lnSpc>
              <a:spcBef>
                <a:spcPts val="480"/>
              </a:spcBef>
              <a:spcAft>
                <a:spcPts val="0"/>
              </a:spcAft>
              <a:buClr>
                <a:schemeClr val="dk1"/>
              </a:buClr>
              <a:buSzPts val="2400"/>
              <a:buChar char="•"/>
            </a:pPr>
            <a:r>
              <a:rPr lang="en-US" sz="2400"/>
              <a:t>Two-tier and Three-tier Processing Models</a:t>
            </a:r>
            <a:endParaRPr/>
          </a:p>
          <a:p>
            <a:pPr indent="-285750" lvl="1" marL="742950" rtl="0" algn="l">
              <a:lnSpc>
                <a:spcPct val="80000"/>
              </a:lnSpc>
              <a:spcBef>
                <a:spcPts val="560"/>
              </a:spcBef>
              <a:spcAft>
                <a:spcPts val="0"/>
              </a:spcAft>
              <a:buClr>
                <a:schemeClr val="dk1"/>
              </a:buClr>
              <a:buSzPts val="2800"/>
              <a:buChar char="–"/>
            </a:pPr>
            <a:r>
              <a:rPr lang="en-US"/>
              <a:t>The JDBC API supports both two-tier and three-tier processing models for database access.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i="1" lang="en-US"/>
              <a:t>Two-tier Architecture for Data Access.</a:t>
            </a:r>
            <a:endParaRPr/>
          </a:p>
        </p:txBody>
      </p:sp>
      <p:sp>
        <p:nvSpPr>
          <p:cNvPr id="278" name="Google Shape;278;p9"/>
          <p:cNvSpPr txBox="1"/>
          <p:nvPr>
            <p:ph idx="1" type="body"/>
          </p:nvPr>
        </p:nvSpPr>
        <p:spPr>
          <a:xfrm>
            <a:off x="395288" y="1600200"/>
            <a:ext cx="8240712" cy="4543425"/>
          </a:xfrm>
          <a:prstGeom prst="rect">
            <a:avLst/>
          </a:prstGeom>
          <a:noFill/>
          <a:ln>
            <a:noFill/>
          </a:ln>
        </p:spPr>
        <p:txBody>
          <a:bodyPr anchorCtr="0" anchor="t" bIns="45700" lIns="91425" spcFirstLastPara="1" rIns="91425" wrap="square" tIns="45700">
            <a:normAutofit lnSpcReduction="10000"/>
          </a:bodyPr>
          <a:lstStyle/>
          <a:p>
            <a:pPr indent="-292100" lvl="0" marL="342900" rtl="0" algn="l">
              <a:lnSpc>
                <a:spcPct val="80000"/>
              </a:lnSpc>
              <a:spcBef>
                <a:spcPts val="0"/>
              </a:spcBef>
              <a:spcAft>
                <a:spcPts val="0"/>
              </a:spcAft>
              <a:buClr>
                <a:schemeClr val="dk1"/>
              </a:buClr>
              <a:buSzPts val="800"/>
              <a:buNone/>
            </a:pPr>
            <a:r>
              <a:t/>
            </a:r>
            <a:endParaRPr sz="800"/>
          </a:p>
          <a:p>
            <a:pPr indent="-342900" lvl="0" marL="342900" rtl="0" algn="l">
              <a:lnSpc>
                <a:spcPct val="80000"/>
              </a:lnSpc>
              <a:spcBef>
                <a:spcPts val="400"/>
              </a:spcBef>
              <a:spcAft>
                <a:spcPts val="0"/>
              </a:spcAft>
              <a:buClr>
                <a:schemeClr val="dk1"/>
              </a:buClr>
              <a:buSzPts val="2000"/>
              <a:buChar char="•"/>
            </a:pPr>
            <a:r>
              <a:rPr lang="en-US" sz="2000"/>
              <a:t>In </a:t>
            </a:r>
            <a:r>
              <a:rPr b="1" lang="en-US" sz="2000"/>
              <a:t>two-tier architecture</a:t>
            </a:r>
            <a:r>
              <a:rPr lang="en-US" sz="2000"/>
              <a:t>, the </a:t>
            </a:r>
            <a:r>
              <a:rPr b="1" lang="en-US" sz="2000"/>
              <a:t>Java application directly communicates with the database</a:t>
            </a:r>
            <a:r>
              <a:rPr lang="en-US" sz="2000"/>
              <a:t> using JDBC</a:t>
            </a:r>
            <a:r>
              <a:rPr lang="en-US" sz="800"/>
              <a:t>.</a:t>
            </a:r>
            <a:endParaRPr/>
          </a:p>
          <a:p>
            <a:pPr indent="-292100" lvl="0" marL="342900" rtl="0" algn="l">
              <a:lnSpc>
                <a:spcPct val="80000"/>
              </a:lnSpc>
              <a:spcBef>
                <a:spcPts val="160"/>
              </a:spcBef>
              <a:spcAft>
                <a:spcPts val="0"/>
              </a:spcAft>
              <a:buClr>
                <a:schemeClr val="dk1"/>
              </a:buClr>
              <a:buSzPts val="800"/>
              <a:buNone/>
            </a:pPr>
            <a:r>
              <a:t/>
            </a:r>
            <a:endParaRPr sz="800"/>
          </a:p>
          <a:p>
            <a:pPr indent="-292100" lvl="0" marL="342900" rtl="0" algn="l">
              <a:lnSpc>
                <a:spcPct val="80000"/>
              </a:lnSpc>
              <a:spcBef>
                <a:spcPts val="160"/>
              </a:spcBef>
              <a:spcAft>
                <a:spcPts val="0"/>
              </a:spcAft>
              <a:buClr>
                <a:schemeClr val="dk1"/>
              </a:buClr>
              <a:buSzPts val="800"/>
              <a:buNone/>
            </a:pPr>
            <a:r>
              <a:t/>
            </a:r>
            <a:endParaRPr sz="800"/>
          </a:p>
          <a:p>
            <a:pPr indent="-292100" lvl="0" marL="342900" rtl="0" algn="l">
              <a:lnSpc>
                <a:spcPct val="80000"/>
              </a:lnSpc>
              <a:spcBef>
                <a:spcPts val="160"/>
              </a:spcBef>
              <a:spcAft>
                <a:spcPts val="0"/>
              </a:spcAft>
              <a:buClr>
                <a:schemeClr val="dk1"/>
              </a:buClr>
              <a:buSzPts val="800"/>
              <a:buNone/>
            </a:pPr>
            <a:r>
              <a:t/>
            </a:r>
            <a:endParaRPr sz="800"/>
          </a:p>
          <a:p>
            <a:pPr indent="-292100" lvl="0" marL="342900" rtl="0" algn="l">
              <a:lnSpc>
                <a:spcPct val="80000"/>
              </a:lnSpc>
              <a:spcBef>
                <a:spcPts val="160"/>
              </a:spcBef>
              <a:spcAft>
                <a:spcPts val="0"/>
              </a:spcAft>
              <a:buClr>
                <a:schemeClr val="dk1"/>
              </a:buClr>
              <a:buSzPts val="800"/>
              <a:buNone/>
            </a:pPr>
            <a:r>
              <a:t/>
            </a:r>
            <a:endParaRPr sz="800"/>
          </a:p>
          <a:p>
            <a:pPr indent="-292100" lvl="0" marL="342900" rtl="0" algn="l">
              <a:lnSpc>
                <a:spcPct val="80000"/>
              </a:lnSpc>
              <a:spcBef>
                <a:spcPts val="160"/>
              </a:spcBef>
              <a:spcAft>
                <a:spcPts val="0"/>
              </a:spcAft>
              <a:buClr>
                <a:schemeClr val="dk1"/>
              </a:buClr>
              <a:buSzPts val="800"/>
              <a:buNone/>
            </a:pPr>
            <a:r>
              <a:t/>
            </a:r>
            <a:endParaRPr sz="800"/>
          </a:p>
          <a:p>
            <a:pPr indent="-292100" lvl="0" marL="342900" rtl="0" algn="l">
              <a:lnSpc>
                <a:spcPct val="80000"/>
              </a:lnSpc>
              <a:spcBef>
                <a:spcPts val="160"/>
              </a:spcBef>
              <a:spcAft>
                <a:spcPts val="0"/>
              </a:spcAft>
              <a:buClr>
                <a:schemeClr val="dk1"/>
              </a:buClr>
              <a:buSzPts val="800"/>
              <a:buNone/>
            </a:pPr>
            <a:r>
              <a:t/>
            </a:r>
            <a:endParaRPr sz="800"/>
          </a:p>
          <a:p>
            <a:pPr indent="-292100" lvl="0" marL="342900" rtl="0" algn="l">
              <a:lnSpc>
                <a:spcPct val="80000"/>
              </a:lnSpc>
              <a:spcBef>
                <a:spcPts val="160"/>
              </a:spcBef>
              <a:spcAft>
                <a:spcPts val="0"/>
              </a:spcAft>
              <a:buClr>
                <a:schemeClr val="dk1"/>
              </a:buClr>
              <a:buSzPts val="800"/>
              <a:buNone/>
            </a:pPr>
            <a:r>
              <a:t/>
            </a:r>
            <a:endParaRPr sz="800"/>
          </a:p>
          <a:p>
            <a:pPr indent="-292100" lvl="0" marL="342900" rtl="0" algn="l">
              <a:lnSpc>
                <a:spcPct val="80000"/>
              </a:lnSpc>
              <a:spcBef>
                <a:spcPts val="160"/>
              </a:spcBef>
              <a:spcAft>
                <a:spcPts val="0"/>
              </a:spcAft>
              <a:buClr>
                <a:schemeClr val="dk1"/>
              </a:buClr>
              <a:buSzPts val="800"/>
              <a:buNone/>
            </a:pPr>
            <a:r>
              <a:t/>
            </a:r>
            <a:endParaRPr sz="800"/>
          </a:p>
          <a:p>
            <a:pPr indent="-292100" lvl="0" marL="342900" rtl="0" algn="l">
              <a:lnSpc>
                <a:spcPct val="80000"/>
              </a:lnSpc>
              <a:spcBef>
                <a:spcPts val="160"/>
              </a:spcBef>
              <a:spcAft>
                <a:spcPts val="0"/>
              </a:spcAft>
              <a:buClr>
                <a:schemeClr val="dk1"/>
              </a:buClr>
              <a:buSzPts val="800"/>
              <a:buNone/>
            </a:pPr>
            <a:r>
              <a:t/>
            </a:r>
            <a:endParaRPr sz="800"/>
          </a:p>
          <a:p>
            <a:pPr indent="-292100" lvl="0" marL="342900" rtl="0" algn="l">
              <a:lnSpc>
                <a:spcPct val="80000"/>
              </a:lnSpc>
              <a:spcBef>
                <a:spcPts val="160"/>
              </a:spcBef>
              <a:spcAft>
                <a:spcPts val="0"/>
              </a:spcAft>
              <a:buClr>
                <a:schemeClr val="dk1"/>
              </a:buClr>
              <a:buSzPts val="800"/>
              <a:buNone/>
            </a:pPr>
            <a:r>
              <a:t/>
            </a:r>
            <a:endParaRPr sz="800"/>
          </a:p>
          <a:p>
            <a:pPr indent="-292100" lvl="0" marL="342900" rtl="0" algn="l">
              <a:lnSpc>
                <a:spcPct val="80000"/>
              </a:lnSpc>
              <a:spcBef>
                <a:spcPts val="160"/>
              </a:spcBef>
              <a:spcAft>
                <a:spcPts val="0"/>
              </a:spcAft>
              <a:buClr>
                <a:schemeClr val="dk1"/>
              </a:buClr>
              <a:buSzPts val="800"/>
              <a:buNone/>
            </a:pPr>
            <a:r>
              <a:t/>
            </a:r>
            <a:endParaRPr sz="800"/>
          </a:p>
          <a:p>
            <a:pPr indent="-292100" lvl="0" marL="342900" rtl="0" algn="l">
              <a:lnSpc>
                <a:spcPct val="80000"/>
              </a:lnSpc>
              <a:spcBef>
                <a:spcPts val="160"/>
              </a:spcBef>
              <a:spcAft>
                <a:spcPts val="0"/>
              </a:spcAft>
              <a:buClr>
                <a:schemeClr val="dk1"/>
              </a:buClr>
              <a:buSzPts val="800"/>
              <a:buNone/>
            </a:pPr>
            <a:r>
              <a:t/>
            </a:r>
            <a:endParaRPr sz="800"/>
          </a:p>
          <a:p>
            <a:pPr indent="-292100" lvl="0" marL="342900" rtl="0" algn="l">
              <a:lnSpc>
                <a:spcPct val="80000"/>
              </a:lnSpc>
              <a:spcBef>
                <a:spcPts val="160"/>
              </a:spcBef>
              <a:spcAft>
                <a:spcPts val="0"/>
              </a:spcAft>
              <a:buClr>
                <a:schemeClr val="dk1"/>
              </a:buClr>
              <a:buSzPts val="800"/>
              <a:buNone/>
            </a:pPr>
            <a:r>
              <a:t/>
            </a:r>
            <a:endParaRPr sz="800"/>
          </a:p>
          <a:p>
            <a:pPr indent="-292100" lvl="0" marL="342900" rtl="0" algn="l">
              <a:lnSpc>
                <a:spcPct val="80000"/>
              </a:lnSpc>
              <a:spcBef>
                <a:spcPts val="160"/>
              </a:spcBef>
              <a:spcAft>
                <a:spcPts val="0"/>
              </a:spcAft>
              <a:buClr>
                <a:schemeClr val="dk1"/>
              </a:buClr>
              <a:buSzPts val="800"/>
              <a:buNone/>
            </a:pPr>
            <a:r>
              <a:t/>
            </a:r>
            <a:endParaRPr sz="800"/>
          </a:p>
          <a:p>
            <a:pPr indent="-292100" lvl="0" marL="342900" rtl="0" algn="l">
              <a:lnSpc>
                <a:spcPct val="80000"/>
              </a:lnSpc>
              <a:spcBef>
                <a:spcPts val="160"/>
              </a:spcBef>
              <a:spcAft>
                <a:spcPts val="0"/>
              </a:spcAft>
              <a:buClr>
                <a:schemeClr val="dk1"/>
              </a:buClr>
              <a:buSzPts val="800"/>
              <a:buNone/>
            </a:pPr>
            <a:r>
              <a:t/>
            </a:r>
            <a:endParaRPr sz="800"/>
          </a:p>
          <a:p>
            <a:pPr indent="-292100" lvl="0" marL="342900" rtl="0" algn="l">
              <a:lnSpc>
                <a:spcPct val="80000"/>
              </a:lnSpc>
              <a:spcBef>
                <a:spcPts val="160"/>
              </a:spcBef>
              <a:spcAft>
                <a:spcPts val="0"/>
              </a:spcAft>
              <a:buClr>
                <a:schemeClr val="dk1"/>
              </a:buClr>
              <a:buSzPts val="800"/>
              <a:buNone/>
            </a:pPr>
            <a:r>
              <a:t/>
            </a:r>
            <a:endParaRPr sz="800"/>
          </a:p>
          <a:p>
            <a:pPr indent="-292100" lvl="0" marL="342900" rtl="0" algn="l">
              <a:lnSpc>
                <a:spcPct val="80000"/>
              </a:lnSpc>
              <a:spcBef>
                <a:spcPts val="160"/>
              </a:spcBef>
              <a:spcAft>
                <a:spcPts val="0"/>
              </a:spcAft>
              <a:buClr>
                <a:schemeClr val="dk1"/>
              </a:buClr>
              <a:buSzPts val="800"/>
              <a:buNone/>
            </a:pPr>
            <a:r>
              <a:t/>
            </a:r>
            <a:endParaRPr sz="800"/>
          </a:p>
          <a:p>
            <a:pPr indent="-292100" lvl="0" marL="342900" rtl="0" algn="l">
              <a:lnSpc>
                <a:spcPct val="80000"/>
              </a:lnSpc>
              <a:spcBef>
                <a:spcPts val="160"/>
              </a:spcBef>
              <a:spcAft>
                <a:spcPts val="0"/>
              </a:spcAft>
              <a:buClr>
                <a:schemeClr val="dk1"/>
              </a:buClr>
              <a:buSzPts val="800"/>
              <a:buNone/>
            </a:pPr>
            <a:r>
              <a:t/>
            </a:r>
            <a:endParaRPr sz="800"/>
          </a:p>
          <a:p>
            <a:pPr indent="-292100" lvl="0" marL="342900" rtl="0" algn="l">
              <a:lnSpc>
                <a:spcPct val="80000"/>
              </a:lnSpc>
              <a:spcBef>
                <a:spcPts val="160"/>
              </a:spcBef>
              <a:spcAft>
                <a:spcPts val="0"/>
              </a:spcAft>
              <a:buClr>
                <a:schemeClr val="dk1"/>
              </a:buClr>
              <a:buSzPts val="800"/>
              <a:buNone/>
            </a:pPr>
            <a:r>
              <a:t/>
            </a:r>
            <a:endParaRPr sz="800"/>
          </a:p>
          <a:p>
            <a:pPr indent="-292100" lvl="0" marL="342900" rtl="0" algn="l">
              <a:lnSpc>
                <a:spcPct val="80000"/>
              </a:lnSpc>
              <a:spcBef>
                <a:spcPts val="160"/>
              </a:spcBef>
              <a:spcAft>
                <a:spcPts val="0"/>
              </a:spcAft>
              <a:buClr>
                <a:schemeClr val="dk1"/>
              </a:buClr>
              <a:buSzPts val="800"/>
              <a:buNone/>
            </a:pPr>
            <a:r>
              <a:t/>
            </a:r>
            <a:endParaRPr sz="800"/>
          </a:p>
          <a:p>
            <a:pPr indent="-292100" lvl="0" marL="342900" rtl="0" algn="l">
              <a:lnSpc>
                <a:spcPct val="80000"/>
              </a:lnSpc>
              <a:spcBef>
                <a:spcPts val="160"/>
              </a:spcBef>
              <a:spcAft>
                <a:spcPts val="0"/>
              </a:spcAft>
              <a:buClr>
                <a:schemeClr val="dk1"/>
              </a:buClr>
              <a:buSzPts val="800"/>
              <a:buNone/>
            </a:pPr>
            <a:r>
              <a:t/>
            </a:r>
            <a:endParaRPr sz="800"/>
          </a:p>
          <a:p>
            <a:pPr indent="-292100" lvl="0" marL="342900" rtl="0" algn="l">
              <a:lnSpc>
                <a:spcPct val="80000"/>
              </a:lnSpc>
              <a:spcBef>
                <a:spcPts val="160"/>
              </a:spcBef>
              <a:spcAft>
                <a:spcPts val="0"/>
              </a:spcAft>
              <a:buClr>
                <a:schemeClr val="dk1"/>
              </a:buClr>
              <a:buSzPts val="800"/>
              <a:buNone/>
            </a:pPr>
            <a:r>
              <a:t/>
            </a:r>
            <a:endParaRPr sz="800"/>
          </a:p>
          <a:p>
            <a:pPr indent="-292100" lvl="0" marL="342900" rtl="0" algn="l">
              <a:lnSpc>
                <a:spcPct val="80000"/>
              </a:lnSpc>
              <a:spcBef>
                <a:spcPts val="160"/>
              </a:spcBef>
              <a:spcAft>
                <a:spcPts val="0"/>
              </a:spcAft>
              <a:buClr>
                <a:schemeClr val="dk1"/>
              </a:buClr>
              <a:buSzPts val="800"/>
              <a:buNone/>
            </a:pPr>
            <a:r>
              <a:t/>
            </a:r>
            <a:endParaRPr sz="800"/>
          </a:p>
          <a:p>
            <a:pPr indent="-292100" lvl="0" marL="342900" rtl="0" algn="l">
              <a:lnSpc>
                <a:spcPct val="80000"/>
              </a:lnSpc>
              <a:spcBef>
                <a:spcPts val="160"/>
              </a:spcBef>
              <a:spcAft>
                <a:spcPts val="0"/>
              </a:spcAft>
              <a:buClr>
                <a:schemeClr val="dk1"/>
              </a:buClr>
              <a:buSzPts val="800"/>
              <a:buNone/>
            </a:pPr>
            <a:r>
              <a:t/>
            </a:r>
            <a:endParaRPr sz="800"/>
          </a:p>
          <a:p>
            <a:pPr indent="0" lvl="0" marL="0" rtl="0" algn="l">
              <a:lnSpc>
                <a:spcPct val="80000"/>
              </a:lnSpc>
              <a:spcBef>
                <a:spcPts val="320"/>
              </a:spcBef>
              <a:spcAft>
                <a:spcPts val="0"/>
              </a:spcAft>
              <a:buClr>
                <a:schemeClr val="dk1"/>
              </a:buClr>
              <a:buSzPts val="1600"/>
              <a:buNone/>
            </a:pPr>
            <a:r>
              <a:rPr lang="en-US" sz="1600"/>
              <a:t>The client application contains:</a:t>
            </a:r>
            <a:endParaRPr/>
          </a:p>
          <a:p>
            <a:pPr indent="-285750" lvl="1" marL="742950" rtl="0" algn="l">
              <a:lnSpc>
                <a:spcPct val="80000"/>
              </a:lnSpc>
              <a:spcBef>
                <a:spcPts val="240"/>
              </a:spcBef>
              <a:spcAft>
                <a:spcPts val="0"/>
              </a:spcAft>
              <a:buClr>
                <a:schemeClr val="dk1"/>
              </a:buClr>
              <a:buSzPts val="1200"/>
              <a:buChar char="–"/>
            </a:pPr>
            <a:r>
              <a:rPr lang="en-US" sz="1200"/>
              <a:t>User Interface</a:t>
            </a:r>
            <a:endParaRPr/>
          </a:p>
          <a:p>
            <a:pPr indent="-285750" lvl="1" marL="742950" rtl="0" algn="l">
              <a:lnSpc>
                <a:spcPct val="80000"/>
              </a:lnSpc>
              <a:spcBef>
                <a:spcPts val="240"/>
              </a:spcBef>
              <a:spcAft>
                <a:spcPts val="0"/>
              </a:spcAft>
              <a:buClr>
                <a:schemeClr val="dk1"/>
              </a:buClr>
              <a:buSzPts val="1200"/>
              <a:buChar char="–"/>
            </a:pPr>
            <a:r>
              <a:rPr lang="en-US" sz="1200"/>
              <a:t>Business logic</a:t>
            </a:r>
            <a:endParaRPr/>
          </a:p>
          <a:p>
            <a:pPr indent="-285750" lvl="1" marL="742950" rtl="0" algn="l">
              <a:lnSpc>
                <a:spcPct val="80000"/>
              </a:lnSpc>
              <a:spcBef>
                <a:spcPts val="240"/>
              </a:spcBef>
              <a:spcAft>
                <a:spcPts val="0"/>
              </a:spcAft>
              <a:buClr>
                <a:schemeClr val="dk1"/>
              </a:buClr>
              <a:buSzPts val="1200"/>
              <a:buChar char="–"/>
            </a:pPr>
            <a:r>
              <a:rPr lang="en-US" sz="1200"/>
              <a:t>JDBC code</a:t>
            </a:r>
            <a:endParaRPr/>
          </a:p>
          <a:p>
            <a:pPr indent="-342900" lvl="0" marL="342900" rtl="0" algn="l">
              <a:lnSpc>
                <a:spcPct val="80000"/>
              </a:lnSpc>
              <a:spcBef>
                <a:spcPts val="320"/>
              </a:spcBef>
              <a:spcAft>
                <a:spcPts val="0"/>
              </a:spcAft>
              <a:buClr>
                <a:schemeClr val="dk1"/>
              </a:buClr>
              <a:buSzPts val="1600"/>
              <a:buChar char="•"/>
            </a:pPr>
            <a:r>
              <a:rPr lang="en-US" sz="1600"/>
              <a:t>JDBC driver directly connects the client to the database.</a:t>
            </a:r>
            <a:endParaRPr/>
          </a:p>
          <a:p>
            <a:pPr indent="-342900" lvl="0" marL="342900" rtl="0" algn="l">
              <a:lnSpc>
                <a:spcPct val="80000"/>
              </a:lnSpc>
              <a:spcBef>
                <a:spcPts val="320"/>
              </a:spcBef>
              <a:spcAft>
                <a:spcPts val="0"/>
              </a:spcAft>
              <a:buClr>
                <a:schemeClr val="dk1"/>
              </a:buClr>
              <a:buSzPts val="1600"/>
              <a:buChar char="•"/>
            </a:pPr>
            <a:r>
              <a:rPr lang="en-US" sz="1600"/>
              <a:t>SQL queries are executed directly from the client.</a:t>
            </a:r>
            <a:endParaRPr/>
          </a:p>
          <a:p>
            <a:pPr indent="-292100" lvl="0" marL="342900" rtl="0" algn="l">
              <a:lnSpc>
                <a:spcPct val="80000"/>
              </a:lnSpc>
              <a:spcBef>
                <a:spcPts val="160"/>
              </a:spcBef>
              <a:spcAft>
                <a:spcPts val="0"/>
              </a:spcAft>
              <a:buClr>
                <a:schemeClr val="dk1"/>
              </a:buClr>
              <a:buSzPts val="800"/>
              <a:buNone/>
            </a:pPr>
            <a:r>
              <a:t/>
            </a:r>
            <a:endParaRPr sz="800"/>
          </a:p>
          <a:p>
            <a:pPr indent="-292100" lvl="0" marL="342900" rtl="0" algn="l">
              <a:lnSpc>
                <a:spcPct val="80000"/>
              </a:lnSpc>
              <a:spcBef>
                <a:spcPts val="160"/>
              </a:spcBef>
              <a:spcAft>
                <a:spcPts val="0"/>
              </a:spcAft>
              <a:buClr>
                <a:schemeClr val="dk1"/>
              </a:buClr>
              <a:buSzPts val="800"/>
              <a:buNone/>
            </a:pPr>
            <a:r>
              <a:t/>
            </a:r>
            <a:endParaRPr sz="800"/>
          </a:p>
          <a:p>
            <a:pPr indent="-292100" lvl="0" marL="342900" rtl="0" algn="l">
              <a:lnSpc>
                <a:spcPct val="80000"/>
              </a:lnSpc>
              <a:spcBef>
                <a:spcPts val="160"/>
              </a:spcBef>
              <a:spcAft>
                <a:spcPts val="0"/>
              </a:spcAft>
              <a:buClr>
                <a:schemeClr val="dk1"/>
              </a:buClr>
              <a:buSzPts val="800"/>
              <a:buNone/>
            </a:pPr>
            <a:r>
              <a:t/>
            </a:r>
            <a:endParaRPr sz="800"/>
          </a:p>
        </p:txBody>
      </p:sp>
      <p:pic>
        <p:nvPicPr>
          <p:cNvPr descr="The DBMS-proprietary protocol provides two-way communication between the client machine and the database server" id="279" name="Google Shape;279;p9"/>
          <p:cNvPicPr preferRelativeResize="0"/>
          <p:nvPr/>
        </p:nvPicPr>
        <p:blipFill rotWithShape="1">
          <a:blip r:embed="rId3">
            <a:alphaModFix/>
          </a:blip>
          <a:srcRect b="0" l="0" r="0" t="0"/>
          <a:stretch/>
        </p:blipFill>
        <p:spPr>
          <a:xfrm>
            <a:off x="4214206" y="2111896"/>
            <a:ext cx="4071937" cy="264318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85" name="Google Shape;285;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Char char="•"/>
            </a:pPr>
            <a:r>
              <a:rPr lang="en-US"/>
              <a:t>Example Applications</a:t>
            </a:r>
            <a:endParaRPr/>
          </a:p>
          <a:p>
            <a:pPr indent="-285750" lvl="1" marL="742950" rtl="0" algn="l">
              <a:spcBef>
                <a:spcPts val="434"/>
              </a:spcBef>
              <a:spcAft>
                <a:spcPts val="0"/>
              </a:spcAft>
              <a:buClr>
                <a:schemeClr val="dk1"/>
              </a:buClr>
              <a:buSzPct val="100000"/>
              <a:buChar char="–"/>
            </a:pPr>
            <a:r>
              <a:rPr lang="en-US"/>
              <a:t>Java Swing applications</a:t>
            </a:r>
            <a:endParaRPr/>
          </a:p>
          <a:p>
            <a:pPr indent="-285750" lvl="1" marL="742950" rtl="0" algn="l">
              <a:spcBef>
                <a:spcPts val="434"/>
              </a:spcBef>
              <a:spcAft>
                <a:spcPts val="0"/>
              </a:spcAft>
              <a:buClr>
                <a:schemeClr val="dk1"/>
              </a:buClr>
              <a:buSzPct val="100000"/>
              <a:buChar char="–"/>
            </a:pPr>
            <a:r>
              <a:rPr lang="en-US"/>
              <a:t>Standalone desktop applications</a:t>
            </a:r>
            <a:endParaRPr/>
          </a:p>
          <a:p>
            <a:pPr indent="-285750" lvl="1" marL="742950" rtl="0" algn="l">
              <a:spcBef>
                <a:spcPts val="434"/>
              </a:spcBef>
              <a:spcAft>
                <a:spcPts val="0"/>
              </a:spcAft>
              <a:buClr>
                <a:schemeClr val="dk1"/>
              </a:buClr>
              <a:buSzPct val="100000"/>
              <a:buChar char="–"/>
            </a:pPr>
            <a:r>
              <a:rPr lang="en-US"/>
              <a:t>Small-scale systems</a:t>
            </a:r>
            <a:endParaRPr/>
          </a:p>
          <a:p>
            <a:pPr indent="-342900" lvl="0" marL="342900" rtl="0" algn="l">
              <a:spcBef>
                <a:spcPts val="496"/>
              </a:spcBef>
              <a:spcAft>
                <a:spcPts val="0"/>
              </a:spcAft>
              <a:buClr>
                <a:schemeClr val="dk1"/>
              </a:buClr>
              <a:buSzPct val="100000"/>
              <a:buChar char="•"/>
            </a:pPr>
            <a:r>
              <a:rPr lang="en-US"/>
              <a:t>Advantages</a:t>
            </a:r>
            <a:endParaRPr/>
          </a:p>
          <a:p>
            <a:pPr indent="-285750" lvl="1" marL="742950" rtl="0" algn="l">
              <a:spcBef>
                <a:spcPts val="434"/>
              </a:spcBef>
              <a:spcAft>
                <a:spcPts val="0"/>
              </a:spcAft>
              <a:buClr>
                <a:schemeClr val="dk1"/>
              </a:buClr>
              <a:buSzPct val="100000"/>
              <a:buChar char="–"/>
            </a:pPr>
            <a:r>
              <a:rPr lang="en-US"/>
              <a:t>Simple to design and implement</a:t>
            </a:r>
            <a:endParaRPr/>
          </a:p>
          <a:p>
            <a:pPr indent="-285750" lvl="1" marL="742950" rtl="0" algn="l">
              <a:spcBef>
                <a:spcPts val="434"/>
              </a:spcBef>
              <a:spcAft>
                <a:spcPts val="0"/>
              </a:spcAft>
              <a:buClr>
                <a:schemeClr val="dk1"/>
              </a:buClr>
              <a:buSzPct val="100000"/>
              <a:buChar char="–"/>
            </a:pPr>
            <a:r>
              <a:rPr lang="en-US"/>
              <a:t>Faster communication (direct connection)</a:t>
            </a:r>
            <a:endParaRPr/>
          </a:p>
          <a:p>
            <a:pPr indent="-285750" lvl="1" marL="742950" rtl="0" algn="l">
              <a:spcBef>
                <a:spcPts val="434"/>
              </a:spcBef>
              <a:spcAft>
                <a:spcPts val="0"/>
              </a:spcAft>
              <a:buClr>
                <a:schemeClr val="dk1"/>
              </a:buClr>
              <a:buSzPct val="100000"/>
              <a:buChar char="–"/>
            </a:pPr>
            <a:r>
              <a:rPr lang="en-US"/>
              <a:t>Suitable for small applications</a:t>
            </a:r>
            <a:endParaRPr/>
          </a:p>
          <a:p>
            <a:pPr indent="-342900" lvl="0" marL="342900" rtl="0" algn="l">
              <a:spcBef>
                <a:spcPts val="496"/>
              </a:spcBef>
              <a:spcAft>
                <a:spcPts val="0"/>
              </a:spcAft>
              <a:buClr>
                <a:schemeClr val="dk1"/>
              </a:buClr>
              <a:buSzPct val="100000"/>
              <a:buChar char="•"/>
            </a:pPr>
            <a:r>
              <a:rPr lang="en-US"/>
              <a:t>Disadvantages</a:t>
            </a:r>
            <a:endParaRPr/>
          </a:p>
          <a:p>
            <a:pPr indent="-285750" lvl="1" marL="742950" rtl="0" algn="l">
              <a:spcBef>
                <a:spcPts val="434"/>
              </a:spcBef>
              <a:spcAft>
                <a:spcPts val="0"/>
              </a:spcAft>
              <a:buClr>
                <a:schemeClr val="dk1"/>
              </a:buClr>
              <a:buSzPct val="100000"/>
              <a:buChar char="–"/>
            </a:pPr>
            <a:r>
              <a:rPr lang="en-US"/>
              <a:t>Poor scalability</a:t>
            </a:r>
            <a:endParaRPr/>
          </a:p>
          <a:p>
            <a:pPr indent="-285750" lvl="1" marL="742950" rtl="0" algn="l">
              <a:spcBef>
                <a:spcPts val="434"/>
              </a:spcBef>
              <a:spcAft>
                <a:spcPts val="0"/>
              </a:spcAft>
              <a:buClr>
                <a:schemeClr val="dk1"/>
              </a:buClr>
              <a:buSzPct val="100000"/>
              <a:buChar char="–"/>
            </a:pPr>
            <a:r>
              <a:rPr lang="en-US"/>
              <a:t>Database credentials exposed to client</a:t>
            </a:r>
            <a:endParaRPr/>
          </a:p>
          <a:p>
            <a:pPr indent="-285750" lvl="1" marL="742950" rtl="0" algn="l">
              <a:spcBef>
                <a:spcPts val="434"/>
              </a:spcBef>
              <a:spcAft>
                <a:spcPts val="0"/>
              </a:spcAft>
              <a:buClr>
                <a:schemeClr val="dk1"/>
              </a:buClr>
              <a:buSzPct val="100000"/>
              <a:buChar char="–"/>
            </a:pPr>
            <a:r>
              <a:rPr lang="en-US"/>
              <a:t>Difficult to manage for large users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i="1" lang="en-US"/>
              <a:t>Three-tier Architecture for Data Access.</a:t>
            </a:r>
            <a:endParaRPr/>
          </a:p>
        </p:txBody>
      </p:sp>
      <p:pic>
        <p:nvPicPr>
          <p:cNvPr descr="The DBMS-proprietary protocol provides two-way communication between the database server and the server machine. HTTP, RMI, CORBA or other calls provide two way communication between the server machine and the client machine" id="291" name="Google Shape;291;p11"/>
          <p:cNvPicPr preferRelativeResize="0"/>
          <p:nvPr>
            <p:ph idx="1" type="body"/>
          </p:nvPr>
        </p:nvPicPr>
        <p:blipFill rotWithShape="1">
          <a:blip r:embed="rId3">
            <a:alphaModFix/>
          </a:blip>
          <a:srcRect b="0" l="0" r="0" t="0"/>
          <a:stretch/>
        </p:blipFill>
        <p:spPr>
          <a:xfrm>
            <a:off x="1357313" y="2723170"/>
            <a:ext cx="5357812" cy="3857625"/>
          </a:xfrm>
          <a:prstGeom prst="rect">
            <a:avLst/>
          </a:prstGeom>
          <a:noFill/>
          <a:ln>
            <a:noFill/>
          </a:ln>
        </p:spPr>
      </p:pic>
      <p:sp>
        <p:nvSpPr>
          <p:cNvPr id="292" name="Google Shape;292;p11"/>
          <p:cNvSpPr txBox="1"/>
          <p:nvPr/>
        </p:nvSpPr>
        <p:spPr>
          <a:xfrm>
            <a:off x="527901" y="1593130"/>
            <a:ext cx="7598004"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 </a:t>
            </a:r>
            <a:r>
              <a:rPr b="1" lang="en-US" sz="1800">
                <a:solidFill>
                  <a:schemeClr val="dk1"/>
                </a:solidFill>
                <a:latin typeface="Calibri"/>
                <a:ea typeface="Calibri"/>
                <a:cs typeface="Calibri"/>
                <a:sym typeface="Calibri"/>
              </a:rPr>
              <a:t>three-tier architecture</a:t>
            </a:r>
            <a:r>
              <a:rPr lang="en-US" sz="1800">
                <a:solidFill>
                  <a:schemeClr val="dk1"/>
                </a:solidFill>
                <a:latin typeface="Calibri"/>
                <a:ea typeface="Calibri"/>
                <a:cs typeface="Calibri"/>
                <a:sym typeface="Calibri"/>
              </a:rPr>
              <a:t>, the client does </a:t>
            </a:r>
            <a:r>
              <a:rPr b="1" lang="en-US" sz="1800">
                <a:solidFill>
                  <a:schemeClr val="dk1"/>
                </a:solidFill>
                <a:latin typeface="Calibri"/>
                <a:ea typeface="Calibri"/>
                <a:cs typeface="Calibri"/>
                <a:sym typeface="Calibri"/>
              </a:rPr>
              <a:t>not directly access the database</a:t>
            </a:r>
            <a:r>
              <a:rPr lang="en-US" sz="1800">
                <a:solidFill>
                  <a:schemeClr val="dk1"/>
                </a:solidFill>
                <a:latin typeface="Calibri"/>
                <a:ea typeface="Calibri"/>
                <a:cs typeface="Calibri"/>
                <a:sym typeface="Calibri"/>
              </a:rPr>
              <a:t>.</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A </a:t>
            </a:r>
            <a:r>
              <a:rPr b="1" lang="en-US" sz="1800">
                <a:solidFill>
                  <a:schemeClr val="dk1"/>
                </a:solidFill>
                <a:latin typeface="Calibri"/>
                <a:ea typeface="Calibri"/>
                <a:cs typeface="Calibri"/>
                <a:sym typeface="Calibri"/>
              </a:rPr>
              <a:t>middle layer (application server)</a:t>
            </a:r>
            <a:r>
              <a:rPr lang="en-US" sz="1800">
                <a:solidFill>
                  <a:schemeClr val="dk1"/>
                </a:solidFill>
                <a:latin typeface="Calibri"/>
                <a:ea typeface="Calibri"/>
                <a:cs typeface="Calibri"/>
                <a:sym typeface="Calibri"/>
              </a:rPr>
              <a:t> handles JDBC operations.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98" name="Google Shape;298;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Char char="•"/>
            </a:pPr>
            <a:r>
              <a:rPr b="1" lang="en-US"/>
              <a:t>Explanation</a:t>
            </a:r>
            <a:endParaRPr/>
          </a:p>
          <a:p>
            <a:pPr indent="-342900" lvl="0" marL="342900" rtl="0" algn="l">
              <a:spcBef>
                <a:spcPts val="448"/>
              </a:spcBef>
              <a:spcAft>
                <a:spcPts val="0"/>
              </a:spcAft>
              <a:buClr>
                <a:schemeClr val="dk1"/>
              </a:buClr>
              <a:buSzPct val="100000"/>
              <a:buChar char="•"/>
            </a:pPr>
            <a:r>
              <a:rPr lang="en-US"/>
              <a:t>Client layer:</a:t>
            </a:r>
            <a:endParaRPr/>
          </a:p>
          <a:p>
            <a:pPr indent="-285750" lvl="1" marL="742950" rtl="0" algn="l">
              <a:spcBef>
                <a:spcPts val="392"/>
              </a:spcBef>
              <a:spcAft>
                <a:spcPts val="0"/>
              </a:spcAft>
              <a:buClr>
                <a:schemeClr val="dk1"/>
              </a:buClr>
              <a:buSzPct val="100000"/>
              <a:buChar char="–"/>
            </a:pPr>
            <a:r>
              <a:rPr lang="en-US"/>
              <a:t>User interface (browser, desktop app)</a:t>
            </a:r>
            <a:endParaRPr/>
          </a:p>
          <a:p>
            <a:pPr indent="-342900" lvl="0" marL="342900" rtl="0" algn="l">
              <a:spcBef>
                <a:spcPts val="448"/>
              </a:spcBef>
              <a:spcAft>
                <a:spcPts val="0"/>
              </a:spcAft>
              <a:buClr>
                <a:schemeClr val="dk1"/>
              </a:buClr>
              <a:buSzPct val="100000"/>
              <a:buChar char="•"/>
            </a:pPr>
            <a:r>
              <a:rPr lang="en-US"/>
              <a:t>Middle layer:</a:t>
            </a:r>
            <a:endParaRPr/>
          </a:p>
          <a:p>
            <a:pPr indent="-285750" lvl="1" marL="742950" rtl="0" algn="l">
              <a:spcBef>
                <a:spcPts val="392"/>
              </a:spcBef>
              <a:spcAft>
                <a:spcPts val="0"/>
              </a:spcAft>
              <a:buClr>
                <a:schemeClr val="dk1"/>
              </a:buClr>
              <a:buSzPct val="100000"/>
              <a:buChar char="–"/>
            </a:pPr>
            <a:r>
              <a:rPr lang="en-US"/>
              <a:t>Business logic</a:t>
            </a:r>
            <a:endParaRPr/>
          </a:p>
          <a:p>
            <a:pPr indent="-285750" lvl="1" marL="742950" rtl="0" algn="l">
              <a:spcBef>
                <a:spcPts val="392"/>
              </a:spcBef>
              <a:spcAft>
                <a:spcPts val="0"/>
              </a:spcAft>
              <a:buClr>
                <a:schemeClr val="dk1"/>
              </a:buClr>
              <a:buSzPct val="100000"/>
              <a:buChar char="–"/>
            </a:pPr>
            <a:r>
              <a:rPr lang="en-US"/>
              <a:t>JDBC code</a:t>
            </a:r>
            <a:endParaRPr/>
          </a:p>
          <a:p>
            <a:pPr indent="-285750" lvl="1" marL="742950" rtl="0" algn="l">
              <a:spcBef>
                <a:spcPts val="392"/>
              </a:spcBef>
              <a:spcAft>
                <a:spcPts val="0"/>
              </a:spcAft>
              <a:buClr>
                <a:schemeClr val="dk1"/>
              </a:buClr>
              <a:buSzPct val="100000"/>
              <a:buChar char="–"/>
            </a:pPr>
            <a:r>
              <a:rPr lang="en-US"/>
              <a:t>Security and transaction management</a:t>
            </a:r>
            <a:endParaRPr/>
          </a:p>
          <a:p>
            <a:pPr indent="-342900" lvl="0" marL="342900" rtl="0" algn="l">
              <a:spcBef>
                <a:spcPts val="448"/>
              </a:spcBef>
              <a:spcAft>
                <a:spcPts val="0"/>
              </a:spcAft>
              <a:buClr>
                <a:schemeClr val="dk1"/>
              </a:buClr>
              <a:buSzPct val="100000"/>
              <a:buChar char="•"/>
            </a:pPr>
            <a:r>
              <a:rPr lang="en-US"/>
              <a:t>Database layer:</a:t>
            </a:r>
            <a:endParaRPr/>
          </a:p>
          <a:p>
            <a:pPr indent="-285750" lvl="1" marL="742950" rtl="0" algn="l">
              <a:spcBef>
                <a:spcPts val="392"/>
              </a:spcBef>
              <a:spcAft>
                <a:spcPts val="0"/>
              </a:spcAft>
              <a:buClr>
                <a:schemeClr val="dk1"/>
              </a:buClr>
              <a:buSzPct val="100000"/>
              <a:buChar char="–"/>
            </a:pPr>
            <a:r>
              <a:rPr lang="en-US"/>
              <a:t>Stores and manages data</a:t>
            </a:r>
            <a:endParaRPr/>
          </a:p>
          <a:p>
            <a:pPr indent="-342900" lvl="0" marL="342900" rtl="0" algn="l">
              <a:spcBef>
                <a:spcPts val="448"/>
              </a:spcBef>
              <a:spcAft>
                <a:spcPts val="0"/>
              </a:spcAft>
              <a:buClr>
                <a:schemeClr val="dk1"/>
              </a:buClr>
              <a:buSzPct val="100000"/>
              <a:buChar char="•"/>
            </a:pPr>
            <a:r>
              <a:rPr b="1" lang="en-US"/>
              <a:t>Example Applications</a:t>
            </a:r>
            <a:endParaRPr/>
          </a:p>
          <a:p>
            <a:pPr indent="-342900" lvl="0" marL="342900" rtl="0" algn="l">
              <a:spcBef>
                <a:spcPts val="448"/>
              </a:spcBef>
              <a:spcAft>
                <a:spcPts val="0"/>
              </a:spcAft>
              <a:buClr>
                <a:schemeClr val="dk1"/>
              </a:buClr>
              <a:buSzPct val="100000"/>
              <a:buChar char="•"/>
            </a:pPr>
            <a:r>
              <a:rPr lang="en-US"/>
              <a:t>Web applications using JSP/Servlets</a:t>
            </a:r>
            <a:endParaRPr/>
          </a:p>
          <a:p>
            <a:pPr indent="-342900" lvl="0" marL="342900" rtl="0" algn="l">
              <a:spcBef>
                <a:spcPts val="448"/>
              </a:spcBef>
              <a:spcAft>
                <a:spcPts val="0"/>
              </a:spcAft>
              <a:buClr>
                <a:schemeClr val="dk1"/>
              </a:buClr>
              <a:buSzPct val="100000"/>
              <a:buChar char="•"/>
            </a:pPr>
            <a:r>
              <a:rPr lang="en-US"/>
              <a:t>Enterprise applications</a:t>
            </a:r>
            <a:endParaRPr/>
          </a:p>
          <a:p>
            <a:pPr indent="-342900" lvl="0" marL="342900" rtl="0" algn="l">
              <a:spcBef>
                <a:spcPts val="448"/>
              </a:spcBef>
              <a:spcAft>
                <a:spcPts val="0"/>
              </a:spcAft>
              <a:buClr>
                <a:schemeClr val="dk1"/>
              </a:buClr>
              <a:buSzPct val="100000"/>
              <a:buChar char="•"/>
            </a:pPr>
            <a:r>
              <a:rPr lang="en-US"/>
              <a:t>Banking and e-commerce systems</a:t>
            </a:r>
            <a:endParaRPr/>
          </a:p>
          <a:p>
            <a:pPr indent="-200660" lvl="0" marL="342900" rtl="0" algn="l">
              <a:spcBef>
                <a:spcPts val="448"/>
              </a:spcBef>
              <a:spcAft>
                <a:spcPts val="0"/>
              </a:spcAft>
              <a:buClr>
                <a:schemeClr val="dk1"/>
              </a:buClr>
              <a:buSzPct val="100000"/>
              <a:buNone/>
            </a:pPr>
            <a:r>
              <a:t/>
            </a:r>
            <a:endParaRPr/>
          </a:p>
        </p:txBody>
      </p:sp>
      <p:sp>
        <p:nvSpPr>
          <p:cNvPr id="299" name="Google Shape;299;p12"/>
          <p:cNvSpPr txBox="1"/>
          <p:nvPr>
            <p:ph idx="12" type="sldNum"/>
          </p:nvPr>
        </p:nvSpPr>
        <p:spPr>
          <a:xfrm>
            <a:off x="457200" y="6308726"/>
            <a:ext cx="1069759" cy="4127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3"/>
          <p:cNvSpPr txBox="1"/>
          <p:nvPr>
            <p:ph type="title"/>
          </p:nvPr>
        </p:nvSpPr>
        <p:spPr>
          <a:xfrm>
            <a:off x="406400" y="107950"/>
            <a:ext cx="7772400" cy="53498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t/>
            </a:r>
            <a:endParaRPr/>
          </a:p>
        </p:txBody>
      </p:sp>
      <p:sp>
        <p:nvSpPr>
          <p:cNvPr id="305" name="Google Shape;305;p13"/>
          <p:cNvSpPr txBox="1"/>
          <p:nvPr>
            <p:ph idx="1" type="body"/>
          </p:nvPr>
        </p:nvSpPr>
        <p:spPr>
          <a:xfrm>
            <a:off x="457200" y="1357313"/>
            <a:ext cx="8178800" cy="4700587"/>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b="1" lang="en-US"/>
              <a:t>Advantages</a:t>
            </a:r>
            <a:endParaRPr/>
          </a:p>
          <a:p>
            <a:pPr indent="-342900" lvl="0" marL="342900" rtl="0" algn="l">
              <a:spcBef>
                <a:spcPts val="592"/>
              </a:spcBef>
              <a:spcAft>
                <a:spcPts val="0"/>
              </a:spcAft>
              <a:buClr>
                <a:schemeClr val="dk1"/>
              </a:buClr>
              <a:buSzPct val="100000"/>
              <a:buChar char="•"/>
            </a:pPr>
            <a:r>
              <a:rPr lang="en-US"/>
              <a:t>High scalability</a:t>
            </a:r>
            <a:endParaRPr/>
          </a:p>
          <a:p>
            <a:pPr indent="-342900" lvl="0" marL="342900" rtl="0" algn="l">
              <a:spcBef>
                <a:spcPts val="592"/>
              </a:spcBef>
              <a:spcAft>
                <a:spcPts val="0"/>
              </a:spcAft>
              <a:buClr>
                <a:schemeClr val="dk1"/>
              </a:buClr>
              <a:buSzPct val="100000"/>
              <a:buChar char="•"/>
            </a:pPr>
            <a:r>
              <a:rPr lang="en-US"/>
              <a:t>Better security</a:t>
            </a:r>
            <a:endParaRPr/>
          </a:p>
          <a:p>
            <a:pPr indent="-342900" lvl="0" marL="342900" rtl="0" algn="l">
              <a:spcBef>
                <a:spcPts val="592"/>
              </a:spcBef>
              <a:spcAft>
                <a:spcPts val="0"/>
              </a:spcAft>
              <a:buClr>
                <a:schemeClr val="dk1"/>
              </a:buClr>
              <a:buSzPct val="100000"/>
              <a:buChar char="•"/>
            </a:pPr>
            <a:r>
              <a:rPr lang="en-US"/>
              <a:t>Easy maintenance</a:t>
            </a:r>
            <a:endParaRPr/>
          </a:p>
          <a:p>
            <a:pPr indent="-342900" lvl="0" marL="342900" rtl="0" algn="l">
              <a:spcBef>
                <a:spcPts val="592"/>
              </a:spcBef>
              <a:spcAft>
                <a:spcPts val="0"/>
              </a:spcAft>
              <a:buClr>
                <a:schemeClr val="dk1"/>
              </a:buClr>
              <a:buSzPct val="100000"/>
              <a:buChar char="•"/>
            </a:pPr>
            <a:r>
              <a:rPr lang="en-US"/>
              <a:t>Supports large number of users</a:t>
            </a:r>
            <a:endParaRPr/>
          </a:p>
          <a:p>
            <a:pPr indent="-342900" lvl="0" marL="342900" rtl="0" algn="l">
              <a:spcBef>
                <a:spcPts val="592"/>
              </a:spcBef>
              <a:spcAft>
                <a:spcPts val="0"/>
              </a:spcAft>
              <a:buClr>
                <a:schemeClr val="dk1"/>
              </a:buClr>
              <a:buSzPct val="100000"/>
              <a:buChar char="•"/>
            </a:pPr>
            <a:r>
              <a:rPr b="1" lang="en-US"/>
              <a:t>Disadvantages</a:t>
            </a:r>
            <a:endParaRPr/>
          </a:p>
          <a:p>
            <a:pPr indent="-342900" lvl="0" marL="342900" rtl="0" algn="l">
              <a:spcBef>
                <a:spcPts val="592"/>
              </a:spcBef>
              <a:spcAft>
                <a:spcPts val="0"/>
              </a:spcAft>
              <a:buClr>
                <a:schemeClr val="dk1"/>
              </a:buClr>
              <a:buSzPct val="100000"/>
              <a:buChar char="•"/>
            </a:pPr>
            <a:r>
              <a:rPr lang="en-US"/>
              <a:t>More complex design</a:t>
            </a:r>
            <a:endParaRPr/>
          </a:p>
          <a:p>
            <a:pPr indent="-342900" lvl="0" marL="342900" rtl="0" algn="l">
              <a:spcBef>
                <a:spcPts val="592"/>
              </a:spcBef>
              <a:spcAft>
                <a:spcPts val="0"/>
              </a:spcAft>
              <a:buClr>
                <a:schemeClr val="dk1"/>
              </a:buClr>
              <a:buSzPct val="100000"/>
              <a:buChar char="•"/>
            </a:pPr>
            <a:r>
              <a:rPr lang="en-US"/>
              <a:t>Higher development cost</a:t>
            </a:r>
            <a:endParaRPr/>
          </a:p>
          <a:p>
            <a:pPr indent="-342900" lvl="0" marL="342900" rtl="0" algn="l">
              <a:spcBef>
                <a:spcPts val="592"/>
              </a:spcBef>
              <a:spcAft>
                <a:spcPts val="0"/>
              </a:spcAft>
              <a:buClr>
                <a:schemeClr val="dk1"/>
              </a:buClr>
              <a:buSzPct val="100000"/>
              <a:buChar char="•"/>
            </a:pPr>
            <a:r>
              <a:rPr lang="en-US"/>
              <a:t>Requires application server</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JDBC Model</a:t>
            </a:r>
            <a:endParaRPr/>
          </a:p>
        </p:txBody>
      </p:sp>
      <p:sp>
        <p:nvSpPr>
          <p:cNvPr id="311" name="Google Shape;311;p14"/>
          <p:cNvSpPr txBox="1"/>
          <p:nvPr>
            <p:ph idx="1" type="body"/>
          </p:nvPr>
        </p:nvSpPr>
        <p:spPr>
          <a:xfrm>
            <a:off x="179388" y="2133600"/>
            <a:ext cx="5832475" cy="4105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solidFill>
                  <a:schemeClr val="dk1"/>
                </a:solidFill>
              </a:rPr>
              <a:t>JDBC consists of two parts:</a:t>
            </a:r>
            <a:endParaRPr/>
          </a:p>
          <a:p>
            <a:pPr indent="-285750" lvl="1" marL="742950" rtl="0" algn="l">
              <a:spcBef>
                <a:spcPts val="560"/>
              </a:spcBef>
              <a:spcAft>
                <a:spcPts val="0"/>
              </a:spcAft>
              <a:buClr>
                <a:schemeClr val="dk1"/>
              </a:buClr>
              <a:buSzPts val="2800"/>
              <a:buChar char="–"/>
            </a:pPr>
            <a:r>
              <a:rPr lang="en-US">
                <a:solidFill>
                  <a:schemeClr val="dk1"/>
                </a:solidFill>
              </a:rPr>
              <a:t>JDBC API, a purely Java-based API</a:t>
            </a:r>
            <a:endParaRPr/>
          </a:p>
          <a:p>
            <a:pPr indent="-285750" lvl="1" marL="742950" rtl="0" algn="l">
              <a:spcBef>
                <a:spcPts val="560"/>
              </a:spcBef>
              <a:spcAft>
                <a:spcPts val="0"/>
              </a:spcAft>
              <a:buClr>
                <a:schemeClr val="dk1"/>
              </a:buClr>
              <a:buSzPts val="2800"/>
              <a:buChar char="–"/>
            </a:pPr>
            <a:r>
              <a:rPr lang="en-US">
                <a:solidFill>
                  <a:schemeClr val="dk1"/>
                </a:solidFill>
              </a:rPr>
              <a:t>JDBC driver manager</a:t>
            </a:r>
            <a:endParaRPr/>
          </a:p>
          <a:p>
            <a:pPr indent="-228600" lvl="2" marL="1143000" rtl="0" algn="l">
              <a:spcBef>
                <a:spcPts val="480"/>
              </a:spcBef>
              <a:spcAft>
                <a:spcPts val="0"/>
              </a:spcAft>
              <a:buClr>
                <a:schemeClr val="dk1"/>
              </a:buClr>
              <a:buSzPts val="2400"/>
              <a:buChar char="•"/>
            </a:pPr>
            <a:r>
              <a:rPr lang="en-US">
                <a:solidFill>
                  <a:schemeClr val="dk1"/>
                </a:solidFill>
              </a:rPr>
              <a:t>Communicates with vendor-specific drivers </a:t>
            </a:r>
            <a:endParaRPr/>
          </a:p>
        </p:txBody>
      </p:sp>
      <p:grpSp>
        <p:nvGrpSpPr>
          <p:cNvPr id="312" name="Google Shape;312;p14"/>
          <p:cNvGrpSpPr/>
          <p:nvPr/>
        </p:nvGrpSpPr>
        <p:grpSpPr>
          <a:xfrm>
            <a:off x="6413500" y="1628775"/>
            <a:ext cx="1489075" cy="503238"/>
            <a:chOff x="1066" y="3249"/>
            <a:chExt cx="938" cy="485"/>
          </a:xfrm>
        </p:grpSpPr>
        <p:sp>
          <p:nvSpPr>
            <p:cNvPr id="313" name="Google Shape;313;p14"/>
            <p:cNvSpPr/>
            <p:nvPr/>
          </p:nvSpPr>
          <p:spPr>
            <a:xfrm>
              <a:off x="1097" y="3280"/>
              <a:ext cx="907" cy="454"/>
            </a:xfrm>
            <a:prstGeom prst="rect">
              <a:avLst/>
            </a:prstGeom>
            <a:solidFill>
              <a:srgbClr val="969696"/>
            </a:solidFill>
            <a:ln cap="flat" cmpd="sng" w="9525">
              <a:solidFill>
                <a:srgbClr val="969696"/>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rgbClr val="003366"/>
                </a:buClr>
                <a:buSzPts val="2000"/>
                <a:buFont typeface="Noto Sans Symbols"/>
                <a:buNone/>
              </a:pPr>
              <a:r>
                <a:t/>
              </a:r>
              <a:endParaRPr sz="2000">
                <a:solidFill>
                  <a:schemeClr val="dk1"/>
                </a:solidFill>
                <a:latin typeface="Gill Sans"/>
                <a:ea typeface="Gill Sans"/>
                <a:cs typeface="Gill Sans"/>
                <a:sym typeface="Gill Sans"/>
              </a:endParaRPr>
            </a:p>
          </p:txBody>
        </p:sp>
        <p:sp>
          <p:nvSpPr>
            <p:cNvPr id="314" name="Google Shape;314;p14"/>
            <p:cNvSpPr/>
            <p:nvPr/>
          </p:nvSpPr>
          <p:spPr>
            <a:xfrm>
              <a:off x="1066" y="3249"/>
              <a:ext cx="907" cy="45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chemeClr val="dk1"/>
                </a:buClr>
                <a:buSzPts val="1400"/>
                <a:buFont typeface="Noto Sans Symbols"/>
                <a:buNone/>
              </a:pPr>
              <a:r>
                <a:rPr b="1" lang="en-US" sz="1400">
                  <a:solidFill>
                    <a:schemeClr val="dk1"/>
                  </a:solidFill>
                  <a:latin typeface="Arial Narrow"/>
                  <a:ea typeface="Arial Narrow"/>
                  <a:cs typeface="Arial Narrow"/>
                  <a:sym typeface="Arial Narrow"/>
                </a:rPr>
                <a:t>JAVA Applet/</a:t>
              </a:r>
              <a:endParaRPr/>
            </a:p>
            <a:p>
              <a:pPr indent="0" lvl="0" marL="0" marR="0" rtl="0" algn="ctr">
                <a:spcBef>
                  <a:spcPts val="0"/>
                </a:spcBef>
                <a:spcAft>
                  <a:spcPts val="0"/>
                </a:spcAft>
                <a:buClr>
                  <a:schemeClr val="dk1"/>
                </a:buClr>
                <a:buSzPts val="1400"/>
                <a:buFont typeface="Noto Sans Symbols"/>
                <a:buNone/>
              </a:pPr>
              <a:r>
                <a:rPr b="1" lang="en-US" sz="1400">
                  <a:solidFill>
                    <a:schemeClr val="dk1"/>
                  </a:solidFill>
                  <a:latin typeface="Arial Narrow"/>
                  <a:ea typeface="Arial Narrow"/>
                  <a:cs typeface="Arial Narrow"/>
                  <a:sym typeface="Arial Narrow"/>
                </a:rPr>
                <a:t>Application</a:t>
              </a:r>
              <a:endParaRPr/>
            </a:p>
          </p:txBody>
        </p:sp>
      </p:grpSp>
      <p:grpSp>
        <p:nvGrpSpPr>
          <p:cNvPr id="315" name="Google Shape;315;p14"/>
          <p:cNvGrpSpPr/>
          <p:nvPr/>
        </p:nvGrpSpPr>
        <p:grpSpPr>
          <a:xfrm>
            <a:off x="6413500" y="2365375"/>
            <a:ext cx="1489075" cy="360363"/>
            <a:chOff x="1066" y="3249"/>
            <a:chExt cx="938" cy="485"/>
          </a:xfrm>
        </p:grpSpPr>
        <p:sp>
          <p:nvSpPr>
            <p:cNvPr id="316" name="Google Shape;316;p14"/>
            <p:cNvSpPr/>
            <p:nvPr/>
          </p:nvSpPr>
          <p:spPr>
            <a:xfrm>
              <a:off x="1097" y="3280"/>
              <a:ext cx="907" cy="454"/>
            </a:xfrm>
            <a:prstGeom prst="rect">
              <a:avLst/>
            </a:prstGeom>
            <a:solidFill>
              <a:srgbClr val="969696"/>
            </a:solidFill>
            <a:ln cap="flat" cmpd="sng" w="9525">
              <a:solidFill>
                <a:srgbClr val="969696"/>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rgbClr val="003366"/>
                </a:buClr>
                <a:buSzPts val="2000"/>
                <a:buFont typeface="Noto Sans Symbols"/>
                <a:buNone/>
              </a:pPr>
              <a:r>
                <a:t/>
              </a:r>
              <a:endParaRPr sz="2000">
                <a:solidFill>
                  <a:schemeClr val="dk1"/>
                </a:solidFill>
                <a:latin typeface="Gill Sans"/>
                <a:ea typeface="Gill Sans"/>
                <a:cs typeface="Gill Sans"/>
                <a:sym typeface="Gill Sans"/>
              </a:endParaRPr>
            </a:p>
          </p:txBody>
        </p:sp>
        <p:sp>
          <p:nvSpPr>
            <p:cNvPr id="317" name="Google Shape;317;p14"/>
            <p:cNvSpPr/>
            <p:nvPr/>
          </p:nvSpPr>
          <p:spPr>
            <a:xfrm>
              <a:off x="1066" y="3249"/>
              <a:ext cx="907" cy="45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chemeClr val="dk1"/>
                </a:buClr>
                <a:buSzPts val="1400"/>
                <a:buFont typeface="Noto Sans Symbols"/>
                <a:buNone/>
              </a:pPr>
              <a:r>
                <a:rPr b="1" lang="en-US" sz="1400">
                  <a:solidFill>
                    <a:schemeClr val="dk1"/>
                  </a:solidFill>
                  <a:latin typeface="Arial Narrow"/>
                  <a:ea typeface="Arial Narrow"/>
                  <a:cs typeface="Arial Narrow"/>
                  <a:sym typeface="Arial Narrow"/>
                </a:rPr>
                <a:t>JDBC  API</a:t>
              </a:r>
              <a:endParaRPr/>
            </a:p>
          </p:txBody>
        </p:sp>
      </p:grpSp>
      <p:grpSp>
        <p:nvGrpSpPr>
          <p:cNvPr id="318" name="Google Shape;318;p14"/>
          <p:cNvGrpSpPr/>
          <p:nvPr/>
        </p:nvGrpSpPr>
        <p:grpSpPr>
          <a:xfrm>
            <a:off x="6413500" y="2941638"/>
            <a:ext cx="1489075" cy="360362"/>
            <a:chOff x="1066" y="3249"/>
            <a:chExt cx="938" cy="485"/>
          </a:xfrm>
        </p:grpSpPr>
        <p:sp>
          <p:nvSpPr>
            <p:cNvPr id="319" name="Google Shape;319;p14"/>
            <p:cNvSpPr/>
            <p:nvPr/>
          </p:nvSpPr>
          <p:spPr>
            <a:xfrm>
              <a:off x="1097" y="3280"/>
              <a:ext cx="907" cy="454"/>
            </a:xfrm>
            <a:prstGeom prst="rect">
              <a:avLst/>
            </a:prstGeom>
            <a:solidFill>
              <a:srgbClr val="969696"/>
            </a:solidFill>
            <a:ln cap="flat" cmpd="sng" w="9525">
              <a:solidFill>
                <a:srgbClr val="969696"/>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rgbClr val="003366"/>
                </a:buClr>
                <a:buSzPts val="2000"/>
                <a:buFont typeface="Noto Sans Symbols"/>
                <a:buNone/>
              </a:pPr>
              <a:r>
                <a:t/>
              </a:r>
              <a:endParaRPr sz="2000">
                <a:solidFill>
                  <a:schemeClr val="dk1"/>
                </a:solidFill>
                <a:latin typeface="Gill Sans"/>
                <a:ea typeface="Gill Sans"/>
                <a:cs typeface="Gill Sans"/>
                <a:sym typeface="Gill Sans"/>
              </a:endParaRPr>
            </a:p>
          </p:txBody>
        </p:sp>
        <p:sp>
          <p:nvSpPr>
            <p:cNvPr id="320" name="Google Shape;320;p14"/>
            <p:cNvSpPr/>
            <p:nvPr/>
          </p:nvSpPr>
          <p:spPr>
            <a:xfrm>
              <a:off x="1066" y="3249"/>
              <a:ext cx="907" cy="45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chemeClr val="dk1"/>
                </a:buClr>
                <a:buSzPts val="1400"/>
                <a:buFont typeface="Noto Sans Symbols"/>
                <a:buNone/>
              </a:pPr>
              <a:r>
                <a:rPr b="1" lang="en-US" sz="1400">
                  <a:solidFill>
                    <a:schemeClr val="dk1"/>
                  </a:solidFill>
                  <a:latin typeface="Arial Narrow"/>
                  <a:ea typeface="Arial Narrow"/>
                  <a:cs typeface="Arial Narrow"/>
                  <a:sym typeface="Arial Narrow"/>
                </a:rPr>
                <a:t>Driver Manager</a:t>
              </a:r>
              <a:endParaRPr/>
            </a:p>
          </p:txBody>
        </p:sp>
      </p:grpSp>
      <p:grpSp>
        <p:nvGrpSpPr>
          <p:cNvPr id="321" name="Google Shape;321;p14"/>
          <p:cNvGrpSpPr/>
          <p:nvPr/>
        </p:nvGrpSpPr>
        <p:grpSpPr>
          <a:xfrm>
            <a:off x="6413500" y="3517900"/>
            <a:ext cx="1489075" cy="358775"/>
            <a:chOff x="1066" y="3249"/>
            <a:chExt cx="938" cy="485"/>
          </a:xfrm>
        </p:grpSpPr>
        <p:sp>
          <p:nvSpPr>
            <p:cNvPr id="322" name="Google Shape;322;p14"/>
            <p:cNvSpPr/>
            <p:nvPr/>
          </p:nvSpPr>
          <p:spPr>
            <a:xfrm>
              <a:off x="1097" y="3280"/>
              <a:ext cx="907" cy="454"/>
            </a:xfrm>
            <a:prstGeom prst="rect">
              <a:avLst/>
            </a:prstGeom>
            <a:solidFill>
              <a:srgbClr val="969696"/>
            </a:solidFill>
            <a:ln cap="flat" cmpd="sng" w="9525">
              <a:solidFill>
                <a:srgbClr val="969696"/>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rgbClr val="003366"/>
                </a:buClr>
                <a:buSzPts val="2000"/>
                <a:buFont typeface="Noto Sans Symbols"/>
                <a:buNone/>
              </a:pPr>
              <a:r>
                <a:t/>
              </a:r>
              <a:endParaRPr sz="2000">
                <a:solidFill>
                  <a:schemeClr val="dk1"/>
                </a:solidFill>
                <a:latin typeface="Gill Sans"/>
                <a:ea typeface="Gill Sans"/>
                <a:cs typeface="Gill Sans"/>
                <a:sym typeface="Gill Sans"/>
              </a:endParaRPr>
            </a:p>
          </p:txBody>
        </p:sp>
        <p:sp>
          <p:nvSpPr>
            <p:cNvPr id="323" name="Google Shape;323;p14"/>
            <p:cNvSpPr/>
            <p:nvPr/>
          </p:nvSpPr>
          <p:spPr>
            <a:xfrm>
              <a:off x="1066" y="3249"/>
              <a:ext cx="907" cy="45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chemeClr val="dk1"/>
                </a:buClr>
                <a:buSzPts val="1400"/>
                <a:buFont typeface="Noto Sans Symbols"/>
                <a:buNone/>
              </a:pPr>
              <a:r>
                <a:rPr b="1" lang="en-US" sz="1400">
                  <a:solidFill>
                    <a:schemeClr val="dk1"/>
                  </a:solidFill>
                  <a:latin typeface="Arial Narrow"/>
                  <a:ea typeface="Arial Narrow"/>
                  <a:cs typeface="Arial Narrow"/>
                  <a:sym typeface="Arial Narrow"/>
                </a:rPr>
                <a:t>Driver API</a:t>
              </a:r>
              <a:endParaRPr/>
            </a:p>
          </p:txBody>
        </p:sp>
      </p:grpSp>
      <p:grpSp>
        <p:nvGrpSpPr>
          <p:cNvPr id="324" name="Google Shape;324;p14"/>
          <p:cNvGrpSpPr/>
          <p:nvPr/>
        </p:nvGrpSpPr>
        <p:grpSpPr>
          <a:xfrm>
            <a:off x="5689600" y="4310063"/>
            <a:ext cx="1489075" cy="503237"/>
            <a:chOff x="1066" y="3249"/>
            <a:chExt cx="938" cy="485"/>
          </a:xfrm>
        </p:grpSpPr>
        <p:sp>
          <p:nvSpPr>
            <p:cNvPr id="325" name="Google Shape;325;p14"/>
            <p:cNvSpPr/>
            <p:nvPr/>
          </p:nvSpPr>
          <p:spPr>
            <a:xfrm>
              <a:off x="1097" y="3280"/>
              <a:ext cx="907" cy="454"/>
            </a:xfrm>
            <a:prstGeom prst="rect">
              <a:avLst/>
            </a:prstGeom>
            <a:solidFill>
              <a:srgbClr val="969696"/>
            </a:solidFill>
            <a:ln cap="flat" cmpd="sng" w="9525">
              <a:solidFill>
                <a:srgbClr val="969696"/>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rgbClr val="003366"/>
                </a:buClr>
                <a:buSzPts val="2000"/>
                <a:buFont typeface="Noto Sans Symbols"/>
                <a:buNone/>
              </a:pPr>
              <a:r>
                <a:t/>
              </a:r>
              <a:endParaRPr sz="2000">
                <a:solidFill>
                  <a:schemeClr val="dk1"/>
                </a:solidFill>
                <a:latin typeface="Gill Sans"/>
                <a:ea typeface="Gill Sans"/>
                <a:cs typeface="Gill Sans"/>
                <a:sym typeface="Gill Sans"/>
              </a:endParaRPr>
            </a:p>
          </p:txBody>
        </p:sp>
        <p:sp>
          <p:nvSpPr>
            <p:cNvPr id="326" name="Google Shape;326;p14"/>
            <p:cNvSpPr/>
            <p:nvPr/>
          </p:nvSpPr>
          <p:spPr>
            <a:xfrm>
              <a:off x="1066" y="3249"/>
              <a:ext cx="907" cy="45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chemeClr val="dk1"/>
                </a:buClr>
                <a:buSzPts val="1400"/>
                <a:buFont typeface="Noto Sans Symbols"/>
                <a:buNone/>
              </a:pPr>
              <a:r>
                <a:rPr b="1" lang="en-US" sz="1400">
                  <a:solidFill>
                    <a:schemeClr val="dk1"/>
                  </a:solidFill>
                  <a:latin typeface="Arial Narrow"/>
                  <a:ea typeface="Arial Narrow"/>
                  <a:cs typeface="Arial Narrow"/>
                  <a:sym typeface="Arial Narrow"/>
                </a:rPr>
                <a:t>Vendor Specific</a:t>
              </a:r>
              <a:endParaRPr/>
            </a:p>
            <a:p>
              <a:pPr indent="0" lvl="0" marL="0" marR="0" rtl="0" algn="ctr">
                <a:spcBef>
                  <a:spcPts val="0"/>
                </a:spcBef>
                <a:spcAft>
                  <a:spcPts val="0"/>
                </a:spcAft>
                <a:buClr>
                  <a:schemeClr val="dk1"/>
                </a:buClr>
                <a:buSzPts val="1400"/>
                <a:buFont typeface="Noto Sans Symbols"/>
                <a:buNone/>
              </a:pPr>
              <a:r>
                <a:rPr b="1" lang="en-US" sz="1400">
                  <a:solidFill>
                    <a:schemeClr val="dk1"/>
                  </a:solidFill>
                  <a:latin typeface="Arial Narrow"/>
                  <a:ea typeface="Arial Narrow"/>
                  <a:cs typeface="Arial Narrow"/>
                  <a:sym typeface="Arial Narrow"/>
                </a:rPr>
                <a:t>JDBC Driver</a:t>
              </a:r>
              <a:endParaRPr/>
            </a:p>
          </p:txBody>
        </p:sp>
      </p:grpSp>
      <p:grpSp>
        <p:nvGrpSpPr>
          <p:cNvPr id="327" name="Google Shape;327;p14"/>
          <p:cNvGrpSpPr/>
          <p:nvPr/>
        </p:nvGrpSpPr>
        <p:grpSpPr>
          <a:xfrm>
            <a:off x="7258050" y="4311650"/>
            <a:ext cx="1489075" cy="358775"/>
            <a:chOff x="1066" y="3249"/>
            <a:chExt cx="938" cy="485"/>
          </a:xfrm>
        </p:grpSpPr>
        <p:sp>
          <p:nvSpPr>
            <p:cNvPr id="328" name="Google Shape;328;p14"/>
            <p:cNvSpPr/>
            <p:nvPr/>
          </p:nvSpPr>
          <p:spPr>
            <a:xfrm>
              <a:off x="1097" y="3280"/>
              <a:ext cx="907" cy="454"/>
            </a:xfrm>
            <a:prstGeom prst="rect">
              <a:avLst/>
            </a:prstGeom>
            <a:solidFill>
              <a:srgbClr val="969696"/>
            </a:solidFill>
            <a:ln cap="flat" cmpd="sng" w="9525">
              <a:solidFill>
                <a:srgbClr val="969696"/>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rgbClr val="003366"/>
                </a:buClr>
                <a:buSzPts val="2000"/>
                <a:buFont typeface="Noto Sans Symbols"/>
                <a:buNone/>
              </a:pPr>
              <a:r>
                <a:t/>
              </a:r>
              <a:endParaRPr sz="2000">
                <a:solidFill>
                  <a:schemeClr val="dk1"/>
                </a:solidFill>
                <a:latin typeface="Gill Sans"/>
                <a:ea typeface="Gill Sans"/>
                <a:cs typeface="Gill Sans"/>
                <a:sym typeface="Gill Sans"/>
              </a:endParaRPr>
            </a:p>
          </p:txBody>
        </p:sp>
        <p:sp>
          <p:nvSpPr>
            <p:cNvPr id="329" name="Google Shape;329;p14"/>
            <p:cNvSpPr/>
            <p:nvPr/>
          </p:nvSpPr>
          <p:spPr>
            <a:xfrm>
              <a:off x="1066" y="3249"/>
              <a:ext cx="907" cy="45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chemeClr val="dk1"/>
                </a:buClr>
                <a:buSzPts val="1400"/>
                <a:buFont typeface="Noto Sans Symbols"/>
                <a:buNone/>
              </a:pPr>
              <a:r>
                <a:rPr b="1" lang="en-US" sz="1400">
                  <a:solidFill>
                    <a:schemeClr val="dk1"/>
                  </a:solidFill>
                  <a:latin typeface="Arial Narrow"/>
                  <a:ea typeface="Arial Narrow"/>
                  <a:cs typeface="Arial Narrow"/>
                  <a:sym typeface="Arial Narrow"/>
                </a:rPr>
                <a:t>JDBC-ODBC Bridge</a:t>
              </a:r>
              <a:endParaRPr/>
            </a:p>
          </p:txBody>
        </p:sp>
      </p:grpSp>
      <p:sp>
        <p:nvSpPr>
          <p:cNvPr id="330" name="Google Shape;330;p14"/>
          <p:cNvSpPr/>
          <p:nvPr/>
        </p:nvSpPr>
        <p:spPr>
          <a:xfrm>
            <a:off x="5905500" y="5318125"/>
            <a:ext cx="1008063" cy="722313"/>
          </a:xfrm>
          <a:prstGeom prst="can">
            <a:avLst>
              <a:gd fmla="val 26102" name="adj"/>
            </a:avLst>
          </a:prstGeom>
          <a:gradFill>
            <a:gsLst>
              <a:gs pos="0">
                <a:srgbClr val="99CCFF"/>
              </a:gs>
              <a:gs pos="50000">
                <a:srgbClr val="FCFDFF"/>
              </a:gs>
              <a:gs pos="100000">
                <a:srgbClr val="99CCFF"/>
              </a:gs>
            </a:gsLst>
            <a:lin ang="0" scaled="0"/>
          </a:gradFill>
          <a:ln cap="flat" cmpd="sng" w="9525">
            <a:solidFill>
              <a:schemeClr val="dk1"/>
            </a:solidFill>
            <a:prstDash val="solid"/>
            <a:round/>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chemeClr val="dk1"/>
              </a:buClr>
              <a:buSzPts val="1400"/>
              <a:buFont typeface="Noto Sans Symbols"/>
              <a:buNone/>
            </a:pPr>
            <a:r>
              <a:rPr b="1" lang="en-US" sz="1400">
                <a:solidFill>
                  <a:schemeClr val="dk1"/>
                </a:solidFill>
                <a:latin typeface="Arial Narrow"/>
                <a:ea typeface="Arial Narrow"/>
                <a:cs typeface="Arial Narrow"/>
                <a:sym typeface="Arial Narrow"/>
              </a:rPr>
              <a:t>Database</a:t>
            </a:r>
            <a:endParaRPr/>
          </a:p>
        </p:txBody>
      </p:sp>
      <p:grpSp>
        <p:nvGrpSpPr>
          <p:cNvPr id="331" name="Google Shape;331;p14"/>
          <p:cNvGrpSpPr/>
          <p:nvPr/>
        </p:nvGrpSpPr>
        <p:grpSpPr>
          <a:xfrm>
            <a:off x="7259638" y="4959350"/>
            <a:ext cx="1489075" cy="501650"/>
            <a:chOff x="1066" y="3249"/>
            <a:chExt cx="938" cy="485"/>
          </a:xfrm>
        </p:grpSpPr>
        <p:sp>
          <p:nvSpPr>
            <p:cNvPr id="332" name="Google Shape;332;p14"/>
            <p:cNvSpPr/>
            <p:nvPr/>
          </p:nvSpPr>
          <p:spPr>
            <a:xfrm>
              <a:off x="1097" y="3280"/>
              <a:ext cx="907" cy="454"/>
            </a:xfrm>
            <a:prstGeom prst="rect">
              <a:avLst/>
            </a:prstGeom>
            <a:solidFill>
              <a:srgbClr val="969696"/>
            </a:solidFill>
            <a:ln cap="flat" cmpd="sng" w="9525">
              <a:solidFill>
                <a:srgbClr val="969696"/>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rgbClr val="003366"/>
                </a:buClr>
                <a:buSzPts val="2000"/>
                <a:buFont typeface="Noto Sans Symbols"/>
                <a:buNone/>
              </a:pPr>
              <a:r>
                <a:t/>
              </a:r>
              <a:endParaRPr sz="2000">
                <a:solidFill>
                  <a:schemeClr val="dk1"/>
                </a:solidFill>
                <a:latin typeface="Gill Sans"/>
                <a:ea typeface="Gill Sans"/>
                <a:cs typeface="Gill Sans"/>
                <a:sym typeface="Gill Sans"/>
              </a:endParaRPr>
            </a:p>
          </p:txBody>
        </p:sp>
        <p:sp>
          <p:nvSpPr>
            <p:cNvPr id="333" name="Google Shape;333;p14"/>
            <p:cNvSpPr/>
            <p:nvPr/>
          </p:nvSpPr>
          <p:spPr>
            <a:xfrm>
              <a:off x="1066" y="3249"/>
              <a:ext cx="907" cy="45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chemeClr val="dk1"/>
                </a:buClr>
                <a:buSzPts val="1400"/>
                <a:buFont typeface="Noto Sans Symbols"/>
                <a:buNone/>
              </a:pPr>
              <a:r>
                <a:rPr b="1" lang="en-US" sz="1400">
                  <a:solidFill>
                    <a:schemeClr val="dk1"/>
                  </a:solidFill>
                  <a:latin typeface="Arial Narrow"/>
                  <a:ea typeface="Arial Narrow"/>
                  <a:cs typeface="Arial Narrow"/>
                  <a:sym typeface="Arial Narrow"/>
                </a:rPr>
                <a:t>Vender Specific</a:t>
              </a:r>
              <a:endParaRPr/>
            </a:p>
            <a:p>
              <a:pPr indent="0" lvl="0" marL="0" marR="0" rtl="0" algn="ctr">
                <a:spcBef>
                  <a:spcPts val="0"/>
                </a:spcBef>
                <a:spcAft>
                  <a:spcPts val="0"/>
                </a:spcAft>
                <a:buClr>
                  <a:schemeClr val="dk1"/>
                </a:buClr>
                <a:buSzPts val="1400"/>
                <a:buFont typeface="Noto Sans Symbols"/>
                <a:buNone/>
              </a:pPr>
              <a:r>
                <a:rPr b="1" lang="en-US" sz="1400">
                  <a:solidFill>
                    <a:schemeClr val="dk1"/>
                  </a:solidFill>
                  <a:latin typeface="Arial Narrow"/>
                  <a:ea typeface="Arial Narrow"/>
                  <a:cs typeface="Arial Narrow"/>
                  <a:sym typeface="Arial Narrow"/>
                </a:rPr>
                <a:t>ODBC Driver</a:t>
              </a:r>
              <a:endParaRPr/>
            </a:p>
          </p:txBody>
        </p:sp>
      </p:grpSp>
      <p:cxnSp>
        <p:nvCxnSpPr>
          <p:cNvPr id="334" name="Google Shape;334;p14"/>
          <p:cNvCxnSpPr>
            <a:stCxn id="314" idx="2"/>
            <a:endCxn id="317" idx="0"/>
          </p:cNvCxnSpPr>
          <p:nvPr/>
        </p:nvCxnSpPr>
        <p:spPr>
          <a:xfrm>
            <a:off x="7133431" y="2099847"/>
            <a:ext cx="0" cy="265500"/>
          </a:xfrm>
          <a:prstGeom prst="straightConnector1">
            <a:avLst/>
          </a:prstGeom>
          <a:noFill/>
          <a:ln cap="flat" cmpd="sng" w="9525">
            <a:solidFill>
              <a:schemeClr val="dk1"/>
            </a:solidFill>
            <a:prstDash val="solid"/>
            <a:round/>
            <a:headEnd len="med" w="med" type="none"/>
            <a:tailEnd len="med" w="med" type="triangle"/>
          </a:ln>
        </p:spPr>
      </p:cxnSp>
      <p:cxnSp>
        <p:nvCxnSpPr>
          <p:cNvPr id="335" name="Google Shape;335;p14"/>
          <p:cNvCxnSpPr>
            <a:stCxn id="317" idx="2"/>
            <a:endCxn id="320" idx="0"/>
          </p:cNvCxnSpPr>
          <p:nvPr/>
        </p:nvCxnSpPr>
        <p:spPr>
          <a:xfrm>
            <a:off x="7133431" y="2702704"/>
            <a:ext cx="0" cy="238800"/>
          </a:xfrm>
          <a:prstGeom prst="straightConnector1">
            <a:avLst/>
          </a:prstGeom>
          <a:noFill/>
          <a:ln cap="flat" cmpd="sng" w="9525">
            <a:solidFill>
              <a:schemeClr val="dk1"/>
            </a:solidFill>
            <a:prstDash val="solid"/>
            <a:round/>
            <a:headEnd len="med" w="med" type="none"/>
            <a:tailEnd len="med" w="med" type="triangle"/>
          </a:ln>
        </p:spPr>
      </p:cxnSp>
      <p:cxnSp>
        <p:nvCxnSpPr>
          <p:cNvPr id="336" name="Google Shape;336;p14"/>
          <p:cNvCxnSpPr>
            <a:stCxn id="320" idx="2"/>
            <a:endCxn id="323" idx="0"/>
          </p:cNvCxnSpPr>
          <p:nvPr/>
        </p:nvCxnSpPr>
        <p:spPr>
          <a:xfrm>
            <a:off x="7133431" y="3278967"/>
            <a:ext cx="0" cy="238800"/>
          </a:xfrm>
          <a:prstGeom prst="straightConnector1">
            <a:avLst/>
          </a:prstGeom>
          <a:noFill/>
          <a:ln cap="flat" cmpd="sng" w="9525">
            <a:solidFill>
              <a:schemeClr val="dk1"/>
            </a:solidFill>
            <a:prstDash val="solid"/>
            <a:round/>
            <a:headEnd len="med" w="med" type="none"/>
            <a:tailEnd len="med" w="med" type="triangle"/>
          </a:ln>
        </p:spPr>
      </p:cxnSp>
      <p:cxnSp>
        <p:nvCxnSpPr>
          <p:cNvPr id="337" name="Google Shape;337;p14"/>
          <p:cNvCxnSpPr>
            <a:stCxn id="322" idx="2"/>
            <a:endCxn id="326" idx="0"/>
          </p:cNvCxnSpPr>
          <p:nvPr/>
        </p:nvCxnSpPr>
        <p:spPr>
          <a:xfrm flipH="1">
            <a:off x="6409544" y="3876675"/>
            <a:ext cx="773100" cy="433500"/>
          </a:xfrm>
          <a:prstGeom prst="straightConnector1">
            <a:avLst/>
          </a:prstGeom>
          <a:noFill/>
          <a:ln cap="flat" cmpd="sng" w="9525">
            <a:solidFill>
              <a:schemeClr val="dk1"/>
            </a:solidFill>
            <a:prstDash val="solid"/>
            <a:round/>
            <a:headEnd len="med" w="med" type="none"/>
            <a:tailEnd len="med" w="med" type="triangle"/>
          </a:ln>
        </p:spPr>
      </p:cxnSp>
      <p:cxnSp>
        <p:nvCxnSpPr>
          <p:cNvPr id="338" name="Google Shape;338;p14"/>
          <p:cNvCxnSpPr>
            <a:stCxn id="323" idx="2"/>
            <a:endCxn id="329" idx="0"/>
          </p:cNvCxnSpPr>
          <p:nvPr/>
        </p:nvCxnSpPr>
        <p:spPr>
          <a:xfrm>
            <a:off x="7133431" y="3853743"/>
            <a:ext cx="844500" cy="457800"/>
          </a:xfrm>
          <a:prstGeom prst="straightConnector1">
            <a:avLst/>
          </a:prstGeom>
          <a:noFill/>
          <a:ln cap="flat" cmpd="sng" w="9525">
            <a:solidFill>
              <a:schemeClr val="dk1"/>
            </a:solidFill>
            <a:prstDash val="solid"/>
            <a:round/>
            <a:headEnd len="med" w="med" type="none"/>
            <a:tailEnd len="med" w="med" type="triangle"/>
          </a:ln>
        </p:spPr>
      </p:cxnSp>
      <p:cxnSp>
        <p:nvCxnSpPr>
          <p:cNvPr id="339" name="Google Shape;339;p14"/>
          <p:cNvCxnSpPr>
            <a:stCxn id="329" idx="2"/>
            <a:endCxn id="333" idx="0"/>
          </p:cNvCxnSpPr>
          <p:nvPr/>
        </p:nvCxnSpPr>
        <p:spPr>
          <a:xfrm>
            <a:off x="7977981" y="4647493"/>
            <a:ext cx="1500" cy="312000"/>
          </a:xfrm>
          <a:prstGeom prst="straightConnector1">
            <a:avLst/>
          </a:prstGeom>
          <a:noFill/>
          <a:ln cap="flat" cmpd="sng" w="9525">
            <a:solidFill>
              <a:schemeClr val="dk1"/>
            </a:solidFill>
            <a:prstDash val="solid"/>
            <a:round/>
            <a:headEnd len="med" w="med" type="none"/>
            <a:tailEnd len="med" w="med" type="triangle"/>
          </a:ln>
        </p:spPr>
      </p:cxnSp>
      <p:cxnSp>
        <p:nvCxnSpPr>
          <p:cNvPr id="340" name="Google Shape;340;p14"/>
          <p:cNvCxnSpPr>
            <a:stCxn id="326" idx="2"/>
            <a:endCxn id="330" idx="1"/>
          </p:cNvCxnSpPr>
          <p:nvPr/>
        </p:nvCxnSpPr>
        <p:spPr>
          <a:xfrm>
            <a:off x="6409531" y="4781134"/>
            <a:ext cx="0" cy="537000"/>
          </a:xfrm>
          <a:prstGeom prst="straightConnector1">
            <a:avLst/>
          </a:prstGeom>
          <a:noFill/>
          <a:ln cap="flat" cmpd="sng" w="9525">
            <a:solidFill>
              <a:schemeClr val="dk1"/>
            </a:solidFill>
            <a:prstDash val="solid"/>
            <a:round/>
            <a:headEnd len="med" w="med" type="none"/>
            <a:tailEnd len="med" w="med" type="triangle"/>
          </a:ln>
        </p:spPr>
      </p:cxnSp>
      <p:cxnSp>
        <p:nvCxnSpPr>
          <p:cNvPr id="341" name="Google Shape;341;p14"/>
          <p:cNvCxnSpPr>
            <a:stCxn id="333" idx="2"/>
            <a:endCxn id="342" idx="1"/>
          </p:cNvCxnSpPr>
          <p:nvPr/>
        </p:nvCxnSpPr>
        <p:spPr>
          <a:xfrm>
            <a:off x="7979569" y="5428936"/>
            <a:ext cx="0" cy="446400"/>
          </a:xfrm>
          <a:prstGeom prst="straightConnector1">
            <a:avLst/>
          </a:prstGeom>
          <a:noFill/>
          <a:ln cap="flat" cmpd="sng" w="9525">
            <a:solidFill>
              <a:schemeClr val="dk1"/>
            </a:solidFill>
            <a:prstDash val="solid"/>
            <a:round/>
            <a:headEnd len="med" w="med" type="none"/>
            <a:tailEnd len="med" w="med" type="triangle"/>
          </a:ln>
        </p:spPr>
      </p:cxnSp>
      <p:sp>
        <p:nvSpPr>
          <p:cNvPr id="342" name="Google Shape;342;p14"/>
          <p:cNvSpPr/>
          <p:nvPr/>
        </p:nvSpPr>
        <p:spPr>
          <a:xfrm>
            <a:off x="7475538" y="5875338"/>
            <a:ext cx="1008062" cy="722312"/>
          </a:xfrm>
          <a:prstGeom prst="can">
            <a:avLst>
              <a:gd fmla="val 26102" name="adj"/>
            </a:avLst>
          </a:prstGeom>
          <a:gradFill>
            <a:gsLst>
              <a:gs pos="0">
                <a:srgbClr val="99CCFF"/>
              </a:gs>
              <a:gs pos="50000">
                <a:srgbClr val="FCFDFF"/>
              </a:gs>
              <a:gs pos="100000">
                <a:srgbClr val="99CCFF"/>
              </a:gs>
            </a:gsLst>
            <a:lin ang="0" scaled="0"/>
          </a:gradFill>
          <a:ln cap="flat" cmpd="sng" w="9525">
            <a:solidFill>
              <a:schemeClr val="dk1"/>
            </a:solidFill>
            <a:prstDash val="solid"/>
            <a:round/>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chemeClr val="dk1"/>
              </a:buClr>
              <a:buSzPts val="1400"/>
              <a:buFont typeface="Noto Sans Symbols"/>
              <a:buNone/>
            </a:pPr>
            <a:r>
              <a:rPr b="1" lang="en-US" sz="1400">
                <a:solidFill>
                  <a:schemeClr val="dk1"/>
                </a:solidFill>
                <a:latin typeface="Arial Narrow"/>
                <a:ea typeface="Arial Narrow"/>
                <a:cs typeface="Arial Narrow"/>
                <a:sym typeface="Arial Narrow"/>
              </a:rPr>
              <a:t>Database</a:t>
            </a:r>
            <a:endParaRPr/>
          </a:p>
        </p:txBody>
      </p:sp>
      <p:cxnSp>
        <p:nvCxnSpPr>
          <p:cNvPr id="343" name="Google Shape;343;p14"/>
          <p:cNvCxnSpPr/>
          <p:nvPr/>
        </p:nvCxnSpPr>
        <p:spPr>
          <a:xfrm>
            <a:off x="7956550" y="2349500"/>
            <a:ext cx="1079500" cy="0"/>
          </a:xfrm>
          <a:prstGeom prst="straightConnector1">
            <a:avLst/>
          </a:prstGeom>
          <a:noFill/>
          <a:ln cap="flat" cmpd="sng" w="25400">
            <a:solidFill>
              <a:schemeClr val="dk1"/>
            </a:solidFill>
            <a:prstDash val="dot"/>
            <a:round/>
            <a:headEnd len="med" w="med" type="none"/>
            <a:tailEnd len="sm" w="sm" type="none"/>
          </a:ln>
        </p:spPr>
      </p:cxnSp>
      <p:cxnSp>
        <p:nvCxnSpPr>
          <p:cNvPr id="344" name="Google Shape;344;p14"/>
          <p:cNvCxnSpPr/>
          <p:nvPr/>
        </p:nvCxnSpPr>
        <p:spPr>
          <a:xfrm>
            <a:off x="7956550" y="3860800"/>
            <a:ext cx="1079500" cy="0"/>
          </a:xfrm>
          <a:prstGeom prst="straightConnector1">
            <a:avLst/>
          </a:prstGeom>
          <a:noFill/>
          <a:ln cap="flat" cmpd="sng" w="25400">
            <a:solidFill>
              <a:schemeClr val="dk1"/>
            </a:solidFill>
            <a:prstDash val="dot"/>
            <a:round/>
            <a:headEnd len="med" w="med" type="none"/>
            <a:tailEnd len="sm" w="sm" type="none"/>
          </a:ln>
        </p:spPr>
      </p:cxnSp>
      <p:sp>
        <p:nvSpPr>
          <p:cNvPr id="345" name="Google Shape;345;p14"/>
          <p:cNvSpPr txBox="1"/>
          <p:nvPr/>
        </p:nvSpPr>
        <p:spPr>
          <a:xfrm>
            <a:off x="8101013" y="1628775"/>
            <a:ext cx="935037" cy="336550"/>
          </a:xfrm>
          <a:prstGeom prst="rect">
            <a:avLst/>
          </a:prstGeom>
          <a:noFill/>
          <a:ln>
            <a:noFill/>
          </a:ln>
        </p:spPr>
        <p:txBody>
          <a:bodyPr anchorCtr="0" anchor="t" bIns="46800" lIns="90000" spcFirstLastPara="1" rIns="90000" wrap="square" tIns="46800">
            <a:spAutoFit/>
          </a:bodyPr>
          <a:lstStyle/>
          <a:p>
            <a:pPr indent="0" lvl="0" marL="0" marR="0" rtl="0" algn="ctr">
              <a:spcBef>
                <a:spcPts val="0"/>
              </a:spcBef>
              <a:spcAft>
                <a:spcPts val="0"/>
              </a:spcAft>
              <a:buClr>
                <a:schemeClr val="dk1"/>
              </a:buClr>
              <a:buSzPts val="800"/>
              <a:buFont typeface="Noto Sans Symbols"/>
              <a:buNone/>
            </a:pPr>
            <a:r>
              <a:rPr lang="en-US" sz="800">
                <a:solidFill>
                  <a:schemeClr val="dk1"/>
                </a:solidFill>
                <a:latin typeface="Gill Sans"/>
                <a:ea typeface="Gill Sans"/>
                <a:cs typeface="Gill Sans"/>
                <a:sym typeface="Gill Sans"/>
              </a:rPr>
              <a:t>Java Application Developer</a:t>
            </a:r>
            <a:endParaRPr/>
          </a:p>
        </p:txBody>
      </p:sp>
      <p:sp>
        <p:nvSpPr>
          <p:cNvPr id="346" name="Google Shape;346;p14"/>
          <p:cNvSpPr txBox="1"/>
          <p:nvPr/>
        </p:nvSpPr>
        <p:spPr>
          <a:xfrm>
            <a:off x="8027988" y="2900363"/>
            <a:ext cx="935037" cy="214312"/>
          </a:xfrm>
          <a:prstGeom prst="rect">
            <a:avLst/>
          </a:prstGeom>
          <a:noFill/>
          <a:ln>
            <a:noFill/>
          </a:ln>
        </p:spPr>
        <p:txBody>
          <a:bodyPr anchorCtr="0" anchor="t" bIns="46800" lIns="90000" spcFirstLastPara="1" rIns="90000" wrap="square" tIns="46800">
            <a:spAutoFit/>
          </a:bodyPr>
          <a:lstStyle/>
          <a:p>
            <a:pPr indent="0" lvl="0" marL="0" marR="0" rtl="0" algn="ctr">
              <a:spcBef>
                <a:spcPts val="0"/>
              </a:spcBef>
              <a:spcAft>
                <a:spcPts val="0"/>
              </a:spcAft>
              <a:buClr>
                <a:schemeClr val="dk1"/>
              </a:buClr>
              <a:buSzPts val="800"/>
              <a:buFont typeface="Noto Sans Symbols"/>
              <a:buNone/>
            </a:pPr>
            <a:r>
              <a:rPr lang="en-US" sz="800">
                <a:solidFill>
                  <a:schemeClr val="dk1"/>
                </a:solidFill>
                <a:latin typeface="Gill Sans"/>
                <a:ea typeface="Gill Sans"/>
                <a:cs typeface="Gill Sans"/>
                <a:sym typeface="Gill Sans"/>
              </a:rPr>
              <a:t>JDBC Developer</a:t>
            </a:r>
            <a:endParaRPr/>
          </a:p>
        </p:txBody>
      </p:sp>
      <p:sp>
        <p:nvSpPr>
          <p:cNvPr id="347" name="Google Shape;347;p14"/>
          <p:cNvSpPr txBox="1"/>
          <p:nvPr/>
        </p:nvSpPr>
        <p:spPr>
          <a:xfrm>
            <a:off x="8029575" y="3941763"/>
            <a:ext cx="935038" cy="336550"/>
          </a:xfrm>
          <a:prstGeom prst="rect">
            <a:avLst/>
          </a:prstGeom>
          <a:noFill/>
          <a:ln>
            <a:noFill/>
          </a:ln>
        </p:spPr>
        <p:txBody>
          <a:bodyPr anchorCtr="0" anchor="t" bIns="46800" lIns="90000" spcFirstLastPara="1" rIns="90000" wrap="square" tIns="46800">
            <a:spAutoFit/>
          </a:bodyPr>
          <a:lstStyle/>
          <a:p>
            <a:pPr indent="0" lvl="0" marL="0" marR="0" rtl="0" algn="ctr">
              <a:spcBef>
                <a:spcPts val="0"/>
              </a:spcBef>
              <a:spcAft>
                <a:spcPts val="0"/>
              </a:spcAft>
              <a:buClr>
                <a:schemeClr val="dk1"/>
              </a:buClr>
              <a:buSzPts val="800"/>
              <a:buFont typeface="Noto Sans Symbols"/>
              <a:buNone/>
            </a:pPr>
            <a:r>
              <a:rPr lang="en-US" sz="800">
                <a:solidFill>
                  <a:schemeClr val="dk1"/>
                </a:solidFill>
                <a:latin typeface="Gill Sans"/>
                <a:ea typeface="Gill Sans"/>
                <a:cs typeface="Gill Sans"/>
                <a:sym typeface="Gill Sans"/>
              </a:rPr>
              <a:t>Vender Specific  JDBC developer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Is an interpreter that </a:t>
            </a:r>
            <a:r>
              <a:rPr lang="en-US" sz="2400">
                <a:solidFill>
                  <a:srgbClr val="FF0000"/>
                </a:solidFill>
              </a:rPr>
              <a:t>translates </a:t>
            </a:r>
            <a:r>
              <a:rPr lang="en-US" sz="2400" u="sng">
                <a:solidFill>
                  <a:srgbClr val="FF0000"/>
                </a:solidFill>
              </a:rPr>
              <a:t>JDBC method calls</a:t>
            </a:r>
            <a:r>
              <a:rPr lang="en-US" sz="2400">
                <a:solidFill>
                  <a:srgbClr val="FF0000"/>
                </a:solidFill>
              </a:rPr>
              <a:t> </a:t>
            </a:r>
            <a:r>
              <a:rPr lang="en-US" sz="2400"/>
              <a:t>to </a:t>
            </a:r>
            <a:r>
              <a:rPr lang="en-US" sz="2400" u="sng">
                <a:solidFill>
                  <a:srgbClr val="FF0000"/>
                </a:solidFill>
              </a:rPr>
              <a:t>vendor-specific database commands</a:t>
            </a:r>
            <a:endParaRPr sz="2400">
              <a:solidFill>
                <a:srgbClr val="FF0000"/>
              </a:solidFill>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Implements interfaces in </a:t>
            </a:r>
            <a:r>
              <a:rPr lang="en-US" sz="2400">
                <a:solidFill>
                  <a:srgbClr val="FF0000"/>
                </a:solidFill>
              </a:rPr>
              <a:t>java.sql </a:t>
            </a:r>
            <a:endParaRPr/>
          </a:p>
          <a:p>
            <a:pPr indent="-342900" lvl="0" marL="342900" rtl="0" algn="l">
              <a:spcBef>
                <a:spcPts val="480"/>
              </a:spcBef>
              <a:spcAft>
                <a:spcPts val="0"/>
              </a:spcAft>
              <a:buClr>
                <a:schemeClr val="dk1"/>
              </a:buClr>
              <a:buSzPts val="2400"/>
              <a:buChar char="•"/>
            </a:pPr>
            <a:r>
              <a:rPr lang="en-US" sz="2400"/>
              <a:t>Can also provide </a:t>
            </a:r>
            <a:r>
              <a:rPr lang="en-US" sz="2400" u="sng"/>
              <a:t>a vendor</a:t>
            </a:r>
            <a:r>
              <a:rPr lang="en-US" sz="2400" u="sng">
                <a:latin typeface="Times New Roman"/>
                <a:ea typeface="Times New Roman"/>
                <a:cs typeface="Times New Roman"/>
                <a:sym typeface="Times New Roman"/>
              </a:rPr>
              <a:t>’</a:t>
            </a:r>
            <a:r>
              <a:rPr lang="en-US" sz="2400" u="sng"/>
              <a:t>s extensions</a:t>
            </a:r>
            <a:r>
              <a:rPr lang="en-US" sz="2400"/>
              <a:t> to the JDBC standard</a:t>
            </a:r>
            <a:endParaRPr/>
          </a:p>
        </p:txBody>
      </p:sp>
      <p:cxnSp>
        <p:nvCxnSpPr>
          <p:cNvPr id="356" name="Google Shape;356;p15"/>
          <p:cNvCxnSpPr/>
          <p:nvPr/>
        </p:nvCxnSpPr>
        <p:spPr>
          <a:xfrm>
            <a:off x="1981200" y="3475038"/>
            <a:ext cx="1911350" cy="0"/>
          </a:xfrm>
          <a:prstGeom prst="straightConnector1">
            <a:avLst/>
          </a:prstGeom>
          <a:noFill/>
          <a:ln cap="flat" cmpd="sng" w="50800">
            <a:solidFill>
              <a:schemeClr val="hlink"/>
            </a:solidFill>
            <a:prstDash val="solid"/>
            <a:round/>
            <a:headEnd len="sm" w="sm" type="none"/>
            <a:tailEnd len="med" w="med" type="stealth"/>
          </a:ln>
          <a:effectLst>
            <a:outerShdw rotWithShape="0" algn="ctr" dir="2700000" dist="53882">
              <a:schemeClr val="lt2"/>
            </a:outerShdw>
          </a:effectLst>
        </p:spPr>
      </p:cxnSp>
      <p:cxnSp>
        <p:nvCxnSpPr>
          <p:cNvPr id="357" name="Google Shape;357;p15"/>
          <p:cNvCxnSpPr/>
          <p:nvPr/>
        </p:nvCxnSpPr>
        <p:spPr>
          <a:xfrm>
            <a:off x="5087938" y="3475038"/>
            <a:ext cx="1703387" cy="0"/>
          </a:xfrm>
          <a:prstGeom prst="straightConnector1">
            <a:avLst/>
          </a:prstGeom>
          <a:noFill/>
          <a:ln cap="flat" cmpd="sng" w="50800">
            <a:solidFill>
              <a:schemeClr val="hlink"/>
            </a:solidFill>
            <a:prstDash val="solid"/>
            <a:round/>
            <a:headEnd len="sm" w="sm" type="none"/>
            <a:tailEnd len="med" w="med" type="stealth"/>
          </a:ln>
          <a:effectLst>
            <a:outerShdw rotWithShape="0" algn="ctr" dir="2700000" dist="53882">
              <a:schemeClr val="lt2"/>
            </a:outerShdw>
          </a:effectLst>
        </p:spPr>
      </p:cxnSp>
      <p:sp>
        <p:nvSpPr>
          <p:cNvPr id="358" name="Google Shape;358;p15"/>
          <p:cNvSpPr/>
          <p:nvPr/>
        </p:nvSpPr>
        <p:spPr>
          <a:xfrm>
            <a:off x="3949700" y="3113088"/>
            <a:ext cx="1244600" cy="690562"/>
          </a:xfrm>
          <a:prstGeom prst="rect">
            <a:avLst/>
          </a:prstGeom>
          <a:solidFill>
            <a:srgbClr val="DDDDDD"/>
          </a:solidFill>
          <a:ln>
            <a:noFill/>
          </a:ln>
        </p:spPr>
        <p:txBody>
          <a:bodyPr anchorCtr="0" anchor="ctr" bIns="46025" lIns="92075" spcFirstLastPara="1" rIns="92075" wrap="square" tIns="46025">
            <a:noAutofit/>
          </a:bodyPr>
          <a:lstStyle/>
          <a:p>
            <a:pPr indent="0" lvl="0" marL="0" marR="0" rtl="0" algn="ctr">
              <a:spcBef>
                <a:spcPts val="0"/>
              </a:spcBef>
              <a:spcAft>
                <a:spcPts val="0"/>
              </a:spcAft>
              <a:buClr>
                <a:schemeClr val="lt2"/>
              </a:buClr>
              <a:buSzPts val="1800"/>
              <a:buFont typeface="Noto Sans Symbols"/>
              <a:buNone/>
            </a:pPr>
            <a:r>
              <a:rPr b="1" lang="en-US" sz="1800">
                <a:solidFill>
                  <a:schemeClr val="lt2"/>
                </a:solidFill>
                <a:latin typeface="Gill Sans"/>
                <a:ea typeface="Gill Sans"/>
                <a:cs typeface="Gill Sans"/>
                <a:sym typeface="Gill Sans"/>
              </a:rPr>
              <a:t>Driver</a:t>
            </a:r>
            <a:endParaRPr/>
          </a:p>
        </p:txBody>
      </p:sp>
      <p:grpSp>
        <p:nvGrpSpPr>
          <p:cNvPr id="359" name="Google Shape;359;p15"/>
          <p:cNvGrpSpPr/>
          <p:nvPr/>
        </p:nvGrpSpPr>
        <p:grpSpPr>
          <a:xfrm>
            <a:off x="1514475" y="2932113"/>
            <a:ext cx="739775" cy="1087437"/>
            <a:chOff x="954" y="1847"/>
            <a:chExt cx="466" cy="685"/>
          </a:xfrm>
        </p:grpSpPr>
        <p:grpSp>
          <p:nvGrpSpPr>
            <p:cNvPr id="360" name="Google Shape;360;p15"/>
            <p:cNvGrpSpPr/>
            <p:nvPr/>
          </p:nvGrpSpPr>
          <p:grpSpPr>
            <a:xfrm>
              <a:off x="954" y="1847"/>
              <a:ext cx="466" cy="685"/>
              <a:chOff x="954" y="1847"/>
              <a:chExt cx="466" cy="685"/>
            </a:xfrm>
          </p:grpSpPr>
          <p:sp>
            <p:nvSpPr>
              <p:cNvPr id="361" name="Google Shape;361;p15"/>
              <p:cNvSpPr/>
              <p:nvPr/>
            </p:nvSpPr>
            <p:spPr>
              <a:xfrm>
                <a:off x="954" y="1847"/>
                <a:ext cx="466" cy="685"/>
              </a:xfrm>
              <a:custGeom>
                <a:rect b="b" l="l" r="r" t="t"/>
                <a:pathLst>
                  <a:path extrusionOk="0" h="685" w="466">
                    <a:moveTo>
                      <a:pt x="465" y="586"/>
                    </a:moveTo>
                    <a:lnTo>
                      <a:pt x="465" y="0"/>
                    </a:lnTo>
                    <a:lnTo>
                      <a:pt x="0" y="97"/>
                    </a:lnTo>
                    <a:lnTo>
                      <a:pt x="0" y="684"/>
                    </a:lnTo>
                    <a:lnTo>
                      <a:pt x="465" y="586"/>
                    </a:lnTo>
                  </a:path>
                </a:pathLst>
              </a:custGeom>
              <a:solidFill>
                <a:srgbClr val="B2B2B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15"/>
              <p:cNvSpPr/>
              <p:nvPr/>
            </p:nvSpPr>
            <p:spPr>
              <a:xfrm>
                <a:off x="980" y="1875"/>
                <a:ext cx="411" cy="631"/>
              </a:xfrm>
              <a:custGeom>
                <a:rect b="b" l="l" r="r" t="t"/>
                <a:pathLst>
                  <a:path extrusionOk="0" h="631" w="411">
                    <a:moveTo>
                      <a:pt x="410" y="546"/>
                    </a:moveTo>
                    <a:lnTo>
                      <a:pt x="410" y="0"/>
                    </a:lnTo>
                    <a:lnTo>
                      <a:pt x="0" y="83"/>
                    </a:lnTo>
                    <a:lnTo>
                      <a:pt x="0" y="630"/>
                    </a:lnTo>
                    <a:lnTo>
                      <a:pt x="410" y="546"/>
                    </a:ln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63" name="Google Shape;363;p15"/>
            <p:cNvGrpSpPr/>
            <p:nvPr/>
          </p:nvGrpSpPr>
          <p:grpSpPr>
            <a:xfrm>
              <a:off x="978" y="2059"/>
              <a:ext cx="410" cy="233"/>
              <a:chOff x="978" y="2059"/>
              <a:chExt cx="410" cy="233"/>
            </a:xfrm>
          </p:grpSpPr>
          <p:sp>
            <p:nvSpPr>
              <p:cNvPr id="364" name="Google Shape;364;p15"/>
              <p:cNvSpPr/>
              <p:nvPr/>
            </p:nvSpPr>
            <p:spPr>
              <a:xfrm>
                <a:off x="978" y="2172"/>
                <a:ext cx="397" cy="93"/>
              </a:xfrm>
              <a:custGeom>
                <a:rect b="b" l="l" r="r" t="t"/>
                <a:pathLst>
                  <a:path extrusionOk="0" h="93" w="397">
                    <a:moveTo>
                      <a:pt x="186" y="86"/>
                    </a:moveTo>
                    <a:lnTo>
                      <a:pt x="189" y="86"/>
                    </a:lnTo>
                    <a:lnTo>
                      <a:pt x="193" y="86"/>
                    </a:lnTo>
                    <a:lnTo>
                      <a:pt x="196" y="86"/>
                    </a:lnTo>
                    <a:lnTo>
                      <a:pt x="200" y="83"/>
                    </a:lnTo>
                    <a:lnTo>
                      <a:pt x="203" y="83"/>
                    </a:lnTo>
                    <a:lnTo>
                      <a:pt x="207" y="80"/>
                    </a:lnTo>
                    <a:lnTo>
                      <a:pt x="214" y="80"/>
                    </a:lnTo>
                    <a:lnTo>
                      <a:pt x="217" y="80"/>
                    </a:lnTo>
                    <a:lnTo>
                      <a:pt x="221" y="77"/>
                    </a:lnTo>
                    <a:lnTo>
                      <a:pt x="228" y="77"/>
                    </a:lnTo>
                    <a:lnTo>
                      <a:pt x="231" y="74"/>
                    </a:lnTo>
                    <a:lnTo>
                      <a:pt x="234" y="72"/>
                    </a:lnTo>
                    <a:lnTo>
                      <a:pt x="241" y="72"/>
                    </a:lnTo>
                    <a:lnTo>
                      <a:pt x="245" y="69"/>
                    </a:lnTo>
                    <a:lnTo>
                      <a:pt x="252" y="69"/>
                    </a:lnTo>
                    <a:lnTo>
                      <a:pt x="255" y="65"/>
                    </a:lnTo>
                    <a:lnTo>
                      <a:pt x="262" y="62"/>
                    </a:lnTo>
                    <a:lnTo>
                      <a:pt x="266" y="62"/>
                    </a:lnTo>
                    <a:lnTo>
                      <a:pt x="273" y="59"/>
                    </a:lnTo>
                    <a:lnTo>
                      <a:pt x="280" y="57"/>
                    </a:lnTo>
                    <a:lnTo>
                      <a:pt x="283" y="57"/>
                    </a:lnTo>
                    <a:lnTo>
                      <a:pt x="290" y="54"/>
                    </a:lnTo>
                    <a:lnTo>
                      <a:pt x="298" y="51"/>
                    </a:lnTo>
                    <a:lnTo>
                      <a:pt x="302" y="51"/>
                    </a:lnTo>
                    <a:lnTo>
                      <a:pt x="308" y="48"/>
                    </a:lnTo>
                    <a:lnTo>
                      <a:pt x="312" y="45"/>
                    </a:lnTo>
                    <a:lnTo>
                      <a:pt x="319" y="45"/>
                    </a:lnTo>
                    <a:lnTo>
                      <a:pt x="322" y="42"/>
                    </a:lnTo>
                    <a:lnTo>
                      <a:pt x="329" y="39"/>
                    </a:lnTo>
                    <a:lnTo>
                      <a:pt x="333" y="37"/>
                    </a:lnTo>
                    <a:lnTo>
                      <a:pt x="340" y="37"/>
                    </a:lnTo>
                    <a:lnTo>
                      <a:pt x="343" y="34"/>
                    </a:lnTo>
                    <a:lnTo>
                      <a:pt x="350" y="31"/>
                    </a:lnTo>
                    <a:lnTo>
                      <a:pt x="354" y="31"/>
                    </a:lnTo>
                    <a:lnTo>
                      <a:pt x="357" y="28"/>
                    </a:lnTo>
                    <a:lnTo>
                      <a:pt x="364" y="28"/>
                    </a:lnTo>
                    <a:lnTo>
                      <a:pt x="368" y="25"/>
                    </a:lnTo>
                    <a:lnTo>
                      <a:pt x="371" y="22"/>
                    </a:lnTo>
                    <a:lnTo>
                      <a:pt x="375" y="22"/>
                    </a:lnTo>
                    <a:lnTo>
                      <a:pt x="378" y="19"/>
                    </a:lnTo>
                    <a:lnTo>
                      <a:pt x="382" y="19"/>
                    </a:lnTo>
                    <a:lnTo>
                      <a:pt x="385" y="17"/>
                    </a:lnTo>
                    <a:lnTo>
                      <a:pt x="389" y="14"/>
                    </a:lnTo>
                    <a:lnTo>
                      <a:pt x="392" y="14"/>
                    </a:lnTo>
                    <a:lnTo>
                      <a:pt x="396" y="11"/>
                    </a:lnTo>
                    <a:lnTo>
                      <a:pt x="396" y="8"/>
                    </a:lnTo>
                    <a:lnTo>
                      <a:pt x="392" y="5"/>
                    </a:lnTo>
                    <a:lnTo>
                      <a:pt x="389" y="5"/>
                    </a:lnTo>
                    <a:lnTo>
                      <a:pt x="385" y="5"/>
                    </a:lnTo>
                    <a:lnTo>
                      <a:pt x="385" y="2"/>
                    </a:lnTo>
                    <a:lnTo>
                      <a:pt x="382" y="2"/>
                    </a:lnTo>
                    <a:lnTo>
                      <a:pt x="378" y="2"/>
                    </a:lnTo>
                    <a:lnTo>
                      <a:pt x="375" y="2"/>
                    </a:lnTo>
                    <a:lnTo>
                      <a:pt x="371" y="2"/>
                    </a:lnTo>
                    <a:lnTo>
                      <a:pt x="368" y="2"/>
                    </a:lnTo>
                    <a:lnTo>
                      <a:pt x="364" y="0"/>
                    </a:lnTo>
                    <a:lnTo>
                      <a:pt x="357" y="0"/>
                    </a:lnTo>
                    <a:lnTo>
                      <a:pt x="354" y="0"/>
                    </a:lnTo>
                    <a:lnTo>
                      <a:pt x="350" y="0"/>
                    </a:lnTo>
                    <a:lnTo>
                      <a:pt x="347" y="0"/>
                    </a:lnTo>
                    <a:lnTo>
                      <a:pt x="340" y="0"/>
                    </a:lnTo>
                    <a:lnTo>
                      <a:pt x="336" y="0"/>
                    </a:lnTo>
                    <a:lnTo>
                      <a:pt x="329" y="0"/>
                    </a:lnTo>
                    <a:lnTo>
                      <a:pt x="326" y="0"/>
                    </a:lnTo>
                    <a:lnTo>
                      <a:pt x="319" y="0"/>
                    </a:lnTo>
                    <a:lnTo>
                      <a:pt x="315" y="0"/>
                    </a:lnTo>
                    <a:lnTo>
                      <a:pt x="308" y="0"/>
                    </a:lnTo>
                    <a:lnTo>
                      <a:pt x="305" y="0"/>
                    </a:lnTo>
                    <a:lnTo>
                      <a:pt x="298" y="0"/>
                    </a:lnTo>
                    <a:lnTo>
                      <a:pt x="294" y="0"/>
                    </a:lnTo>
                    <a:lnTo>
                      <a:pt x="287" y="0"/>
                    </a:lnTo>
                    <a:lnTo>
                      <a:pt x="280" y="0"/>
                    </a:lnTo>
                    <a:lnTo>
                      <a:pt x="276" y="0"/>
                    </a:lnTo>
                    <a:lnTo>
                      <a:pt x="269" y="0"/>
                    </a:lnTo>
                    <a:lnTo>
                      <a:pt x="262" y="0"/>
                    </a:lnTo>
                    <a:lnTo>
                      <a:pt x="259" y="0"/>
                    </a:lnTo>
                    <a:lnTo>
                      <a:pt x="252" y="0"/>
                    </a:lnTo>
                    <a:lnTo>
                      <a:pt x="248" y="0"/>
                    </a:lnTo>
                    <a:lnTo>
                      <a:pt x="241" y="0"/>
                    </a:lnTo>
                    <a:lnTo>
                      <a:pt x="234" y="2"/>
                    </a:lnTo>
                    <a:lnTo>
                      <a:pt x="231" y="2"/>
                    </a:lnTo>
                    <a:lnTo>
                      <a:pt x="224" y="2"/>
                    </a:lnTo>
                    <a:lnTo>
                      <a:pt x="221" y="2"/>
                    </a:lnTo>
                    <a:lnTo>
                      <a:pt x="214" y="2"/>
                    </a:lnTo>
                    <a:lnTo>
                      <a:pt x="210" y="5"/>
                    </a:lnTo>
                    <a:lnTo>
                      <a:pt x="207" y="5"/>
                    </a:lnTo>
                    <a:lnTo>
                      <a:pt x="200" y="5"/>
                    </a:lnTo>
                    <a:lnTo>
                      <a:pt x="196" y="8"/>
                    </a:lnTo>
                    <a:lnTo>
                      <a:pt x="189" y="8"/>
                    </a:lnTo>
                    <a:lnTo>
                      <a:pt x="186" y="8"/>
                    </a:lnTo>
                    <a:lnTo>
                      <a:pt x="182" y="11"/>
                    </a:lnTo>
                    <a:lnTo>
                      <a:pt x="174" y="11"/>
                    </a:lnTo>
                    <a:lnTo>
                      <a:pt x="171" y="14"/>
                    </a:lnTo>
                    <a:lnTo>
                      <a:pt x="164" y="14"/>
                    </a:lnTo>
                    <a:lnTo>
                      <a:pt x="161" y="17"/>
                    </a:lnTo>
                    <a:lnTo>
                      <a:pt x="154" y="17"/>
                    </a:lnTo>
                    <a:lnTo>
                      <a:pt x="147" y="19"/>
                    </a:lnTo>
                    <a:lnTo>
                      <a:pt x="143" y="19"/>
                    </a:lnTo>
                    <a:lnTo>
                      <a:pt x="136" y="22"/>
                    </a:lnTo>
                    <a:lnTo>
                      <a:pt x="133" y="22"/>
                    </a:lnTo>
                    <a:lnTo>
                      <a:pt x="126" y="25"/>
                    </a:lnTo>
                    <a:lnTo>
                      <a:pt x="122" y="28"/>
                    </a:lnTo>
                    <a:lnTo>
                      <a:pt x="115" y="28"/>
                    </a:lnTo>
                    <a:lnTo>
                      <a:pt x="112" y="31"/>
                    </a:lnTo>
                    <a:lnTo>
                      <a:pt x="105" y="34"/>
                    </a:lnTo>
                    <a:lnTo>
                      <a:pt x="101" y="34"/>
                    </a:lnTo>
                    <a:lnTo>
                      <a:pt x="94" y="37"/>
                    </a:lnTo>
                    <a:lnTo>
                      <a:pt x="91" y="37"/>
                    </a:lnTo>
                    <a:lnTo>
                      <a:pt x="84" y="39"/>
                    </a:lnTo>
                    <a:lnTo>
                      <a:pt x="80" y="42"/>
                    </a:lnTo>
                    <a:lnTo>
                      <a:pt x="73" y="42"/>
                    </a:lnTo>
                    <a:lnTo>
                      <a:pt x="70" y="45"/>
                    </a:lnTo>
                    <a:lnTo>
                      <a:pt x="63" y="48"/>
                    </a:lnTo>
                    <a:lnTo>
                      <a:pt x="60" y="48"/>
                    </a:lnTo>
                    <a:lnTo>
                      <a:pt x="55" y="51"/>
                    </a:lnTo>
                    <a:lnTo>
                      <a:pt x="48" y="54"/>
                    </a:lnTo>
                    <a:lnTo>
                      <a:pt x="45" y="54"/>
                    </a:lnTo>
                    <a:lnTo>
                      <a:pt x="41" y="57"/>
                    </a:lnTo>
                    <a:lnTo>
                      <a:pt x="38" y="59"/>
                    </a:lnTo>
                    <a:lnTo>
                      <a:pt x="34" y="59"/>
                    </a:lnTo>
                    <a:lnTo>
                      <a:pt x="31" y="62"/>
                    </a:lnTo>
                    <a:lnTo>
                      <a:pt x="27" y="62"/>
                    </a:lnTo>
                    <a:lnTo>
                      <a:pt x="24" y="65"/>
                    </a:lnTo>
                    <a:lnTo>
                      <a:pt x="20" y="65"/>
                    </a:lnTo>
                    <a:lnTo>
                      <a:pt x="17" y="69"/>
                    </a:lnTo>
                    <a:lnTo>
                      <a:pt x="13" y="69"/>
                    </a:lnTo>
                    <a:lnTo>
                      <a:pt x="10" y="72"/>
                    </a:lnTo>
                    <a:lnTo>
                      <a:pt x="6" y="74"/>
                    </a:lnTo>
                    <a:lnTo>
                      <a:pt x="3" y="77"/>
                    </a:lnTo>
                    <a:lnTo>
                      <a:pt x="0" y="77"/>
                    </a:lnTo>
                    <a:lnTo>
                      <a:pt x="0" y="80"/>
                    </a:lnTo>
                    <a:lnTo>
                      <a:pt x="0" y="83"/>
                    </a:lnTo>
                    <a:lnTo>
                      <a:pt x="3" y="83"/>
                    </a:lnTo>
                    <a:lnTo>
                      <a:pt x="6" y="86"/>
                    </a:lnTo>
                    <a:lnTo>
                      <a:pt x="10" y="86"/>
                    </a:lnTo>
                    <a:lnTo>
                      <a:pt x="13" y="86"/>
                    </a:lnTo>
                    <a:lnTo>
                      <a:pt x="17" y="86"/>
                    </a:lnTo>
                    <a:lnTo>
                      <a:pt x="20" y="86"/>
                    </a:lnTo>
                    <a:lnTo>
                      <a:pt x="24" y="89"/>
                    </a:lnTo>
                    <a:lnTo>
                      <a:pt x="27" y="89"/>
                    </a:lnTo>
                    <a:lnTo>
                      <a:pt x="31" y="89"/>
                    </a:lnTo>
                    <a:lnTo>
                      <a:pt x="34" y="89"/>
                    </a:lnTo>
                    <a:lnTo>
                      <a:pt x="41" y="89"/>
                    </a:lnTo>
                    <a:lnTo>
                      <a:pt x="45" y="89"/>
                    </a:lnTo>
                    <a:lnTo>
                      <a:pt x="52" y="89"/>
                    </a:lnTo>
                    <a:lnTo>
                      <a:pt x="55" y="89"/>
                    </a:lnTo>
                    <a:lnTo>
                      <a:pt x="63" y="92"/>
                    </a:lnTo>
                    <a:lnTo>
                      <a:pt x="67" y="92"/>
                    </a:lnTo>
                    <a:lnTo>
                      <a:pt x="73" y="92"/>
                    </a:lnTo>
                    <a:lnTo>
                      <a:pt x="77" y="92"/>
                    </a:lnTo>
                    <a:lnTo>
                      <a:pt x="84" y="92"/>
                    </a:lnTo>
                    <a:lnTo>
                      <a:pt x="91" y="92"/>
                    </a:lnTo>
                    <a:lnTo>
                      <a:pt x="94" y="92"/>
                    </a:lnTo>
                    <a:lnTo>
                      <a:pt x="101" y="92"/>
                    </a:lnTo>
                    <a:lnTo>
                      <a:pt x="108" y="92"/>
                    </a:lnTo>
                    <a:lnTo>
                      <a:pt x="112" y="92"/>
                    </a:lnTo>
                    <a:lnTo>
                      <a:pt x="119" y="92"/>
                    </a:lnTo>
                    <a:lnTo>
                      <a:pt x="126" y="92"/>
                    </a:lnTo>
                    <a:lnTo>
                      <a:pt x="129" y="92"/>
                    </a:lnTo>
                    <a:lnTo>
                      <a:pt x="136" y="92"/>
                    </a:lnTo>
                    <a:lnTo>
                      <a:pt x="140" y="92"/>
                    </a:lnTo>
                    <a:lnTo>
                      <a:pt x="147" y="92"/>
                    </a:lnTo>
                    <a:lnTo>
                      <a:pt x="150" y="92"/>
                    </a:lnTo>
                    <a:lnTo>
                      <a:pt x="157" y="92"/>
                    </a:lnTo>
                    <a:lnTo>
                      <a:pt x="161" y="89"/>
                    </a:lnTo>
                    <a:lnTo>
                      <a:pt x="164" y="89"/>
                    </a:lnTo>
                    <a:lnTo>
                      <a:pt x="167" y="89"/>
                    </a:lnTo>
                    <a:lnTo>
                      <a:pt x="174" y="89"/>
                    </a:lnTo>
                    <a:lnTo>
                      <a:pt x="179" y="89"/>
                    </a:lnTo>
                    <a:lnTo>
                      <a:pt x="182" y="89"/>
                    </a:lnTo>
                    <a:lnTo>
                      <a:pt x="186" y="86"/>
                    </a:lnTo>
                  </a:path>
                </a:pathLst>
              </a:custGeom>
              <a:solidFill>
                <a:srgbClr val="3EAA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5" name="Google Shape;365;p15"/>
              <p:cNvSpPr/>
              <p:nvPr/>
            </p:nvSpPr>
            <p:spPr>
              <a:xfrm>
                <a:off x="1038" y="2059"/>
                <a:ext cx="281" cy="81"/>
              </a:xfrm>
              <a:custGeom>
                <a:rect b="b" l="l" r="r" t="t"/>
                <a:pathLst>
                  <a:path extrusionOk="0" h="81" w="281">
                    <a:moveTo>
                      <a:pt x="126" y="68"/>
                    </a:moveTo>
                    <a:lnTo>
                      <a:pt x="129" y="68"/>
                    </a:lnTo>
                    <a:lnTo>
                      <a:pt x="133" y="65"/>
                    </a:lnTo>
                    <a:lnTo>
                      <a:pt x="136" y="65"/>
                    </a:lnTo>
                    <a:lnTo>
                      <a:pt x="140" y="65"/>
                    </a:lnTo>
                    <a:lnTo>
                      <a:pt x="143" y="62"/>
                    </a:lnTo>
                    <a:lnTo>
                      <a:pt x="150" y="62"/>
                    </a:lnTo>
                    <a:lnTo>
                      <a:pt x="153" y="60"/>
                    </a:lnTo>
                    <a:lnTo>
                      <a:pt x="157" y="60"/>
                    </a:lnTo>
                    <a:lnTo>
                      <a:pt x="164" y="60"/>
                    </a:lnTo>
                    <a:lnTo>
                      <a:pt x="167" y="57"/>
                    </a:lnTo>
                    <a:lnTo>
                      <a:pt x="174" y="57"/>
                    </a:lnTo>
                    <a:lnTo>
                      <a:pt x="178" y="54"/>
                    </a:lnTo>
                    <a:lnTo>
                      <a:pt x="185" y="54"/>
                    </a:lnTo>
                    <a:lnTo>
                      <a:pt x="188" y="51"/>
                    </a:lnTo>
                    <a:lnTo>
                      <a:pt x="195" y="48"/>
                    </a:lnTo>
                    <a:lnTo>
                      <a:pt x="199" y="48"/>
                    </a:lnTo>
                    <a:lnTo>
                      <a:pt x="206" y="45"/>
                    </a:lnTo>
                    <a:lnTo>
                      <a:pt x="213" y="45"/>
                    </a:lnTo>
                    <a:lnTo>
                      <a:pt x="216" y="42"/>
                    </a:lnTo>
                    <a:lnTo>
                      <a:pt x="223" y="40"/>
                    </a:lnTo>
                    <a:lnTo>
                      <a:pt x="226" y="40"/>
                    </a:lnTo>
                    <a:lnTo>
                      <a:pt x="233" y="37"/>
                    </a:lnTo>
                    <a:lnTo>
                      <a:pt x="238" y="37"/>
                    </a:lnTo>
                    <a:lnTo>
                      <a:pt x="241" y="34"/>
                    </a:lnTo>
                    <a:lnTo>
                      <a:pt x="248" y="34"/>
                    </a:lnTo>
                    <a:lnTo>
                      <a:pt x="252" y="31"/>
                    </a:lnTo>
                    <a:lnTo>
                      <a:pt x="255" y="28"/>
                    </a:lnTo>
                    <a:lnTo>
                      <a:pt x="259" y="28"/>
                    </a:lnTo>
                    <a:lnTo>
                      <a:pt x="262" y="25"/>
                    </a:lnTo>
                    <a:lnTo>
                      <a:pt x="266" y="25"/>
                    </a:lnTo>
                    <a:lnTo>
                      <a:pt x="269" y="22"/>
                    </a:lnTo>
                    <a:lnTo>
                      <a:pt x="273" y="22"/>
                    </a:lnTo>
                    <a:lnTo>
                      <a:pt x="276" y="20"/>
                    </a:lnTo>
                    <a:lnTo>
                      <a:pt x="280" y="20"/>
                    </a:lnTo>
                    <a:lnTo>
                      <a:pt x="280" y="17"/>
                    </a:lnTo>
                    <a:lnTo>
                      <a:pt x="280" y="14"/>
                    </a:lnTo>
                    <a:lnTo>
                      <a:pt x="280" y="11"/>
                    </a:lnTo>
                    <a:lnTo>
                      <a:pt x="280" y="8"/>
                    </a:lnTo>
                    <a:lnTo>
                      <a:pt x="276" y="8"/>
                    </a:lnTo>
                    <a:lnTo>
                      <a:pt x="276" y="5"/>
                    </a:lnTo>
                    <a:lnTo>
                      <a:pt x="273" y="5"/>
                    </a:lnTo>
                    <a:lnTo>
                      <a:pt x="269" y="2"/>
                    </a:lnTo>
                    <a:lnTo>
                      <a:pt x="266" y="2"/>
                    </a:lnTo>
                    <a:lnTo>
                      <a:pt x="262" y="2"/>
                    </a:lnTo>
                    <a:lnTo>
                      <a:pt x="259" y="2"/>
                    </a:lnTo>
                    <a:lnTo>
                      <a:pt x="255" y="2"/>
                    </a:lnTo>
                    <a:lnTo>
                      <a:pt x="252" y="0"/>
                    </a:lnTo>
                    <a:lnTo>
                      <a:pt x="248" y="0"/>
                    </a:lnTo>
                    <a:lnTo>
                      <a:pt x="241" y="0"/>
                    </a:lnTo>
                    <a:lnTo>
                      <a:pt x="238" y="0"/>
                    </a:lnTo>
                    <a:lnTo>
                      <a:pt x="233" y="0"/>
                    </a:lnTo>
                    <a:lnTo>
                      <a:pt x="230" y="0"/>
                    </a:lnTo>
                    <a:lnTo>
                      <a:pt x="223" y="0"/>
                    </a:lnTo>
                    <a:lnTo>
                      <a:pt x="220" y="2"/>
                    </a:lnTo>
                    <a:lnTo>
                      <a:pt x="213" y="2"/>
                    </a:lnTo>
                    <a:lnTo>
                      <a:pt x="209" y="2"/>
                    </a:lnTo>
                    <a:lnTo>
                      <a:pt x="206" y="2"/>
                    </a:lnTo>
                    <a:lnTo>
                      <a:pt x="199" y="2"/>
                    </a:lnTo>
                    <a:lnTo>
                      <a:pt x="195" y="2"/>
                    </a:lnTo>
                    <a:lnTo>
                      <a:pt x="188" y="5"/>
                    </a:lnTo>
                    <a:lnTo>
                      <a:pt x="185" y="5"/>
                    </a:lnTo>
                    <a:lnTo>
                      <a:pt x="181" y="5"/>
                    </a:lnTo>
                    <a:lnTo>
                      <a:pt x="174" y="5"/>
                    </a:lnTo>
                    <a:lnTo>
                      <a:pt x="171" y="5"/>
                    </a:lnTo>
                    <a:lnTo>
                      <a:pt x="167" y="8"/>
                    </a:lnTo>
                    <a:lnTo>
                      <a:pt x="160" y="8"/>
                    </a:lnTo>
                    <a:lnTo>
                      <a:pt x="157" y="8"/>
                    </a:lnTo>
                    <a:lnTo>
                      <a:pt x="153" y="8"/>
                    </a:lnTo>
                    <a:lnTo>
                      <a:pt x="150" y="11"/>
                    </a:lnTo>
                    <a:lnTo>
                      <a:pt x="146" y="11"/>
                    </a:lnTo>
                    <a:lnTo>
                      <a:pt x="143" y="11"/>
                    </a:lnTo>
                    <a:lnTo>
                      <a:pt x="140" y="11"/>
                    </a:lnTo>
                    <a:lnTo>
                      <a:pt x="136" y="11"/>
                    </a:lnTo>
                    <a:lnTo>
                      <a:pt x="133" y="14"/>
                    </a:lnTo>
                    <a:lnTo>
                      <a:pt x="129" y="14"/>
                    </a:lnTo>
                    <a:lnTo>
                      <a:pt x="126" y="14"/>
                    </a:lnTo>
                    <a:lnTo>
                      <a:pt x="122" y="17"/>
                    </a:lnTo>
                    <a:lnTo>
                      <a:pt x="119" y="17"/>
                    </a:lnTo>
                    <a:lnTo>
                      <a:pt x="114" y="17"/>
                    </a:lnTo>
                    <a:lnTo>
                      <a:pt x="107" y="20"/>
                    </a:lnTo>
                    <a:lnTo>
                      <a:pt x="104" y="20"/>
                    </a:lnTo>
                    <a:lnTo>
                      <a:pt x="100" y="22"/>
                    </a:lnTo>
                    <a:lnTo>
                      <a:pt x="93" y="22"/>
                    </a:lnTo>
                    <a:lnTo>
                      <a:pt x="90" y="25"/>
                    </a:lnTo>
                    <a:lnTo>
                      <a:pt x="86" y="28"/>
                    </a:lnTo>
                    <a:lnTo>
                      <a:pt x="80" y="28"/>
                    </a:lnTo>
                    <a:lnTo>
                      <a:pt x="76" y="31"/>
                    </a:lnTo>
                    <a:lnTo>
                      <a:pt x="69" y="34"/>
                    </a:lnTo>
                    <a:lnTo>
                      <a:pt x="66" y="34"/>
                    </a:lnTo>
                    <a:lnTo>
                      <a:pt x="59" y="37"/>
                    </a:lnTo>
                    <a:lnTo>
                      <a:pt x="55" y="40"/>
                    </a:lnTo>
                    <a:lnTo>
                      <a:pt x="52" y="42"/>
                    </a:lnTo>
                    <a:lnTo>
                      <a:pt x="45" y="42"/>
                    </a:lnTo>
                    <a:lnTo>
                      <a:pt x="41" y="45"/>
                    </a:lnTo>
                    <a:lnTo>
                      <a:pt x="38" y="48"/>
                    </a:lnTo>
                    <a:lnTo>
                      <a:pt x="31" y="51"/>
                    </a:lnTo>
                    <a:lnTo>
                      <a:pt x="27" y="51"/>
                    </a:lnTo>
                    <a:lnTo>
                      <a:pt x="24" y="54"/>
                    </a:lnTo>
                    <a:lnTo>
                      <a:pt x="20" y="57"/>
                    </a:lnTo>
                    <a:lnTo>
                      <a:pt x="17" y="60"/>
                    </a:lnTo>
                    <a:lnTo>
                      <a:pt x="13" y="60"/>
                    </a:lnTo>
                    <a:lnTo>
                      <a:pt x="10" y="62"/>
                    </a:lnTo>
                    <a:lnTo>
                      <a:pt x="10" y="65"/>
                    </a:lnTo>
                    <a:lnTo>
                      <a:pt x="6" y="68"/>
                    </a:lnTo>
                    <a:lnTo>
                      <a:pt x="3" y="68"/>
                    </a:lnTo>
                    <a:lnTo>
                      <a:pt x="3" y="71"/>
                    </a:lnTo>
                    <a:lnTo>
                      <a:pt x="3" y="74"/>
                    </a:lnTo>
                    <a:lnTo>
                      <a:pt x="0" y="74"/>
                    </a:lnTo>
                    <a:lnTo>
                      <a:pt x="0" y="77"/>
                    </a:lnTo>
                    <a:lnTo>
                      <a:pt x="3" y="80"/>
                    </a:lnTo>
                    <a:lnTo>
                      <a:pt x="6" y="80"/>
                    </a:lnTo>
                    <a:lnTo>
                      <a:pt x="10" y="80"/>
                    </a:lnTo>
                    <a:lnTo>
                      <a:pt x="13" y="80"/>
                    </a:lnTo>
                    <a:lnTo>
                      <a:pt x="17" y="80"/>
                    </a:lnTo>
                    <a:lnTo>
                      <a:pt x="20" y="80"/>
                    </a:lnTo>
                    <a:lnTo>
                      <a:pt x="24" y="80"/>
                    </a:lnTo>
                    <a:lnTo>
                      <a:pt x="27" y="80"/>
                    </a:lnTo>
                    <a:lnTo>
                      <a:pt x="34" y="80"/>
                    </a:lnTo>
                    <a:lnTo>
                      <a:pt x="38" y="80"/>
                    </a:lnTo>
                    <a:lnTo>
                      <a:pt x="45" y="80"/>
                    </a:lnTo>
                    <a:lnTo>
                      <a:pt x="48" y="80"/>
                    </a:lnTo>
                    <a:lnTo>
                      <a:pt x="55" y="80"/>
                    </a:lnTo>
                    <a:lnTo>
                      <a:pt x="59" y="77"/>
                    </a:lnTo>
                    <a:lnTo>
                      <a:pt x="66" y="77"/>
                    </a:lnTo>
                    <a:lnTo>
                      <a:pt x="69" y="77"/>
                    </a:lnTo>
                    <a:lnTo>
                      <a:pt x="76" y="77"/>
                    </a:lnTo>
                    <a:lnTo>
                      <a:pt x="83" y="74"/>
                    </a:lnTo>
                    <a:lnTo>
                      <a:pt x="86" y="74"/>
                    </a:lnTo>
                    <a:lnTo>
                      <a:pt x="93" y="74"/>
                    </a:lnTo>
                    <a:lnTo>
                      <a:pt x="97" y="71"/>
                    </a:lnTo>
                    <a:lnTo>
                      <a:pt x="104" y="71"/>
                    </a:lnTo>
                    <a:lnTo>
                      <a:pt x="107" y="71"/>
                    </a:lnTo>
                    <a:lnTo>
                      <a:pt x="114" y="71"/>
                    </a:lnTo>
                    <a:lnTo>
                      <a:pt x="119" y="68"/>
                    </a:lnTo>
                    <a:lnTo>
                      <a:pt x="122" y="68"/>
                    </a:lnTo>
                    <a:lnTo>
                      <a:pt x="126" y="68"/>
                    </a:lnTo>
                  </a:path>
                </a:pathLst>
              </a:custGeom>
              <a:solidFill>
                <a:srgbClr val="3EAA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p15"/>
              <p:cNvSpPr/>
              <p:nvPr/>
            </p:nvSpPr>
            <p:spPr>
              <a:xfrm>
                <a:off x="1066" y="2082"/>
                <a:ext cx="226" cy="68"/>
              </a:xfrm>
              <a:custGeom>
                <a:rect b="b" l="l" r="r" t="t"/>
                <a:pathLst>
                  <a:path extrusionOk="0" h="68" w="226">
                    <a:moveTo>
                      <a:pt x="102" y="54"/>
                    </a:moveTo>
                    <a:lnTo>
                      <a:pt x="102" y="54"/>
                    </a:lnTo>
                    <a:lnTo>
                      <a:pt x="105" y="54"/>
                    </a:lnTo>
                    <a:lnTo>
                      <a:pt x="112" y="51"/>
                    </a:lnTo>
                    <a:lnTo>
                      <a:pt x="115" y="51"/>
                    </a:lnTo>
                    <a:lnTo>
                      <a:pt x="119" y="51"/>
                    </a:lnTo>
                    <a:lnTo>
                      <a:pt x="126" y="48"/>
                    </a:lnTo>
                    <a:lnTo>
                      <a:pt x="129" y="48"/>
                    </a:lnTo>
                    <a:lnTo>
                      <a:pt x="136" y="46"/>
                    </a:lnTo>
                    <a:lnTo>
                      <a:pt x="140" y="46"/>
                    </a:lnTo>
                    <a:lnTo>
                      <a:pt x="147" y="43"/>
                    </a:lnTo>
                    <a:lnTo>
                      <a:pt x="150" y="40"/>
                    </a:lnTo>
                    <a:lnTo>
                      <a:pt x="157" y="40"/>
                    </a:lnTo>
                    <a:lnTo>
                      <a:pt x="164" y="37"/>
                    </a:lnTo>
                    <a:lnTo>
                      <a:pt x="168" y="37"/>
                    </a:lnTo>
                    <a:lnTo>
                      <a:pt x="175" y="34"/>
                    </a:lnTo>
                    <a:lnTo>
                      <a:pt x="178" y="31"/>
                    </a:lnTo>
                    <a:lnTo>
                      <a:pt x="185" y="31"/>
                    </a:lnTo>
                    <a:lnTo>
                      <a:pt x="189" y="28"/>
                    </a:lnTo>
                    <a:lnTo>
                      <a:pt x="196" y="28"/>
                    </a:lnTo>
                    <a:lnTo>
                      <a:pt x="199" y="25"/>
                    </a:lnTo>
                    <a:lnTo>
                      <a:pt x="203" y="23"/>
                    </a:lnTo>
                    <a:lnTo>
                      <a:pt x="206" y="23"/>
                    </a:lnTo>
                    <a:lnTo>
                      <a:pt x="214" y="20"/>
                    </a:lnTo>
                    <a:lnTo>
                      <a:pt x="218" y="17"/>
                    </a:lnTo>
                    <a:lnTo>
                      <a:pt x="221" y="17"/>
                    </a:lnTo>
                    <a:lnTo>
                      <a:pt x="225" y="14"/>
                    </a:lnTo>
                    <a:lnTo>
                      <a:pt x="225" y="11"/>
                    </a:lnTo>
                    <a:lnTo>
                      <a:pt x="225" y="8"/>
                    </a:lnTo>
                    <a:lnTo>
                      <a:pt x="221" y="8"/>
                    </a:lnTo>
                    <a:lnTo>
                      <a:pt x="221" y="5"/>
                    </a:lnTo>
                    <a:lnTo>
                      <a:pt x="218" y="5"/>
                    </a:lnTo>
                    <a:lnTo>
                      <a:pt x="218" y="2"/>
                    </a:lnTo>
                    <a:lnTo>
                      <a:pt x="214" y="2"/>
                    </a:lnTo>
                    <a:lnTo>
                      <a:pt x="211" y="2"/>
                    </a:lnTo>
                    <a:lnTo>
                      <a:pt x="206" y="2"/>
                    </a:lnTo>
                    <a:lnTo>
                      <a:pt x="203" y="0"/>
                    </a:lnTo>
                    <a:lnTo>
                      <a:pt x="199" y="0"/>
                    </a:lnTo>
                    <a:lnTo>
                      <a:pt x="196" y="0"/>
                    </a:lnTo>
                    <a:lnTo>
                      <a:pt x="192" y="0"/>
                    </a:lnTo>
                    <a:lnTo>
                      <a:pt x="189" y="0"/>
                    </a:lnTo>
                    <a:lnTo>
                      <a:pt x="182" y="0"/>
                    </a:lnTo>
                    <a:lnTo>
                      <a:pt x="178" y="0"/>
                    </a:lnTo>
                    <a:lnTo>
                      <a:pt x="175" y="0"/>
                    </a:lnTo>
                    <a:lnTo>
                      <a:pt x="168" y="2"/>
                    </a:lnTo>
                    <a:lnTo>
                      <a:pt x="164" y="2"/>
                    </a:lnTo>
                    <a:lnTo>
                      <a:pt x="157" y="2"/>
                    </a:lnTo>
                    <a:lnTo>
                      <a:pt x="154" y="2"/>
                    </a:lnTo>
                    <a:lnTo>
                      <a:pt x="150" y="5"/>
                    </a:lnTo>
                    <a:lnTo>
                      <a:pt x="143" y="5"/>
                    </a:lnTo>
                    <a:lnTo>
                      <a:pt x="140" y="5"/>
                    </a:lnTo>
                    <a:lnTo>
                      <a:pt x="136" y="5"/>
                    </a:lnTo>
                    <a:lnTo>
                      <a:pt x="129" y="8"/>
                    </a:lnTo>
                    <a:lnTo>
                      <a:pt x="126" y="8"/>
                    </a:lnTo>
                    <a:lnTo>
                      <a:pt x="122" y="8"/>
                    </a:lnTo>
                    <a:lnTo>
                      <a:pt x="119" y="8"/>
                    </a:lnTo>
                    <a:lnTo>
                      <a:pt x="115" y="11"/>
                    </a:lnTo>
                    <a:lnTo>
                      <a:pt x="112" y="11"/>
                    </a:lnTo>
                    <a:lnTo>
                      <a:pt x="109" y="11"/>
                    </a:lnTo>
                    <a:lnTo>
                      <a:pt x="105" y="11"/>
                    </a:lnTo>
                    <a:lnTo>
                      <a:pt x="102" y="14"/>
                    </a:lnTo>
                    <a:lnTo>
                      <a:pt x="98" y="14"/>
                    </a:lnTo>
                    <a:lnTo>
                      <a:pt x="95" y="14"/>
                    </a:lnTo>
                    <a:lnTo>
                      <a:pt x="91" y="17"/>
                    </a:lnTo>
                    <a:lnTo>
                      <a:pt x="83" y="17"/>
                    </a:lnTo>
                    <a:lnTo>
                      <a:pt x="80" y="20"/>
                    </a:lnTo>
                    <a:lnTo>
                      <a:pt x="76" y="20"/>
                    </a:lnTo>
                    <a:lnTo>
                      <a:pt x="69" y="23"/>
                    </a:lnTo>
                    <a:lnTo>
                      <a:pt x="66" y="23"/>
                    </a:lnTo>
                    <a:lnTo>
                      <a:pt x="62" y="25"/>
                    </a:lnTo>
                    <a:lnTo>
                      <a:pt x="55" y="25"/>
                    </a:lnTo>
                    <a:lnTo>
                      <a:pt x="52" y="28"/>
                    </a:lnTo>
                    <a:lnTo>
                      <a:pt x="45" y="31"/>
                    </a:lnTo>
                    <a:lnTo>
                      <a:pt x="41" y="34"/>
                    </a:lnTo>
                    <a:lnTo>
                      <a:pt x="38" y="34"/>
                    </a:lnTo>
                    <a:lnTo>
                      <a:pt x="31" y="37"/>
                    </a:lnTo>
                    <a:lnTo>
                      <a:pt x="27" y="40"/>
                    </a:lnTo>
                    <a:lnTo>
                      <a:pt x="24" y="40"/>
                    </a:lnTo>
                    <a:lnTo>
                      <a:pt x="20" y="43"/>
                    </a:lnTo>
                    <a:lnTo>
                      <a:pt x="17" y="46"/>
                    </a:lnTo>
                    <a:lnTo>
                      <a:pt x="13" y="48"/>
                    </a:lnTo>
                    <a:lnTo>
                      <a:pt x="10" y="48"/>
                    </a:lnTo>
                    <a:lnTo>
                      <a:pt x="6" y="51"/>
                    </a:lnTo>
                    <a:lnTo>
                      <a:pt x="3" y="54"/>
                    </a:lnTo>
                    <a:lnTo>
                      <a:pt x="3" y="57"/>
                    </a:lnTo>
                    <a:lnTo>
                      <a:pt x="0" y="57"/>
                    </a:lnTo>
                    <a:lnTo>
                      <a:pt x="0" y="61"/>
                    </a:lnTo>
                    <a:lnTo>
                      <a:pt x="0" y="64"/>
                    </a:lnTo>
                    <a:lnTo>
                      <a:pt x="3" y="64"/>
                    </a:lnTo>
                    <a:lnTo>
                      <a:pt x="3" y="67"/>
                    </a:lnTo>
                    <a:lnTo>
                      <a:pt x="6" y="67"/>
                    </a:lnTo>
                    <a:lnTo>
                      <a:pt x="10" y="67"/>
                    </a:lnTo>
                    <a:lnTo>
                      <a:pt x="13" y="67"/>
                    </a:lnTo>
                    <a:lnTo>
                      <a:pt x="17" y="67"/>
                    </a:lnTo>
                    <a:lnTo>
                      <a:pt x="24" y="67"/>
                    </a:lnTo>
                    <a:lnTo>
                      <a:pt x="27" y="67"/>
                    </a:lnTo>
                    <a:lnTo>
                      <a:pt x="34" y="64"/>
                    </a:lnTo>
                    <a:lnTo>
                      <a:pt x="38" y="64"/>
                    </a:lnTo>
                    <a:lnTo>
                      <a:pt x="45" y="64"/>
                    </a:lnTo>
                    <a:lnTo>
                      <a:pt x="48" y="64"/>
                    </a:lnTo>
                    <a:lnTo>
                      <a:pt x="55" y="64"/>
                    </a:lnTo>
                    <a:lnTo>
                      <a:pt x="59" y="61"/>
                    </a:lnTo>
                    <a:lnTo>
                      <a:pt x="66" y="61"/>
                    </a:lnTo>
                    <a:lnTo>
                      <a:pt x="69" y="61"/>
                    </a:lnTo>
                    <a:lnTo>
                      <a:pt x="76" y="61"/>
                    </a:lnTo>
                    <a:lnTo>
                      <a:pt x="80" y="57"/>
                    </a:lnTo>
                    <a:lnTo>
                      <a:pt x="87" y="57"/>
                    </a:lnTo>
                    <a:lnTo>
                      <a:pt x="91" y="57"/>
                    </a:lnTo>
                    <a:lnTo>
                      <a:pt x="95" y="54"/>
                    </a:lnTo>
                    <a:lnTo>
                      <a:pt x="102" y="54"/>
                    </a:lnTo>
                  </a:path>
                </a:pathLst>
              </a:custGeom>
              <a:solidFill>
                <a:srgbClr val="6532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7" name="Google Shape;367;p15"/>
              <p:cNvSpPr/>
              <p:nvPr/>
            </p:nvSpPr>
            <p:spPr>
              <a:xfrm>
                <a:off x="978" y="2181"/>
                <a:ext cx="397" cy="111"/>
              </a:xfrm>
              <a:custGeom>
                <a:rect b="b" l="l" r="r" t="t"/>
                <a:pathLst>
                  <a:path extrusionOk="0" h="111" w="397">
                    <a:moveTo>
                      <a:pt x="27" y="98"/>
                    </a:moveTo>
                    <a:lnTo>
                      <a:pt x="27" y="98"/>
                    </a:lnTo>
                    <a:lnTo>
                      <a:pt x="27" y="101"/>
                    </a:lnTo>
                    <a:lnTo>
                      <a:pt x="31" y="101"/>
                    </a:lnTo>
                    <a:lnTo>
                      <a:pt x="34" y="104"/>
                    </a:lnTo>
                    <a:lnTo>
                      <a:pt x="38" y="104"/>
                    </a:lnTo>
                    <a:lnTo>
                      <a:pt x="41" y="104"/>
                    </a:lnTo>
                    <a:lnTo>
                      <a:pt x="45" y="107"/>
                    </a:lnTo>
                    <a:lnTo>
                      <a:pt x="48" y="107"/>
                    </a:lnTo>
                    <a:lnTo>
                      <a:pt x="52" y="107"/>
                    </a:lnTo>
                    <a:lnTo>
                      <a:pt x="55" y="107"/>
                    </a:lnTo>
                    <a:lnTo>
                      <a:pt x="60" y="107"/>
                    </a:lnTo>
                    <a:lnTo>
                      <a:pt x="67" y="107"/>
                    </a:lnTo>
                    <a:lnTo>
                      <a:pt x="70" y="107"/>
                    </a:lnTo>
                    <a:lnTo>
                      <a:pt x="73" y="107"/>
                    </a:lnTo>
                    <a:lnTo>
                      <a:pt x="77" y="110"/>
                    </a:lnTo>
                    <a:lnTo>
                      <a:pt x="84" y="110"/>
                    </a:lnTo>
                    <a:lnTo>
                      <a:pt x="87" y="110"/>
                    </a:lnTo>
                    <a:lnTo>
                      <a:pt x="94" y="110"/>
                    </a:lnTo>
                    <a:lnTo>
                      <a:pt x="98" y="110"/>
                    </a:lnTo>
                    <a:lnTo>
                      <a:pt x="105" y="107"/>
                    </a:lnTo>
                    <a:lnTo>
                      <a:pt x="108" y="107"/>
                    </a:lnTo>
                    <a:lnTo>
                      <a:pt x="115" y="107"/>
                    </a:lnTo>
                    <a:lnTo>
                      <a:pt x="119" y="107"/>
                    </a:lnTo>
                    <a:lnTo>
                      <a:pt x="126" y="107"/>
                    </a:lnTo>
                    <a:lnTo>
                      <a:pt x="133" y="107"/>
                    </a:lnTo>
                    <a:lnTo>
                      <a:pt x="136" y="107"/>
                    </a:lnTo>
                    <a:lnTo>
                      <a:pt x="143" y="107"/>
                    </a:lnTo>
                    <a:lnTo>
                      <a:pt x="150" y="104"/>
                    </a:lnTo>
                    <a:lnTo>
                      <a:pt x="157" y="104"/>
                    </a:lnTo>
                    <a:lnTo>
                      <a:pt x="161" y="104"/>
                    </a:lnTo>
                    <a:lnTo>
                      <a:pt x="167" y="101"/>
                    </a:lnTo>
                    <a:lnTo>
                      <a:pt x="174" y="101"/>
                    </a:lnTo>
                    <a:lnTo>
                      <a:pt x="182" y="101"/>
                    </a:lnTo>
                    <a:lnTo>
                      <a:pt x="186" y="98"/>
                    </a:lnTo>
                    <a:lnTo>
                      <a:pt x="193" y="98"/>
                    </a:lnTo>
                    <a:lnTo>
                      <a:pt x="200" y="95"/>
                    </a:lnTo>
                    <a:lnTo>
                      <a:pt x="207" y="95"/>
                    </a:lnTo>
                    <a:lnTo>
                      <a:pt x="210" y="92"/>
                    </a:lnTo>
                    <a:lnTo>
                      <a:pt x="217" y="92"/>
                    </a:lnTo>
                    <a:lnTo>
                      <a:pt x="221" y="92"/>
                    </a:lnTo>
                    <a:lnTo>
                      <a:pt x="228" y="89"/>
                    </a:lnTo>
                    <a:lnTo>
                      <a:pt x="231" y="86"/>
                    </a:lnTo>
                    <a:lnTo>
                      <a:pt x="238" y="86"/>
                    </a:lnTo>
                    <a:lnTo>
                      <a:pt x="245" y="84"/>
                    </a:lnTo>
                    <a:lnTo>
                      <a:pt x="248" y="84"/>
                    </a:lnTo>
                    <a:lnTo>
                      <a:pt x="255" y="81"/>
                    </a:lnTo>
                    <a:lnTo>
                      <a:pt x="259" y="81"/>
                    </a:lnTo>
                    <a:lnTo>
                      <a:pt x="266" y="78"/>
                    </a:lnTo>
                    <a:lnTo>
                      <a:pt x="269" y="75"/>
                    </a:lnTo>
                    <a:lnTo>
                      <a:pt x="276" y="75"/>
                    </a:lnTo>
                    <a:lnTo>
                      <a:pt x="280" y="72"/>
                    </a:lnTo>
                    <a:lnTo>
                      <a:pt x="287" y="72"/>
                    </a:lnTo>
                    <a:lnTo>
                      <a:pt x="290" y="69"/>
                    </a:lnTo>
                    <a:lnTo>
                      <a:pt x="298" y="66"/>
                    </a:lnTo>
                    <a:lnTo>
                      <a:pt x="302" y="66"/>
                    </a:lnTo>
                    <a:lnTo>
                      <a:pt x="305" y="63"/>
                    </a:lnTo>
                    <a:lnTo>
                      <a:pt x="312" y="63"/>
                    </a:lnTo>
                    <a:lnTo>
                      <a:pt x="315" y="61"/>
                    </a:lnTo>
                    <a:lnTo>
                      <a:pt x="319" y="57"/>
                    </a:lnTo>
                    <a:lnTo>
                      <a:pt x="322" y="57"/>
                    </a:lnTo>
                    <a:lnTo>
                      <a:pt x="326" y="54"/>
                    </a:lnTo>
                    <a:lnTo>
                      <a:pt x="329" y="54"/>
                    </a:lnTo>
                    <a:lnTo>
                      <a:pt x="336" y="51"/>
                    </a:lnTo>
                    <a:lnTo>
                      <a:pt x="340" y="48"/>
                    </a:lnTo>
                    <a:lnTo>
                      <a:pt x="343" y="48"/>
                    </a:lnTo>
                    <a:lnTo>
                      <a:pt x="343" y="46"/>
                    </a:lnTo>
                    <a:lnTo>
                      <a:pt x="347" y="46"/>
                    </a:lnTo>
                    <a:lnTo>
                      <a:pt x="350" y="43"/>
                    </a:lnTo>
                    <a:lnTo>
                      <a:pt x="354" y="43"/>
                    </a:lnTo>
                    <a:lnTo>
                      <a:pt x="354" y="40"/>
                    </a:lnTo>
                    <a:lnTo>
                      <a:pt x="357" y="40"/>
                    </a:lnTo>
                    <a:lnTo>
                      <a:pt x="361" y="37"/>
                    </a:lnTo>
                    <a:lnTo>
                      <a:pt x="364" y="34"/>
                    </a:lnTo>
                    <a:lnTo>
                      <a:pt x="368" y="31"/>
                    </a:lnTo>
                    <a:lnTo>
                      <a:pt x="371" y="25"/>
                    </a:lnTo>
                    <a:lnTo>
                      <a:pt x="375" y="23"/>
                    </a:lnTo>
                    <a:lnTo>
                      <a:pt x="382" y="17"/>
                    </a:lnTo>
                    <a:lnTo>
                      <a:pt x="385" y="11"/>
                    </a:lnTo>
                    <a:lnTo>
                      <a:pt x="389" y="8"/>
                    </a:lnTo>
                    <a:lnTo>
                      <a:pt x="392" y="5"/>
                    </a:lnTo>
                    <a:lnTo>
                      <a:pt x="396" y="2"/>
                    </a:lnTo>
                    <a:lnTo>
                      <a:pt x="396" y="0"/>
                    </a:lnTo>
                    <a:lnTo>
                      <a:pt x="392" y="2"/>
                    </a:lnTo>
                    <a:lnTo>
                      <a:pt x="389" y="2"/>
                    </a:lnTo>
                    <a:lnTo>
                      <a:pt x="385" y="5"/>
                    </a:lnTo>
                    <a:lnTo>
                      <a:pt x="382" y="5"/>
                    </a:lnTo>
                    <a:lnTo>
                      <a:pt x="375" y="8"/>
                    </a:lnTo>
                    <a:lnTo>
                      <a:pt x="371" y="11"/>
                    </a:lnTo>
                    <a:lnTo>
                      <a:pt x="368" y="11"/>
                    </a:lnTo>
                    <a:lnTo>
                      <a:pt x="364" y="14"/>
                    </a:lnTo>
                    <a:lnTo>
                      <a:pt x="361" y="14"/>
                    </a:lnTo>
                    <a:lnTo>
                      <a:pt x="357" y="17"/>
                    </a:lnTo>
                    <a:lnTo>
                      <a:pt x="350" y="20"/>
                    </a:lnTo>
                    <a:lnTo>
                      <a:pt x="347" y="20"/>
                    </a:lnTo>
                    <a:lnTo>
                      <a:pt x="343" y="23"/>
                    </a:lnTo>
                    <a:lnTo>
                      <a:pt x="340" y="23"/>
                    </a:lnTo>
                    <a:lnTo>
                      <a:pt x="333" y="25"/>
                    </a:lnTo>
                    <a:lnTo>
                      <a:pt x="329" y="28"/>
                    </a:lnTo>
                    <a:lnTo>
                      <a:pt x="326" y="28"/>
                    </a:lnTo>
                    <a:lnTo>
                      <a:pt x="322" y="31"/>
                    </a:lnTo>
                    <a:lnTo>
                      <a:pt x="315" y="34"/>
                    </a:lnTo>
                    <a:lnTo>
                      <a:pt x="312" y="34"/>
                    </a:lnTo>
                    <a:lnTo>
                      <a:pt x="308" y="37"/>
                    </a:lnTo>
                    <a:lnTo>
                      <a:pt x="305" y="40"/>
                    </a:lnTo>
                    <a:lnTo>
                      <a:pt x="298" y="40"/>
                    </a:lnTo>
                    <a:lnTo>
                      <a:pt x="294" y="43"/>
                    </a:lnTo>
                    <a:lnTo>
                      <a:pt x="290" y="43"/>
                    </a:lnTo>
                    <a:lnTo>
                      <a:pt x="287" y="46"/>
                    </a:lnTo>
                    <a:lnTo>
                      <a:pt x="280" y="48"/>
                    </a:lnTo>
                    <a:lnTo>
                      <a:pt x="276" y="48"/>
                    </a:lnTo>
                    <a:lnTo>
                      <a:pt x="273" y="51"/>
                    </a:lnTo>
                    <a:lnTo>
                      <a:pt x="269" y="54"/>
                    </a:lnTo>
                    <a:lnTo>
                      <a:pt x="262" y="54"/>
                    </a:lnTo>
                    <a:lnTo>
                      <a:pt x="259" y="57"/>
                    </a:lnTo>
                    <a:lnTo>
                      <a:pt x="255" y="57"/>
                    </a:lnTo>
                    <a:lnTo>
                      <a:pt x="252" y="61"/>
                    </a:lnTo>
                    <a:lnTo>
                      <a:pt x="248" y="61"/>
                    </a:lnTo>
                    <a:lnTo>
                      <a:pt x="241" y="63"/>
                    </a:lnTo>
                    <a:lnTo>
                      <a:pt x="238" y="63"/>
                    </a:lnTo>
                    <a:lnTo>
                      <a:pt x="234" y="66"/>
                    </a:lnTo>
                    <a:lnTo>
                      <a:pt x="231" y="66"/>
                    </a:lnTo>
                    <a:lnTo>
                      <a:pt x="228" y="69"/>
                    </a:lnTo>
                    <a:lnTo>
                      <a:pt x="224" y="69"/>
                    </a:lnTo>
                    <a:lnTo>
                      <a:pt x="217" y="72"/>
                    </a:lnTo>
                    <a:lnTo>
                      <a:pt x="214" y="72"/>
                    </a:lnTo>
                    <a:lnTo>
                      <a:pt x="210" y="72"/>
                    </a:lnTo>
                    <a:lnTo>
                      <a:pt x="207" y="75"/>
                    </a:lnTo>
                    <a:lnTo>
                      <a:pt x="203" y="75"/>
                    </a:lnTo>
                    <a:lnTo>
                      <a:pt x="200" y="75"/>
                    </a:lnTo>
                    <a:lnTo>
                      <a:pt x="196" y="75"/>
                    </a:lnTo>
                    <a:lnTo>
                      <a:pt x="189" y="78"/>
                    </a:lnTo>
                    <a:lnTo>
                      <a:pt x="186" y="78"/>
                    </a:lnTo>
                    <a:lnTo>
                      <a:pt x="182" y="78"/>
                    </a:lnTo>
                    <a:lnTo>
                      <a:pt x="179" y="81"/>
                    </a:lnTo>
                    <a:lnTo>
                      <a:pt x="171" y="81"/>
                    </a:lnTo>
                    <a:lnTo>
                      <a:pt x="167" y="81"/>
                    </a:lnTo>
                    <a:lnTo>
                      <a:pt x="164" y="81"/>
                    </a:lnTo>
                    <a:lnTo>
                      <a:pt x="157" y="81"/>
                    </a:lnTo>
                    <a:lnTo>
                      <a:pt x="154" y="81"/>
                    </a:lnTo>
                    <a:lnTo>
                      <a:pt x="150" y="84"/>
                    </a:lnTo>
                    <a:lnTo>
                      <a:pt x="143" y="84"/>
                    </a:lnTo>
                    <a:lnTo>
                      <a:pt x="140" y="84"/>
                    </a:lnTo>
                    <a:lnTo>
                      <a:pt x="133" y="84"/>
                    </a:lnTo>
                    <a:lnTo>
                      <a:pt x="129" y="84"/>
                    </a:lnTo>
                    <a:lnTo>
                      <a:pt x="126" y="84"/>
                    </a:lnTo>
                    <a:lnTo>
                      <a:pt x="119" y="84"/>
                    </a:lnTo>
                    <a:lnTo>
                      <a:pt x="115" y="84"/>
                    </a:lnTo>
                    <a:lnTo>
                      <a:pt x="112" y="84"/>
                    </a:lnTo>
                    <a:lnTo>
                      <a:pt x="105" y="84"/>
                    </a:lnTo>
                    <a:lnTo>
                      <a:pt x="101" y="84"/>
                    </a:lnTo>
                    <a:lnTo>
                      <a:pt x="98" y="84"/>
                    </a:lnTo>
                    <a:lnTo>
                      <a:pt x="91" y="84"/>
                    </a:lnTo>
                    <a:lnTo>
                      <a:pt x="87" y="84"/>
                    </a:lnTo>
                    <a:lnTo>
                      <a:pt x="80" y="84"/>
                    </a:lnTo>
                    <a:lnTo>
                      <a:pt x="77" y="84"/>
                    </a:lnTo>
                    <a:lnTo>
                      <a:pt x="73" y="84"/>
                    </a:lnTo>
                    <a:lnTo>
                      <a:pt x="67" y="84"/>
                    </a:lnTo>
                    <a:lnTo>
                      <a:pt x="63" y="81"/>
                    </a:lnTo>
                    <a:lnTo>
                      <a:pt x="60" y="81"/>
                    </a:lnTo>
                    <a:lnTo>
                      <a:pt x="52" y="81"/>
                    </a:lnTo>
                    <a:lnTo>
                      <a:pt x="48" y="81"/>
                    </a:lnTo>
                    <a:lnTo>
                      <a:pt x="45" y="81"/>
                    </a:lnTo>
                    <a:lnTo>
                      <a:pt x="41" y="81"/>
                    </a:lnTo>
                    <a:lnTo>
                      <a:pt x="34" y="78"/>
                    </a:lnTo>
                    <a:lnTo>
                      <a:pt x="31" y="78"/>
                    </a:lnTo>
                    <a:lnTo>
                      <a:pt x="27" y="78"/>
                    </a:lnTo>
                    <a:lnTo>
                      <a:pt x="24" y="78"/>
                    </a:lnTo>
                    <a:lnTo>
                      <a:pt x="20" y="78"/>
                    </a:lnTo>
                    <a:lnTo>
                      <a:pt x="13" y="75"/>
                    </a:lnTo>
                    <a:lnTo>
                      <a:pt x="10" y="75"/>
                    </a:lnTo>
                    <a:lnTo>
                      <a:pt x="6" y="75"/>
                    </a:lnTo>
                    <a:lnTo>
                      <a:pt x="3" y="75"/>
                    </a:lnTo>
                    <a:lnTo>
                      <a:pt x="0" y="72"/>
                    </a:lnTo>
                    <a:lnTo>
                      <a:pt x="0" y="75"/>
                    </a:lnTo>
                    <a:lnTo>
                      <a:pt x="3" y="78"/>
                    </a:lnTo>
                    <a:lnTo>
                      <a:pt x="10" y="84"/>
                    </a:lnTo>
                    <a:lnTo>
                      <a:pt x="17" y="86"/>
                    </a:lnTo>
                    <a:lnTo>
                      <a:pt x="20" y="92"/>
                    </a:lnTo>
                    <a:lnTo>
                      <a:pt x="24" y="95"/>
                    </a:lnTo>
                    <a:lnTo>
                      <a:pt x="27" y="98"/>
                    </a:lnTo>
                  </a:path>
                </a:pathLst>
              </a:custGeom>
              <a:solidFill>
                <a:srgbClr val="3E5A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8" name="Google Shape;368;p15"/>
              <p:cNvSpPr/>
              <p:nvPr/>
            </p:nvSpPr>
            <p:spPr>
              <a:xfrm>
                <a:off x="1038" y="2076"/>
                <a:ext cx="281" cy="172"/>
              </a:xfrm>
              <a:custGeom>
                <a:rect b="b" l="l" r="r" t="t"/>
                <a:pathLst>
                  <a:path extrusionOk="0" h="172" w="281">
                    <a:moveTo>
                      <a:pt x="45" y="158"/>
                    </a:moveTo>
                    <a:lnTo>
                      <a:pt x="45" y="158"/>
                    </a:lnTo>
                    <a:lnTo>
                      <a:pt x="48" y="161"/>
                    </a:lnTo>
                    <a:lnTo>
                      <a:pt x="52" y="165"/>
                    </a:lnTo>
                    <a:lnTo>
                      <a:pt x="55" y="165"/>
                    </a:lnTo>
                    <a:lnTo>
                      <a:pt x="59" y="168"/>
                    </a:lnTo>
                    <a:lnTo>
                      <a:pt x="62" y="168"/>
                    </a:lnTo>
                    <a:lnTo>
                      <a:pt x="66" y="168"/>
                    </a:lnTo>
                    <a:lnTo>
                      <a:pt x="69" y="168"/>
                    </a:lnTo>
                    <a:lnTo>
                      <a:pt x="76" y="168"/>
                    </a:lnTo>
                    <a:lnTo>
                      <a:pt x="80" y="168"/>
                    </a:lnTo>
                    <a:lnTo>
                      <a:pt x="86" y="171"/>
                    </a:lnTo>
                    <a:lnTo>
                      <a:pt x="90" y="171"/>
                    </a:lnTo>
                    <a:lnTo>
                      <a:pt x="97" y="168"/>
                    </a:lnTo>
                    <a:lnTo>
                      <a:pt x="100" y="168"/>
                    </a:lnTo>
                    <a:lnTo>
                      <a:pt x="107" y="168"/>
                    </a:lnTo>
                    <a:lnTo>
                      <a:pt x="111" y="168"/>
                    </a:lnTo>
                    <a:lnTo>
                      <a:pt x="119" y="168"/>
                    </a:lnTo>
                    <a:lnTo>
                      <a:pt x="122" y="168"/>
                    </a:lnTo>
                    <a:lnTo>
                      <a:pt x="129" y="165"/>
                    </a:lnTo>
                    <a:lnTo>
                      <a:pt x="133" y="165"/>
                    </a:lnTo>
                    <a:lnTo>
                      <a:pt x="136" y="165"/>
                    </a:lnTo>
                    <a:lnTo>
                      <a:pt x="143" y="161"/>
                    </a:lnTo>
                    <a:lnTo>
                      <a:pt x="146" y="161"/>
                    </a:lnTo>
                    <a:lnTo>
                      <a:pt x="153" y="158"/>
                    </a:lnTo>
                    <a:lnTo>
                      <a:pt x="157" y="158"/>
                    </a:lnTo>
                    <a:lnTo>
                      <a:pt x="160" y="155"/>
                    </a:lnTo>
                    <a:lnTo>
                      <a:pt x="167" y="153"/>
                    </a:lnTo>
                    <a:lnTo>
                      <a:pt x="171" y="153"/>
                    </a:lnTo>
                    <a:lnTo>
                      <a:pt x="178" y="150"/>
                    </a:lnTo>
                    <a:lnTo>
                      <a:pt x="181" y="147"/>
                    </a:lnTo>
                    <a:lnTo>
                      <a:pt x="185" y="144"/>
                    </a:lnTo>
                    <a:lnTo>
                      <a:pt x="192" y="141"/>
                    </a:lnTo>
                    <a:lnTo>
                      <a:pt x="195" y="141"/>
                    </a:lnTo>
                    <a:lnTo>
                      <a:pt x="199" y="138"/>
                    </a:lnTo>
                    <a:lnTo>
                      <a:pt x="202" y="135"/>
                    </a:lnTo>
                    <a:lnTo>
                      <a:pt x="206" y="132"/>
                    </a:lnTo>
                    <a:lnTo>
                      <a:pt x="209" y="132"/>
                    </a:lnTo>
                    <a:lnTo>
                      <a:pt x="213" y="130"/>
                    </a:lnTo>
                    <a:lnTo>
                      <a:pt x="216" y="127"/>
                    </a:lnTo>
                    <a:lnTo>
                      <a:pt x="220" y="124"/>
                    </a:lnTo>
                    <a:lnTo>
                      <a:pt x="223" y="124"/>
                    </a:lnTo>
                    <a:lnTo>
                      <a:pt x="223" y="121"/>
                    </a:lnTo>
                    <a:lnTo>
                      <a:pt x="223" y="118"/>
                    </a:lnTo>
                    <a:lnTo>
                      <a:pt x="226" y="118"/>
                    </a:lnTo>
                    <a:lnTo>
                      <a:pt x="226" y="115"/>
                    </a:lnTo>
                    <a:lnTo>
                      <a:pt x="226" y="112"/>
                    </a:lnTo>
                    <a:lnTo>
                      <a:pt x="230" y="109"/>
                    </a:lnTo>
                    <a:lnTo>
                      <a:pt x="230" y="107"/>
                    </a:lnTo>
                    <a:lnTo>
                      <a:pt x="233" y="101"/>
                    </a:lnTo>
                    <a:lnTo>
                      <a:pt x="233" y="98"/>
                    </a:lnTo>
                    <a:lnTo>
                      <a:pt x="238" y="92"/>
                    </a:lnTo>
                    <a:lnTo>
                      <a:pt x="241" y="89"/>
                    </a:lnTo>
                    <a:lnTo>
                      <a:pt x="241" y="84"/>
                    </a:lnTo>
                    <a:lnTo>
                      <a:pt x="245" y="78"/>
                    </a:lnTo>
                    <a:lnTo>
                      <a:pt x="248" y="72"/>
                    </a:lnTo>
                    <a:lnTo>
                      <a:pt x="248" y="66"/>
                    </a:lnTo>
                    <a:lnTo>
                      <a:pt x="252" y="60"/>
                    </a:lnTo>
                    <a:lnTo>
                      <a:pt x="255" y="57"/>
                    </a:lnTo>
                    <a:lnTo>
                      <a:pt x="259" y="51"/>
                    </a:lnTo>
                    <a:lnTo>
                      <a:pt x="259" y="45"/>
                    </a:lnTo>
                    <a:lnTo>
                      <a:pt x="262" y="40"/>
                    </a:lnTo>
                    <a:lnTo>
                      <a:pt x="266" y="34"/>
                    </a:lnTo>
                    <a:lnTo>
                      <a:pt x="266" y="28"/>
                    </a:lnTo>
                    <a:lnTo>
                      <a:pt x="269" y="25"/>
                    </a:lnTo>
                    <a:lnTo>
                      <a:pt x="273" y="20"/>
                    </a:lnTo>
                    <a:lnTo>
                      <a:pt x="273" y="17"/>
                    </a:lnTo>
                    <a:lnTo>
                      <a:pt x="276" y="11"/>
                    </a:lnTo>
                    <a:lnTo>
                      <a:pt x="276" y="8"/>
                    </a:lnTo>
                    <a:lnTo>
                      <a:pt x="276" y="5"/>
                    </a:lnTo>
                    <a:lnTo>
                      <a:pt x="280" y="2"/>
                    </a:lnTo>
                    <a:lnTo>
                      <a:pt x="280" y="0"/>
                    </a:lnTo>
                    <a:lnTo>
                      <a:pt x="276" y="2"/>
                    </a:lnTo>
                    <a:lnTo>
                      <a:pt x="269" y="5"/>
                    </a:lnTo>
                    <a:lnTo>
                      <a:pt x="262" y="8"/>
                    </a:lnTo>
                    <a:lnTo>
                      <a:pt x="255" y="11"/>
                    </a:lnTo>
                    <a:lnTo>
                      <a:pt x="252" y="14"/>
                    </a:lnTo>
                    <a:lnTo>
                      <a:pt x="245" y="17"/>
                    </a:lnTo>
                    <a:lnTo>
                      <a:pt x="241" y="20"/>
                    </a:lnTo>
                    <a:lnTo>
                      <a:pt x="233" y="22"/>
                    </a:lnTo>
                    <a:lnTo>
                      <a:pt x="230" y="25"/>
                    </a:lnTo>
                    <a:lnTo>
                      <a:pt x="226" y="28"/>
                    </a:lnTo>
                    <a:lnTo>
                      <a:pt x="223" y="28"/>
                    </a:lnTo>
                    <a:lnTo>
                      <a:pt x="216" y="31"/>
                    </a:lnTo>
                    <a:lnTo>
                      <a:pt x="213" y="34"/>
                    </a:lnTo>
                    <a:lnTo>
                      <a:pt x="209" y="34"/>
                    </a:lnTo>
                    <a:lnTo>
                      <a:pt x="206" y="37"/>
                    </a:lnTo>
                    <a:lnTo>
                      <a:pt x="202" y="37"/>
                    </a:lnTo>
                    <a:lnTo>
                      <a:pt x="199" y="40"/>
                    </a:lnTo>
                    <a:lnTo>
                      <a:pt x="195" y="40"/>
                    </a:lnTo>
                    <a:lnTo>
                      <a:pt x="192" y="43"/>
                    </a:lnTo>
                    <a:lnTo>
                      <a:pt x="188" y="43"/>
                    </a:lnTo>
                    <a:lnTo>
                      <a:pt x="185" y="43"/>
                    </a:lnTo>
                    <a:lnTo>
                      <a:pt x="185" y="45"/>
                    </a:lnTo>
                    <a:lnTo>
                      <a:pt x="181" y="45"/>
                    </a:lnTo>
                    <a:lnTo>
                      <a:pt x="178" y="45"/>
                    </a:lnTo>
                    <a:lnTo>
                      <a:pt x="174" y="48"/>
                    </a:lnTo>
                    <a:lnTo>
                      <a:pt x="171" y="48"/>
                    </a:lnTo>
                    <a:lnTo>
                      <a:pt x="167" y="48"/>
                    </a:lnTo>
                    <a:lnTo>
                      <a:pt x="164" y="51"/>
                    </a:lnTo>
                    <a:lnTo>
                      <a:pt x="160" y="51"/>
                    </a:lnTo>
                    <a:lnTo>
                      <a:pt x="157" y="51"/>
                    </a:lnTo>
                    <a:lnTo>
                      <a:pt x="153" y="54"/>
                    </a:lnTo>
                    <a:lnTo>
                      <a:pt x="146" y="54"/>
                    </a:lnTo>
                    <a:lnTo>
                      <a:pt x="143" y="54"/>
                    </a:lnTo>
                    <a:lnTo>
                      <a:pt x="140" y="57"/>
                    </a:lnTo>
                    <a:lnTo>
                      <a:pt x="136" y="57"/>
                    </a:lnTo>
                    <a:lnTo>
                      <a:pt x="133" y="57"/>
                    </a:lnTo>
                    <a:lnTo>
                      <a:pt x="129" y="57"/>
                    </a:lnTo>
                    <a:lnTo>
                      <a:pt x="126" y="60"/>
                    </a:lnTo>
                    <a:lnTo>
                      <a:pt x="122" y="60"/>
                    </a:lnTo>
                    <a:lnTo>
                      <a:pt x="119" y="60"/>
                    </a:lnTo>
                    <a:lnTo>
                      <a:pt x="114" y="60"/>
                    </a:lnTo>
                    <a:lnTo>
                      <a:pt x="107" y="60"/>
                    </a:lnTo>
                    <a:lnTo>
                      <a:pt x="104" y="63"/>
                    </a:lnTo>
                    <a:lnTo>
                      <a:pt x="100" y="63"/>
                    </a:lnTo>
                    <a:lnTo>
                      <a:pt x="93" y="63"/>
                    </a:lnTo>
                    <a:lnTo>
                      <a:pt x="90" y="63"/>
                    </a:lnTo>
                    <a:lnTo>
                      <a:pt x="83" y="63"/>
                    </a:lnTo>
                    <a:lnTo>
                      <a:pt x="80" y="63"/>
                    </a:lnTo>
                    <a:lnTo>
                      <a:pt x="76" y="66"/>
                    </a:lnTo>
                    <a:lnTo>
                      <a:pt x="69" y="66"/>
                    </a:lnTo>
                    <a:lnTo>
                      <a:pt x="66" y="66"/>
                    </a:lnTo>
                    <a:lnTo>
                      <a:pt x="59" y="66"/>
                    </a:lnTo>
                    <a:lnTo>
                      <a:pt x="52" y="66"/>
                    </a:lnTo>
                    <a:lnTo>
                      <a:pt x="48" y="66"/>
                    </a:lnTo>
                    <a:lnTo>
                      <a:pt x="41" y="66"/>
                    </a:lnTo>
                    <a:lnTo>
                      <a:pt x="38" y="66"/>
                    </a:lnTo>
                    <a:lnTo>
                      <a:pt x="31" y="63"/>
                    </a:lnTo>
                    <a:lnTo>
                      <a:pt x="27" y="63"/>
                    </a:lnTo>
                    <a:lnTo>
                      <a:pt x="20" y="63"/>
                    </a:lnTo>
                    <a:lnTo>
                      <a:pt x="17" y="63"/>
                    </a:lnTo>
                    <a:lnTo>
                      <a:pt x="10" y="63"/>
                    </a:lnTo>
                    <a:lnTo>
                      <a:pt x="6" y="60"/>
                    </a:lnTo>
                    <a:lnTo>
                      <a:pt x="0" y="60"/>
                    </a:lnTo>
                    <a:lnTo>
                      <a:pt x="3" y="63"/>
                    </a:lnTo>
                    <a:lnTo>
                      <a:pt x="3" y="66"/>
                    </a:lnTo>
                    <a:lnTo>
                      <a:pt x="3" y="69"/>
                    </a:lnTo>
                    <a:lnTo>
                      <a:pt x="6" y="72"/>
                    </a:lnTo>
                    <a:lnTo>
                      <a:pt x="6" y="75"/>
                    </a:lnTo>
                    <a:lnTo>
                      <a:pt x="10" y="81"/>
                    </a:lnTo>
                    <a:lnTo>
                      <a:pt x="13" y="86"/>
                    </a:lnTo>
                    <a:lnTo>
                      <a:pt x="13" y="89"/>
                    </a:lnTo>
                    <a:lnTo>
                      <a:pt x="17" y="95"/>
                    </a:lnTo>
                    <a:lnTo>
                      <a:pt x="20" y="101"/>
                    </a:lnTo>
                    <a:lnTo>
                      <a:pt x="20" y="107"/>
                    </a:lnTo>
                    <a:lnTo>
                      <a:pt x="24" y="112"/>
                    </a:lnTo>
                    <a:lnTo>
                      <a:pt x="27" y="118"/>
                    </a:lnTo>
                    <a:lnTo>
                      <a:pt x="31" y="121"/>
                    </a:lnTo>
                    <a:lnTo>
                      <a:pt x="31" y="127"/>
                    </a:lnTo>
                    <a:lnTo>
                      <a:pt x="34" y="132"/>
                    </a:lnTo>
                    <a:lnTo>
                      <a:pt x="38" y="138"/>
                    </a:lnTo>
                    <a:lnTo>
                      <a:pt x="38" y="141"/>
                    </a:lnTo>
                    <a:lnTo>
                      <a:pt x="41" y="147"/>
                    </a:lnTo>
                    <a:lnTo>
                      <a:pt x="41" y="150"/>
                    </a:lnTo>
                    <a:lnTo>
                      <a:pt x="45" y="153"/>
                    </a:lnTo>
                    <a:lnTo>
                      <a:pt x="45" y="155"/>
                    </a:lnTo>
                    <a:lnTo>
                      <a:pt x="45" y="158"/>
                    </a:lnTo>
                  </a:path>
                </a:pathLst>
              </a:custGeom>
              <a:solidFill>
                <a:srgbClr val="3E5A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15"/>
              <p:cNvSpPr/>
              <p:nvPr/>
            </p:nvSpPr>
            <p:spPr>
              <a:xfrm>
                <a:off x="1264" y="2067"/>
                <a:ext cx="124" cy="123"/>
              </a:xfrm>
              <a:custGeom>
                <a:rect b="b" l="l" r="r" t="t"/>
                <a:pathLst>
                  <a:path extrusionOk="0" h="123" w="124">
                    <a:moveTo>
                      <a:pt x="35" y="37"/>
                    </a:moveTo>
                    <a:lnTo>
                      <a:pt x="35" y="34"/>
                    </a:lnTo>
                    <a:lnTo>
                      <a:pt x="39" y="31"/>
                    </a:lnTo>
                    <a:lnTo>
                      <a:pt x="42" y="25"/>
                    </a:lnTo>
                    <a:lnTo>
                      <a:pt x="42" y="23"/>
                    </a:lnTo>
                    <a:lnTo>
                      <a:pt x="46" y="17"/>
                    </a:lnTo>
                    <a:lnTo>
                      <a:pt x="49" y="11"/>
                    </a:lnTo>
                    <a:lnTo>
                      <a:pt x="53" y="8"/>
                    </a:lnTo>
                    <a:lnTo>
                      <a:pt x="56" y="8"/>
                    </a:lnTo>
                    <a:lnTo>
                      <a:pt x="56" y="5"/>
                    </a:lnTo>
                    <a:lnTo>
                      <a:pt x="60" y="5"/>
                    </a:lnTo>
                    <a:lnTo>
                      <a:pt x="63" y="5"/>
                    </a:lnTo>
                    <a:lnTo>
                      <a:pt x="67" y="5"/>
                    </a:lnTo>
                    <a:lnTo>
                      <a:pt x="67" y="2"/>
                    </a:lnTo>
                    <a:lnTo>
                      <a:pt x="70" y="2"/>
                    </a:lnTo>
                    <a:lnTo>
                      <a:pt x="74" y="2"/>
                    </a:lnTo>
                    <a:lnTo>
                      <a:pt x="77" y="0"/>
                    </a:lnTo>
                    <a:lnTo>
                      <a:pt x="81" y="0"/>
                    </a:lnTo>
                    <a:lnTo>
                      <a:pt x="84" y="0"/>
                    </a:lnTo>
                    <a:lnTo>
                      <a:pt x="88" y="0"/>
                    </a:lnTo>
                    <a:lnTo>
                      <a:pt x="91" y="0"/>
                    </a:lnTo>
                    <a:lnTo>
                      <a:pt x="95" y="0"/>
                    </a:lnTo>
                    <a:lnTo>
                      <a:pt x="98" y="0"/>
                    </a:lnTo>
                    <a:lnTo>
                      <a:pt x="102" y="0"/>
                    </a:lnTo>
                    <a:lnTo>
                      <a:pt x="105" y="0"/>
                    </a:lnTo>
                    <a:lnTo>
                      <a:pt x="109" y="2"/>
                    </a:lnTo>
                    <a:lnTo>
                      <a:pt x="112" y="2"/>
                    </a:lnTo>
                    <a:lnTo>
                      <a:pt x="112" y="5"/>
                    </a:lnTo>
                    <a:lnTo>
                      <a:pt x="116" y="8"/>
                    </a:lnTo>
                    <a:lnTo>
                      <a:pt x="119" y="11"/>
                    </a:lnTo>
                    <a:lnTo>
                      <a:pt x="119" y="14"/>
                    </a:lnTo>
                    <a:lnTo>
                      <a:pt x="123" y="17"/>
                    </a:lnTo>
                    <a:lnTo>
                      <a:pt x="123" y="20"/>
                    </a:lnTo>
                    <a:lnTo>
                      <a:pt x="123" y="25"/>
                    </a:lnTo>
                    <a:lnTo>
                      <a:pt x="123" y="28"/>
                    </a:lnTo>
                    <a:lnTo>
                      <a:pt x="123" y="31"/>
                    </a:lnTo>
                    <a:lnTo>
                      <a:pt x="123" y="34"/>
                    </a:lnTo>
                    <a:lnTo>
                      <a:pt x="123" y="37"/>
                    </a:lnTo>
                    <a:lnTo>
                      <a:pt x="123" y="40"/>
                    </a:lnTo>
                    <a:lnTo>
                      <a:pt x="123" y="43"/>
                    </a:lnTo>
                    <a:lnTo>
                      <a:pt x="119" y="46"/>
                    </a:lnTo>
                    <a:lnTo>
                      <a:pt x="116" y="49"/>
                    </a:lnTo>
                    <a:lnTo>
                      <a:pt x="116" y="51"/>
                    </a:lnTo>
                    <a:lnTo>
                      <a:pt x="112" y="54"/>
                    </a:lnTo>
                    <a:lnTo>
                      <a:pt x="112" y="57"/>
                    </a:lnTo>
                    <a:lnTo>
                      <a:pt x="109" y="60"/>
                    </a:lnTo>
                    <a:lnTo>
                      <a:pt x="105" y="63"/>
                    </a:lnTo>
                    <a:lnTo>
                      <a:pt x="105" y="66"/>
                    </a:lnTo>
                    <a:lnTo>
                      <a:pt x="102" y="69"/>
                    </a:lnTo>
                    <a:lnTo>
                      <a:pt x="98" y="72"/>
                    </a:lnTo>
                    <a:lnTo>
                      <a:pt x="95" y="72"/>
                    </a:lnTo>
                    <a:lnTo>
                      <a:pt x="91" y="75"/>
                    </a:lnTo>
                    <a:lnTo>
                      <a:pt x="88" y="78"/>
                    </a:lnTo>
                    <a:lnTo>
                      <a:pt x="84" y="81"/>
                    </a:lnTo>
                    <a:lnTo>
                      <a:pt x="81" y="84"/>
                    </a:lnTo>
                    <a:lnTo>
                      <a:pt x="77" y="87"/>
                    </a:lnTo>
                    <a:lnTo>
                      <a:pt x="74" y="90"/>
                    </a:lnTo>
                    <a:lnTo>
                      <a:pt x="70" y="93"/>
                    </a:lnTo>
                    <a:lnTo>
                      <a:pt x="67" y="96"/>
                    </a:lnTo>
                    <a:lnTo>
                      <a:pt x="60" y="96"/>
                    </a:lnTo>
                    <a:lnTo>
                      <a:pt x="56" y="98"/>
                    </a:lnTo>
                    <a:lnTo>
                      <a:pt x="53" y="101"/>
                    </a:lnTo>
                    <a:lnTo>
                      <a:pt x="49" y="104"/>
                    </a:lnTo>
                    <a:lnTo>
                      <a:pt x="42" y="107"/>
                    </a:lnTo>
                    <a:lnTo>
                      <a:pt x="39" y="107"/>
                    </a:lnTo>
                    <a:lnTo>
                      <a:pt x="35" y="110"/>
                    </a:lnTo>
                    <a:lnTo>
                      <a:pt x="28" y="113"/>
                    </a:lnTo>
                    <a:lnTo>
                      <a:pt x="25" y="113"/>
                    </a:lnTo>
                    <a:lnTo>
                      <a:pt x="21" y="116"/>
                    </a:lnTo>
                    <a:lnTo>
                      <a:pt x="14" y="119"/>
                    </a:lnTo>
                    <a:lnTo>
                      <a:pt x="11" y="119"/>
                    </a:lnTo>
                    <a:lnTo>
                      <a:pt x="3" y="122"/>
                    </a:lnTo>
                    <a:lnTo>
                      <a:pt x="0" y="122"/>
                    </a:lnTo>
                    <a:lnTo>
                      <a:pt x="0" y="116"/>
                    </a:lnTo>
                    <a:lnTo>
                      <a:pt x="0" y="113"/>
                    </a:lnTo>
                    <a:lnTo>
                      <a:pt x="3" y="113"/>
                    </a:lnTo>
                    <a:lnTo>
                      <a:pt x="3" y="110"/>
                    </a:lnTo>
                    <a:lnTo>
                      <a:pt x="6" y="110"/>
                    </a:lnTo>
                    <a:lnTo>
                      <a:pt x="11" y="107"/>
                    </a:lnTo>
                    <a:lnTo>
                      <a:pt x="14" y="104"/>
                    </a:lnTo>
                    <a:lnTo>
                      <a:pt x="18" y="104"/>
                    </a:lnTo>
                    <a:lnTo>
                      <a:pt x="21" y="101"/>
                    </a:lnTo>
                    <a:lnTo>
                      <a:pt x="25" y="98"/>
                    </a:lnTo>
                    <a:lnTo>
                      <a:pt x="28" y="96"/>
                    </a:lnTo>
                    <a:lnTo>
                      <a:pt x="35" y="93"/>
                    </a:lnTo>
                    <a:lnTo>
                      <a:pt x="39" y="87"/>
                    </a:lnTo>
                    <a:lnTo>
                      <a:pt x="46" y="84"/>
                    </a:lnTo>
                    <a:lnTo>
                      <a:pt x="49" y="81"/>
                    </a:lnTo>
                    <a:lnTo>
                      <a:pt x="53" y="78"/>
                    </a:lnTo>
                    <a:lnTo>
                      <a:pt x="60" y="75"/>
                    </a:lnTo>
                    <a:lnTo>
                      <a:pt x="63" y="72"/>
                    </a:lnTo>
                    <a:lnTo>
                      <a:pt x="67" y="69"/>
                    </a:lnTo>
                    <a:lnTo>
                      <a:pt x="70" y="66"/>
                    </a:lnTo>
                    <a:lnTo>
                      <a:pt x="70" y="63"/>
                    </a:lnTo>
                    <a:lnTo>
                      <a:pt x="74" y="63"/>
                    </a:lnTo>
                    <a:lnTo>
                      <a:pt x="77" y="57"/>
                    </a:lnTo>
                    <a:lnTo>
                      <a:pt x="77" y="54"/>
                    </a:lnTo>
                    <a:lnTo>
                      <a:pt x="81" y="49"/>
                    </a:lnTo>
                    <a:lnTo>
                      <a:pt x="81" y="46"/>
                    </a:lnTo>
                    <a:lnTo>
                      <a:pt x="84" y="43"/>
                    </a:lnTo>
                    <a:lnTo>
                      <a:pt x="84" y="40"/>
                    </a:lnTo>
                    <a:lnTo>
                      <a:pt x="84" y="37"/>
                    </a:lnTo>
                    <a:lnTo>
                      <a:pt x="84" y="34"/>
                    </a:lnTo>
                    <a:lnTo>
                      <a:pt x="84" y="31"/>
                    </a:lnTo>
                    <a:lnTo>
                      <a:pt x="81" y="31"/>
                    </a:lnTo>
                    <a:lnTo>
                      <a:pt x="77" y="28"/>
                    </a:lnTo>
                    <a:lnTo>
                      <a:pt x="74" y="28"/>
                    </a:lnTo>
                    <a:lnTo>
                      <a:pt x="70" y="28"/>
                    </a:lnTo>
                    <a:lnTo>
                      <a:pt x="67" y="28"/>
                    </a:lnTo>
                    <a:lnTo>
                      <a:pt x="63" y="28"/>
                    </a:lnTo>
                    <a:lnTo>
                      <a:pt x="60" y="28"/>
                    </a:lnTo>
                    <a:lnTo>
                      <a:pt x="56" y="28"/>
                    </a:lnTo>
                    <a:lnTo>
                      <a:pt x="53" y="31"/>
                    </a:lnTo>
                    <a:lnTo>
                      <a:pt x="49" y="31"/>
                    </a:lnTo>
                    <a:lnTo>
                      <a:pt x="46" y="31"/>
                    </a:lnTo>
                    <a:lnTo>
                      <a:pt x="46" y="34"/>
                    </a:lnTo>
                    <a:lnTo>
                      <a:pt x="42" y="34"/>
                    </a:lnTo>
                    <a:lnTo>
                      <a:pt x="39" y="34"/>
                    </a:lnTo>
                    <a:lnTo>
                      <a:pt x="35" y="34"/>
                    </a:lnTo>
                    <a:lnTo>
                      <a:pt x="35" y="37"/>
                    </a:lnTo>
                  </a:path>
                </a:pathLst>
              </a:custGeom>
              <a:solidFill>
                <a:srgbClr val="3E5A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pic>
        <p:nvPicPr>
          <p:cNvPr id="370" name="Google Shape;370;p15"/>
          <p:cNvPicPr preferRelativeResize="0"/>
          <p:nvPr/>
        </p:nvPicPr>
        <p:blipFill rotWithShape="1">
          <a:blip r:embed="rId3">
            <a:alphaModFix/>
          </a:blip>
          <a:srcRect b="0" l="0" r="0" t="0"/>
          <a:stretch/>
        </p:blipFill>
        <p:spPr>
          <a:xfrm>
            <a:off x="6865938" y="2944813"/>
            <a:ext cx="1343025" cy="1062037"/>
          </a:xfrm>
          <a:prstGeom prst="rect">
            <a:avLst/>
          </a:prstGeom>
          <a:noFill/>
          <a:ln>
            <a:noFill/>
          </a:ln>
        </p:spPr>
      </p:pic>
      <p:sp>
        <p:nvSpPr>
          <p:cNvPr id="371" name="Google Shape;371;p15"/>
          <p:cNvSpPr/>
          <p:nvPr/>
        </p:nvSpPr>
        <p:spPr>
          <a:xfrm>
            <a:off x="2324100" y="3062288"/>
            <a:ext cx="1574800" cy="366712"/>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1800">
                <a:solidFill>
                  <a:schemeClr val="accent2"/>
                </a:solidFill>
                <a:latin typeface="Calibri"/>
                <a:ea typeface="Calibri"/>
                <a:cs typeface="Calibri"/>
                <a:sym typeface="Calibri"/>
              </a:rPr>
              <a:t>JDBC calls</a:t>
            </a:r>
            <a:endParaRPr b="1" sz="1800">
              <a:solidFill>
                <a:schemeClr val="accent2"/>
              </a:solidFill>
              <a:latin typeface="Calibri"/>
              <a:ea typeface="Calibri"/>
              <a:cs typeface="Calibri"/>
              <a:sym typeface="Calibri"/>
            </a:endParaRPr>
          </a:p>
        </p:txBody>
      </p:sp>
      <p:sp>
        <p:nvSpPr>
          <p:cNvPr id="372" name="Google Shape;372;p15"/>
          <p:cNvSpPr/>
          <p:nvPr/>
        </p:nvSpPr>
        <p:spPr>
          <a:xfrm>
            <a:off x="5065713" y="2787650"/>
            <a:ext cx="1646237" cy="641350"/>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1800">
                <a:solidFill>
                  <a:schemeClr val="accent2"/>
                </a:solidFill>
                <a:latin typeface="Calibri"/>
                <a:ea typeface="Calibri"/>
                <a:cs typeface="Calibri"/>
                <a:sym typeface="Calibri"/>
              </a:rPr>
              <a:t>Database commands</a:t>
            </a:r>
            <a:endParaRPr b="1" sz="1800">
              <a:solidFill>
                <a:schemeClr val="accent2"/>
              </a:solidFill>
              <a:latin typeface="Calibri"/>
              <a:ea typeface="Calibri"/>
              <a:cs typeface="Calibri"/>
              <a:sym typeface="Calibri"/>
            </a:endParaRPr>
          </a:p>
        </p:txBody>
      </p:sp>
      <p:sp>
        <p:nvSpPr>
          <p:cNvPr id="373" name="Google Shape;373;p15"/>
          <p:cNvSpPr/>
          <p:nvPr/>
        </p:nvSpPr>
        <p:spPr>
          <a:xfrm>
            <a:off x="6878638" y="3435350"/>
            <a:ext cx="1401762" cy="366713"/>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Clr>
                <a:schemeClr val="lt2"/>
              </a:buClr>
              <a:buSzPts val="1800"/>
              <a:buFont typeface="Noto Sans Symbols"/>
              <a:buNone/>
            </a:pPr>
            <a:r>
              <a:rPr b="1" lang="en-US" sz="1800">
                <a:solidFill>
                  <a:schemeClr val="lt2"/>
                </a:solidFill>
                <a:latin typeface="Gill Sans"/>
                <a:ea typeface="Gill Sans"/>
                <a:cs typeface="Gill Sans"/>
                <a:sym typeface="Gill Sans"/>
              </a:rPr>
              <a:t>Database</a:t>
            </a:r>
            <a:endParaRPr/>
          </a:p>
        </p:txBody>
      </p:sp>
      <p:sp>
        <p:nvSpPr>
          <p:cNvPr id="374" name="Google Shape;37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A JDBC Driver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JDBC Driver Type</a:t>
            </a:r>
            <a:endParaRPr/>
          </a:p>
        </p:txBody>
      </p:sp>
      <p:sp>
        <p:nvSpPr>
          <p:cNvPr id="380" name="Google Shape;380;p16"/>
          <p:cNvSpPr txBox="1"/>
          <p:nvPr>
            <p:ph idx="1" type="body"/>
          </p:nvPr>
        </p:nvSpPr>
        <p:spPr>
          <a:xfrm>
            <a:off x="457200" y="1600200"/>
            <a:ext cx="8178800" cy="1684338"/>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400"/>
              <a:buChar char="•"/>
            </a:pPr>
            <a:r>
              <a:rPr lang="en-US" sz="2400"/>
              <a:t>JDBC-ODBC bridge plus ODBC driver</a:t>
            </a:r>
            <a:endParaRPr/>
          </a:p>
          <a:p>
            <a:pPr indent="-342900" lvl="0" marL="342900" rtl="0" algn="l">
              <a:lnSpc>
                <a:spcPct val="90000"/>
              </a:lnSpc>
              <a:spcBef>
                <a:spcPts val="480"/>
              </a:spcBef>
              <a:spcAft>
                <a:spcPts val="0"/>
              </a:spcAft>
              <a:buClr>
                <a:schemeClr val="dk1"/>
              </a:buClr>
              <a:buSzPts val="2400"/>
              <a:buChar char="•"/>
            </a:pPr>
            <a:r>
              <a:rPr lang="en-US" sz="2400"/>
              <a:t>Native-API partly-Java driver</a:t>
            </a:r>
            <a:endParaRPr/>
          </a:p>
          <a:p>
            <a:pPr indent="-342900" lvl="0" marL="342900" marR="0" rtl="0" algn="l">
              <a:lnSpc>
                <a:spcPct val="90000"/>
              </a:lnSpc>
              <a:spcBef>
                <a:spcPts val="480"/>
              </a:spcBef>
              <a:spcAft>
                <a:spcPts val="0"/>
              </a:spcAft>
              <a:buSzPts val="2400"/>
              <a:buChar char="•"/>
            </a:pPr>
            <a:r>
              <a:rPr lang="en-US" sz="2400"/>
              <a:t>Network Protocol Driver - Type 3 Driver (Fully Java Driver)</a:t>
            </a:r>
            <a:endParaRPr sz="2400"/>
          </a:p>
          <a:p>
            <a:pPr indent="-342900" lvl="0" marL="342900" marR="0" rtl="0" algn="l">
              <a:lnSpc>
                <a:spcPct val="90000"/>
              </a:lnSpc>
              <a:spcBef>
                <a:spcPts val="480"/>
              </a:spcBef>
              <a:spcAft>
                <a:spcPts val="0"/>
              </a:spcAft>
              <a:buSzPts val="2400"/>
              <a:buChar char="•"/>
            </a:pPr>
            <a:r>
              <a:rPr lang="en-US" sz="2400"/>
              <a:t>Thin Driver - Type 4 Driver (Fully Java Driver)</a:t>
            </a:r>
            <a:endParaRPr sz="24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3bcd3dc3daa_0_3"/>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JDBC-ODBC bridge plus ODBC driver</a:t>
            </a:r>
            <a:endParaRPr/>
          </a:p>
          <a:p>
            <a:pPr indent="0" lvl="0" marL="0" rtl="0" algn="ctr">
              <a:spcBef>
                <a:spcPts val="0"/>
              </a:spcBef>
              <a:spcAft>
                <a:spcPts val="0"/>
              </a:spcAft>
              <a:buNone/>
            </a:pPr>
            <a:r>
              <a:t/>
            </a:r>
            <a:endParaRPr/>
          </a:p>
        </p:txBody>
      </p:sp>
      <p:sp>
        <p:nvSpPr>
          <p:cNvPr id="387" name="Google Shape;387;g3bcd3dc3daa_0_3"/>
          <p:cNvSpPr txBox="1"/>
          <p:nvPr>
            <p:ph idx="1" type="body"/>
          </p:nvPr>
        </p:nvSpPr>
        <p:spPr>
          <a:xfrm>
            <a:off x="457200" y="98325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a:t>Converts JDBC calls into ODBC calls</a:t>
            </a:r>
            <a:endParaRPr/>
          </a:p>
          <a:p>
            <a:pPr indent="0" lvl="0" marL="0" rtl="0" algn="l">
              <a:spcBef>
                <a:spcPts val="360"/>
              </a:spcBef>
              <a:spcAft>
                <a:spcPts val="0"/>
              </a:spcAft>
              <a:buNone/>
            </a:pPr>
            <a:r>
              <a:rPr lang="en-US"/>
              <a:t>Platform dependent</a:t>
            </a:r>
            <a:endParaRPr/>
          </a:p>
          <a:p>
            <a:pPr indent="0" lvl="0" marL="0" rtl="0" algn="l">
              <a:spcBef>
                <a:spcPts val="360"/>
              </a:spcBef>
              <a:spcAft>
                <a:spcPts val="0"/>
              </a:spcAft>
              <a:buNone/>
            </a:pPr>
            <a:r>
              <a:rPr lang="en-US"/>
              <a:t>Very slow performance</a:t>
            </a:r>
            <a:endParaRPr/>
          </a:p>
          <a:p>
            <a:pPr indent="0" lvl="0" marL="0" rtl="0" algn="l">
              <a:spcBef>
                <a:spcPts val="360"/>
              </a:spcBef>
              <a:spcAft>
                <a:spcPts val="0"/>
              </a:spcAft>
              <a:buNone/>
            </a:pPr>
            <a:r>
              <a:rPr lang="en-US"/>
              <a:t>Removed after Java 8</a:t>
            </a:r>
            <a:endParaRPr/>
          </a:p>
          <a:p>
            <a:pPr indent="0" lvl="0" marL="0" rtl="0" algn="l">
              <a:spcBef>
                <a:spcPts val="360"/>
              </a:spcBef>
              <a:spcAft>
                <a:spcPts val="0"/>
              </a:spcAft>
              <a:buNone/>
            </a:pPr>
            <a:r>
              <a:rPr lang="en-US"/>
              <a:t>Usage: Learning purpose only</a:t>
            </a:r>
            <a:endParaRPr/>
          </a:p>
        </p:txBody>
      </p:sp>
      <p:sp>
        <p:nvSpPr>
          <p:cNvPr id="388" name="Google Shape;388;g3bcd3dc3daa_0_3"/>
          <p:cNvSpPr txBox="1"/>
          <p:nvPr>
            <p:ph idx="12" type="sldNum"/>
          </p:nvPr>
        </p:nvSpPr>
        <p:spPr>
          <a:xfrm>
            <a:off x="457200" y="6308726"/>
            <a:ext cx="1069800" cy="412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389" name="Google Shape;389;g3bcd3dc3daa_0_3"/>
          <p:cNvPicPr preferRelativeResize="0"/>
          <p:nvPr/>
        </p:nvPicPr>
        <p:blipFill>
          <a:blip r:embed="rId3">
            <a:alphaModFix/>
          </a:blip>
          <a:stretch>
            <a:fillRect/>
          </a:stretch>
        </p:blipFill>
        <p:spPr>
          <a:xfrm>
            <a:off x="2556700" y="3705225"/>
            <a:ext cx="5429250" cy="31527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g3bcd3dc3daa_0_51"/>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396" name="Google Shape;396;g3bcd3dc3daa_0_51"/>
          <p:cNvSpPr txBox="1"/>
          <p:nvPr>
            <p:ph idx="1" type="body"/>
          </p:nvPr>
        </p:nvSpPr>
        <p:spPr>
          <a:xfrm>
            <a:off x="457200" y="1600200"/>
            <a:ext cx="8229600" cy="4526100"/>
          </a:xfrm>
          <a:prstGeom prst="rect">
            <a:avLst/>
          </a:prstGeom>
        </p:spPr>
        <p:txBody>
          <a:bodyPr anchorCtr="0" anchor="t" bIns="45700" lIns="91425" spcFirstLastPara="1" rIns="91425" wrap="square" tIns="45700">
            <a:normAutofit fontScale="77500" lnSpcReduction="20000"/>
          </a:bodyPr>
          <a:lstStyle/>
          <a:p>
            <a:pPr indent="0" lvl="0" marL="0" rtl="0" algn="l">
              <a:lnSpc>
                <a:spcPct val="120000"/>
              </a:lnSpc>
              <a:spcBef>
                <a:spcPts val="0"/>
              </a:spcBef>
              <a:spcAft>
                <a:spcPts val="0"/>
              </a:spcAft>
              <a:buClr>
                <a:schemeClr val="dk1"/>
              </a:buClr>
              <a:buSzPct val="44723"/>
              <a:buFont typeface="Arial"/>
              <a:buNone/>
            </a:pPr>
            <a:r>
              <a:rPr b="1" lang="en-US" sz="2459">
                <a:solidFill>
                  <a:srgbClr val="273239"/>
                </a:solidFill>
                <a:highlight>
                  <a:srgbClr val="FFFFFF"/>
                </a:highlight>
                <a:latin typeface="Times New Roman"/>
                <a:ea typeface="Times New Roman"/>
                <a:cs typeface="Times New Roman"/>
                <a:sym typeface="Times New Roman"/>
              </a:rPr>
              <a:t>Advantages</a:t>
            </a:r>
            <a:endParaRPr b="1" sz="2459">
              <a:solidFill>
                <a:srgbClr val="273239"/>
              </a:solidFill>
              <a:highlight>
                <a:srgbClr val="FFFFFF"/>
              </a:highlight>
              <a:latin typeface="Times New Roman"/>
              <a:ea typeface="Times New Roman"/>
              <a:cs typeface="Times New Roman"/>
              <a:sym typeface="Times New Roman"/>
            </a:endParaRPr>
          </a:p>
          <a:p>
            <a:pPr indent="-349641" lvl="0" marL="685800" rtl="0" algn="l">
              <a:lnSpc>
                <a:spcPct val="158000"/>
              </a:lnSpc>
              <a:spcBef>
                <a:spcPts val="0"/>
              </a:spcBef>
              <a:spcAft>
                <a:spcPts val="0"/>
              </a:spcAft>
              <a:buClr>
                <a:srgbClr val="273239"/>
              </a:buClr>
              <a:buSzPct val="100000"/>
              <a:buFont typeface="Times New Roman"/>
              <a:buChar char="●"/>
            </a:pPr>
            <a:r>
              <a:rPr lang="en-US" sz="2459">
                <a:solidFill>
                  <a:srgbClr val="273239"/>
                </a:solidFill>
                <a:highlight>
                  <a:srgbClr val="FFFFFF"/>
                </a:highlight>
                <a:latin typeface="Times New Roman"/>
                <a:ea typeface="Times New Roman"/>
                <a:cs typeface="Times New Roman"/>
                <a:sym typeface="Times New Roman"/>
              </a:rPr>
              <a:t>This driver software is built-in with JDK so no need to install separately.</a:t>
            </a:r>
            <a:endParaRPr sz="2459">
              <a:solidFill>
                <a:srgbClr val="273239"/>
              </a:solidFill>
              <a:highlight>
                <a:srgbClr val="FFFFFF"/>
              </a:highlight>
              <a:latin typeface="Times New Roman"/>
              <a:ea typeface="Times New Roman"/>
              <a:cs typeface="Times New Roman"/>
              <a:sym typeface="Times New Roman"/>
            </a:endParaRPr>
          </a:p>
          <a:p>
            <a:pPr indent="-349641" lvl="0" marL="685800" rtl="0" algn="l">
              <a:lnSpc>
                <a:spcPct val="158000"/>
              </a:lnSpc>
              <a:spcBef>
                <a:spcPts val="0"/>
              </a:spcBef>
              <a:spcAft>
                <a:spcPts val="0"/>
              </a:spcAft>
              <a:buClr>
                <a:srgbClr val="273239"/>
              </a:buClr>
              <a:buSzPct val="100000"/>
              <a:buFont typeface="Times New Roman"/>
              <a:buChar char="●"/>
            </a:pPr>
            <a:r>
              <a:rPr lang="en-US" sz="2459">
                <a:solidFill>
                  <a:srgbClr val="273239"/>
                </a:solidFill>
                <a:highlight>
                  <a:srgbClr val="FFFFFF"/>
                </a:highlight>
                <a:latin typeface="Times New Roman"/>
                <a:ea typeface="Times New Roman"/>
                <a:cs typeface="Times New Roman"/>
                <a:sym typeface="Times New Roman"/>
              </a:rPr>
              <a:t>It is a database independent driver.</a:t>
            </a:r>
            <a:endParaRPr sz="2459">
              <a:solidFill>
                <a:srgbClr val="273239"/>
              </a:solidFill>
              <a:highlight>
                <a:srgbClr val="FFFFFF"/>
              </a:highlight>
              <a:latin typeface="Times New Roman"/>
              <a:ea typeface="Times New Roman"/>
              <a:cs typeface="Times New Roman"/>
              <a:sym typeface="Times New Roman"/>
            </a:endParaRPr>
          </a:p>
          <a:p>
            <a:pPr indent="0" lvl="0" marL="0" rtl="0" algn="l">
              <a:lnSpc>
                <a:spcPct val="120000"/>
              </a:lnSpc>
              <a:spcBef>
                <a:spcPts val="1800"/>
              </a:spcBef>
              <a:spcAft>
                <a:spcPts val="0"/>
              </a:spcAft>
              <a:buClr>
                <a:schemeClr val="dk1"/>
              </a:buClr>
              <a:buSzPct val="44723"/>
              <a:buFont typeface="Arial"/>
              <a:buNone/>
            </a:pPr>
            <a:r>
              <a:rPr b="1" lang="en-US" sz="2459">
                <a:solidFill>
                  <a:srgbClr val="273239"/>
                </a:solidFill>
                <a:highlight>
                  <a:srgbClr val="FFFFFF"/>
                </a:highlight>
                <a:latin typeface="Times New Roman"/>
                <a:ea typeface="Times New Roman"/>
                <a:cs typeface="Times New Roman"/>
                <a:sym typeface="Times New Roman"/>
              </a:rPr>
              <a:t>Disadvantages</a:t>
            </a:r>
            <a:endParaRPr b="1" sz="2459">
              <a:solidFill>
                <a:srgbClr val="273239"/>
              </a:solidFill>
              <a:highlight>
                <a:srgbClr val="FFFFFF"/>
              </a:highlight>
              <a:latin typeface="Times New Roman"/>
              <a:ea typeface="Times New Roman"/>
              <a:cs typeface="Times New Roman"/>
              <a:sym typeface="Times New Roman"/>
            </a:endParaRPr>
          </a:p>
          <a:p>
            <a:pPr indent="-349641" lvl="0" marL="685800" rtl="0" algn="l">
              <a:lnSpc>
                <a:spcPct val="158000"/>
              </a:lnSpc>
              <a:spcBef>
                <a:spcPts val="0"/>
              </a:spcBef>
              <a:spcAft>
                <a:spcPts val="0"/>
              </a:spcAft>
              <a:buClr>
                <a:srgbClr val="273239"/>
              </a:buClr>
              <a:buSzPct val="100000"/>
              <a:buFont typeface="Times New Roman"/>
              <a:buChar char="●"/>
            </a:pPr>
            <a:r>
              <a:rPr lang="en-US" sz="2459">
                <a:solidFill>
                  <a:srgbClr val="273239"/>
                </a:solidFill>
                <a:highlight>
                  <a:srgbClr val="FFFFFF"/>
                </a:highlight>
                <a:latin typeface="Times New Roman"/>
                <a:ea typeface="Times New Roman"/>
                <a:cs typeface="Times New Roman"/>
                <a:sym typeface="Times New Roman"/>
              </a:rPr>
              <a:t>The data transferred through this driver is not so secured.</a:t>
            </a:r>
            <a:endParaRPr sz="2459">
              <a:solidFill>
                <a:srgbClr val="273239"/>
              </a:solidFill>
              <a:highlight>
                <a:srgbClr val="FFFFFF"/>
              </a:highlight>
              <a:latin typeface="Times New Roman"/>
              <a:ea typeface="Times New Roman"/>
              <a:cs typeface="Times New Roman"/>
              <a:sym typeface="Times New Roman"/>
            </a:endParaRPr>
          </a:p>
          <a:p>
            <a:pPr indent="-349641" lvl="0" marL="685800" rtl="0" algn="l">
              <a:lnSpc>
                <a:spcPct val="158000"/>
              </a:lnSpc>
              <a:spcBef>
                <a:spcPts val="0"/>
              </a:spcBef>
              <a:spcAft>
                <a:spcPts val="0"/>
              </a:spcAft>
              <a:buClr>
                <a:srgbClr val="273239"/>
              </a:buClr>
              <a:buSzPct val="100000"/>
              <a:buFont typeface="Times New Roman"/>
              <a:buChar char="●"/>
            </a:pPr>
            <a:r>
              <a:rPr lang="en-US" sz="2459">
                <a:solidFill>
                  <a:srgbClr val="273239"/>
                </a:solidFill>
                <a:highlight>
                  <a:srgbClr val="FFFFFF"/>
                </a:highlight>
                <a:latin typeface="Times New Roman"/>
                <a:ea typeface="Times New Roman"/>
                <a:cs typeface="Times New Roman"/>
                <a:sym typeface="Times New Roman"/>
              </a:rPr>
              <a:t>The ODBC bridge driver is needed to be installed in individual client machines.</a:t>
            </a:r>
            <a:endParaRPr sz="2459">
              <a:solidFill>
                <a:srgbClr val="273239"/>
              </a:solidFill>
              <a:highlight>
                <a:srgbClr val="FFFFFF"/>
              </a:highlight>
              <a:latin typeface="Times New Roman"/>
              <a:ea typeface="Times New Roman"/>
              <a:cs typeface="Times New Roman"/>
              <a:sym typeface="Times New Roman"/>
            </a:endParaRPr>
          </a:p>
          <a:p>
            <a:pPr indent="-349641" lvl="0" marL="685800" rtl="0" algn="l">
              <a:lnSpc>
                <a:spcPct val="158000"/>
              </a:lnSpc>
              <a:spcBef>
                <a:spcPts val="0"/>
              </a:spcBef>
              <a:spcAft>
                <a:spcPts val="0"/>
              </a:spcAft>
              <a:buClr>
                <a:srgbClr val="273239"/>
              </a:buClr>
              <a:buSzPct val="100000"/>
              <a:buFont typeface="Times New Roman"/>
              <a:buChar char="●"/>
            </a:pPr>
            <a:r>
              <a:rPr lang="en-US" sz="2459">
                <a:solidFill>
                  <a:srgbClr val="273239"/>
                </a:solidFill>
                <a:highlight>
                  <a:srgbClr val="FFFFFF"/>
                </a:highlight>
                <a:latin typeface="Times New Roman"/>
                <a:ea typeface="Times New Roman"/>
                <a:cs typeface="Times New Roman"/>
                <a:sym typeface="Times New Roman"/>
              </a:rPr>
              <a:t>Type-1 driver isn't written in java, that's why it isn't a portable driver.</a:t>
            </a:r>
            <a:endParaRPr sz="2459">
              <a:solidFill>
                <a:srgbClr val="273239"/>
              </a:solidFill>
              <a:highlight>
                <a:srgbClr val="FFFFFF"/>
              </a:highlight>
              <a:latin typeface="Times New Roman"/>
              <a:ea typeface="Times New Roman"/>
              <a:cs typeface="Times New Roman"/>
              <a:sym typeface="Times New Roman"/>
            </a:endParaRPr>
          </a:p>
          <a:p>
            <a:pPr indent="0" lvl="0" marL="0" rtl="0" algn="l">
              <a:lnSpc>
                <a:spcPct val="140000"/>
              </a:lnSpc>
              <a:spcBef>
                <a:spcPts val="1800"/>
              </a:spcBef>
              <a:spcAft>
                <a:spcPts val="0"/>
              </a:spcAft>
              <a:buClr>
                <a:schemeClr val="dk1"/>
              </a:buClr>
              <a:buSzPct val="73333"/>
              <a:buFont typeface="Arial"/>
              <a:buNone/>
            </a:pPr>
            <a:r>
              <a:rPr b="1" lang="en-US" sz="1500">
                <a:solidFill>
                  <a:srgbClr val="273239"/>
                </a:solidFill>
                <a:highlight>
                  <a:srgbClr val="FFFFFF"/>
                </a:highlight>
                <a:latin typeface="Nunito"/>
                <a:ea typeface="Nunito"/>
                <a:cs typeface="Nunito"/>
                <a:sym typeface="Nunito"/>
              </a:rPr>
              <a:t>2. </a:t>
            </a:r>
            <a:endParaRPr b="1" sz="1500">
              <a:solidFill>
                <a:srgbClr val="273239"/>
              </a:solidFill>
              <a:highlight>
                <a:srgbClr val="FFFFFF"/>
              </a:highlight>
              <a:latin typeface="Nunito"/>
              <a:ea typeface="Nunito"/>
              <a:cs typeface="Nunito"/>
              <a:sym typeface="Nunito"/>
            </a:endParaRPr>
          </a:p>
          <a:p>
            <a:pPr indent="0" lvl="0" marL="0" rtl="0" algn="l">
              <a:spcBef>
                <a:spcPts val="1800"/>
              </a:spcBef>
              <a:spcAft>
                <a:spcPts val="0"/>
              </a:spcAft>
              <a:buNone/>
            </a:pPr>
            <a:r>
              <a:t/>
            </a:r>
            <a:endParaRPr/>
          </a:p>
        </p:txBody>
      </p:sp>
      <p:sp>
        <p:nvSpPr>
          <p:cNvPr id="397" name="Google Shape;397;g3bcd3dc3daa_0_51"/>
          <p:cNvSpPr txBox="1"/>
          <p:nvPr>
            <p:ph idx="12" type="sldNum"/>
          </p:nvPr>
        </p:nvSpPr>
        <p:spPr>
          <a:xfrm>
            <a:off x="457200" y="6308726"/>
            <a:ext cx="1069800" cy="412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g3bcd3dc3daa_0_12"/>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2. Native-API Driver - Type 2 Driver ( Partially Java Driver)</a:t>
            </a:r>
            <a:endParaRPr/>
          </a:p>
          <a:p>
            <a:pPr indent="0" lvl="0" marL="0" rtl="0" algn="ctr">
              <a:spcBef>
                <a:spcPts val="0"/>
              </a:spcBef>
              <a:spcAft>
                <a:spcPts val="0"/>
              </a:spcAft>
              <a:buNone/>
            </a:pPr>
            <a:r>
              <a:t/>
            </a:r>
            <a:endParaRPr/>
          </a:p>
        </p:txBody>
      </p:sp>
      <p:sp>
        <p:nvSpPr>
          <p:cNvPr id="404" name="Google Shape;404;g3bcd3dc3daa_0_12"/>
          <p:cNvSpPr txBox="1"/>
          <p:nvPr>
            <p:ph idx="1" type="body"/>
          </p:nvPr>
        </p:nvSpPr>
        <p:spPr>
          <a:xfrm>
            <a:off x="457200" y="1284575"/>
            <a:ext cx="8229600" cy="4526100"/>
          </a:xfrm>
          <a:prstGeom prst="rect">
            <a:avLst/>
          </a:prstGeom>
        </p:spPr>
        <p:txBody>
          <a:bodyPr anchorCtr="0" anchor="t" bIns="45700" lIns="91425" spcFirstLastPara="1" rIns="91425" wrap="square" tIns="45700">
            <a:normAutofit lnSpcReduction="10000"/>
          </a:bodyPr>
          <a:lstStyle/>
          <a:p>
            <a:pPr indent="0" lvl="0" marL="0" rtl="0" algn="l">
              <a:spcBef>
                <a:spcPts val="360"/>
              </a:spcBef>
              <a:spcAft>
                <a:spcPts val="0"/>
              </a:spcAft>
              <a:buNone/>
            </a:pPr>
            <a:r>
              <a:rPr lang="en-US"/>
              <a:t>Uses database-specific native libraries</a:t>
            </a:r>
            <a:br>
              <a:rPr lang="en-US"/>
            </a:br>
            <a:r>
              <a:rPr lang="en-US"/>
              <a:t>Faster than Type 1</a:t>
            </a:r>
            <a:br>
              <a:rPr lang="en-US"/>
            </a:br>
            <a:r>
              <a:rPr lang="en-US"/>
              <a:t>Platform dependent</a:t>
            </a:r>
            <a:br>
              <a:rPr lang="en-US"/>
            </a:br>
            <a:r>
              <a:rPr lang="en-US"/>
              <a:t>Requires </a:t>
            </a:r>
            <a:r>
              <a:rPr lang="en-US"/>
              <a:t>the client -side libraries of the database</a:t>
            </a:r>
            <a:endParaRPr/>
          </a:p>
          <a:p>
            <a:pPr indent="0" lvl="0" marL="0" rtl="0" algn="l">
              <a:spcBef>
                <a:spcPts val="360"/>
              </a:spcBef>
              <a:spcAft>
                <a:spcPts val="0"/>
              </a:spcAft>
              <a:buNone/>
            </a:pPr>
            <a:r>
              <a:rPr lang="en-US"/>
              <a:t>not fully written in Java that is why it is also called Partially Java driver.</a:t>
            </a:r>
            <a:endParaRPr/>
          </a:p>
          <a:p>
            <a:pPr indent="0" lvl="0" marL="0" rtl="0" algn="l">
              <a:spcBef>
                <a:spcPts val="360"/>
              </a:spcBef>
              <a:spcAft>
                <a:spcPts val="0"/>
              </a:spcAft>
              <a:buClr>
                <a:schemeClr val="dk1"/>
              </a:buClr>
              <a:buSzPts val="1100"/>
              <a:buFont typeface="Arial"/>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405" name="Google Shape;405;g3bcd3dc3daa_0_12"/>
          <p:cNvSpPr txBox="1"/>
          <p:nvPr>
            <p:ph idx="12" type="sldNum"/>
          </p:nvPr>
        </p:nvSpPr>
        <p:spPr>
          <a:xfrm>
            <a:off x="457200" y="6308726"/>
            <a:ext cx="1069800" cy="412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406" name="Google Shape;406;g3bcd3dc3daa_0_12"/>
          <p:cNvPicPr preferRelativeResize="0"/>
          <p:nvPr/>
        </p:nvPicPr>
        <p:blipFill>
          <a:blip r:embed="rId3">
            <a:alphaModFix/>
          </a:blip>
          <a:stretch>
            <a:fillRect/>
          </a:stretch>
        </p:blipFill>
        <p:spPr>
          <a:xfrm>
            <a:off x="741934" y="4295038"/>
            <a:ext cx="7172325" cy="24860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g3bcd3dc3daa_0_23"/>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ts val="990"/>
              <a:buFont typeface="Arial"/>
              <a:buNone/>
            </a:pPr>
            <a:r>
              <a:rPr lang="en-US"/>
              <a:t>2. Native-API Driver - Type 2 Driver ( Partially Java Driver)</a:t>
            </a:r>
            <a:endParaRPr/>
          </a:p>
          <a:p>
            <a:pPr indent="0" lvl="0" marL="0" rtl="0" algn="ctr">
              <a:spcBef>
                <a:spcPts val="0"/>
              </a:spcBef>
              <a:spcAft>
                <a:spcPts val="0"/>
              </a:spcAft>
              <a:buNone/>
            </a:pPr>
            <a:r>
              <a:t/>
            </a:r>
            <a:endParaRPr/>
          </a:p>
        </p:txBody>
      </p:sp>
      <p:sp>
        <p:nvSpPr>
          <p:cNvPr id="413" name="Google Shape;413;g3bcd3dc3daa_0_23"/>
          <p:cNvSpPr txBox="1"/>
          <p:nvPr>
            <p:ph idx="1" type="body"/>
          </p:nvPr>
        </p:nvSpPr>
        <p:spPr>
          <a:xfrm>
            <a:off x="457200" y="1178725"/>
            <a:ext cx="8229600" cy="5542800"/>
          </a:xfrm>
          <a:prstGeom prst="rect">
            <a:avLst/>
          </a:prstGeom>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1100"/>
              <a:buFont typeface="Arial"/>
              <a:buNone/>
            </a:pPr>
            <a:r>
              <a:rPr b="1" lang="en-US" sz="1750">
                <a:solidFill>
                  <a:srgbClr val="273239"/>
                </a:solidFill>
                <a:highlight>
                  <a:srgbClr val="FFFFFF"/>
                </a:highlight>
                <a:latin typeface="Times New Roman"/>
                <a:ea typeface="Times New Roman"/>
                <a:cs typeface="Times New Roman"/>
                <a:sym typeface="Times New Roman"/>
              </a:rPr>
              <a:t>Advantage</a:t>
            </a:r>
            <a:endParaRPr b="1" sz="1750">
              <a:solidFill>
                <a:srgbClr val="273239"/>
              </a:solidFill>
              <a:highlight>
                <a:srgbClr val="FFFFFF"/>
              </a:highlight>
              <a:latin typeface="Times New Roman"/>
              <a:ea typeface="Times New Roman"/>
              <a:cs typeface="Times New Roman"/>
              <a:sym typeface="Times New Roman"/>
            </a:endParaRPr>
          </a:p>
          <a:p>
            <a:pPr indent="-339725" lvl="0" marL="685800" rtl="0" algn="l">
              <a:lnSpc>
                <a:spcPct val="158000"/>
              </a:lnSpc>
              <a:spcBef>
                <a:spcPts val="0"/>
              </a:spcBef>
              <a:spcAft>
                <a:spcPts val="0"/>
              </a:spcAft>
              <a:buClr>
                <a:srgbClr val="273239"/>
              </a:buClr>
              <a:buSzPts val="1750"/>
              <a:buFont typeface="Times New Roman"/>
              <a:buChar char="●"/>
            </a:pPr>
            <a:r>
              <a:rPr lang="en-US" sz="1750">
                <a:solidFill>
                  <a:srgbClr val="273239"/>
                </a:solidFill>
                <a:highlight>
                  <a:srgbClr val="FFFFFF"/>
                </a:highlight>
                <a:latin typeface="Times New Roman"/>
                <a:ea typeface="Times New Roman"/>
                <a:cs typeface="Times New Roman"/>
                <a:sym typeface="Times New Roman"/>
              </a:rPr>
              <a:t>Native-API driver gives better performance than JDBC-ODBC bridge driver.</a:t>
            </a:r>
            <a:endParaRPr sz="1750">
              <a:solidFill>
                <a:srgbClr val="273239"/>
              </a:solidFill>
              <a:highlight>
                <a:srgbClr val="FFFFFF"/>
              </a:highlight>
              <a:latin typeface="Times New Roman"/>
              <a:ea typeface="Times New Roman"/>
              <a:cs typeface="Times New Roman"/>
              <a:sym typeface="Times New Roman"/>
            </a:endParaRPr>
          </a:p>
          <a:p>
            <a:pPr indent="-339725" lvl="0" marL="685800" rtl="0" algn="l">
              <a:lnSpc>
                <a:spcPct val="158000"/>
              </a:lnSpc>
              <a:spcBef>
                <a:spcPts val="0"/>
              </a:spcBef>
              <a:spcAft>
                <a:spcPts val="0"/>
              </a:spcAft>
              <a:buClr>
                <a:srgbClr val="273239"/>
              </a:buClr>
              <a:buSzPts val="1750"/>
              <a:buFont typeface="Times New Roman"/>
              <a:buChar char="●"/>
            </a:pPr>
            <a:r>
              <a:rPr lang="en-US" sz="1750">
                <a:solidFill>
                  <a:srgbClr val="273239"/>
                </a:solidFill>
                <a:highlight>
                  <a:srgbClr val="FFFFFF"/>
                </a:highlight>
                <a:latin typeface="Times New Roman"/>
                <a:ea typeface="Times New Roman"/>
                <a:cs typeface="Times New Roman"/>
                <a:sym typeface="Times New Roman"/>
              </a:rPr>
              <a:t>More secure compared to the type-1 driver.</a:t>
            </a:r>
            <a:endParaRPr sz="1750">
              <a:solidFill>
                <a:srgbClr val="273239"/>
              </a:solidFill>
              <a:highlight>
                <a:srgbClr val="FFFFFF"/>
              </a:highlight>
              <a:latin typeface="Times New Roman"/>
              <a:ea typeface="Times New Roman"/>
              <a:cs typeface="Times New Roman"/>
              <a:sym typeface="Times New Roman"/>
            </a:endParaRPr>
          </a:p>
          <a:p>
            <a:pPr indent="0" lvl="0" marL="0" rtl="0" algn="l">
              <a:lnSpc>
                <a:spcPct val="120000"/>
              </a:lnSpc>
              <a:spcBef>
                <a:spcPts val="1800"/>
              </a:spcBef>
              <a:spcAft>
                <a:spcPts val="0"/>
              </a:spcAft>
              <a:buClr>
                <a:schemeClr val="dk1"/>
              </a:buClr>
              <a:buSzPts val="1100"/>
              <a:buFont typeface="Arial"/>
              <a:buNone/>
            </a:pPr>
            <a:r>
              <a:rPr b="1" lang="en-US" sz="1750">
                <a:solidFill>
                  <a:srgbClr val="273239"/>
                </a:solidFill>
                <a:highlight>
                  <a:srgbClr val="FFFFFF"/>
                </a:highlight>
                <a:latin typeface="Times New Roman"/>
                <a:ea typeface="Times New Roman"/>
                <a:cs typeface="Times New Roman"/>
                <a:sym typeface="Times New Roman"/>
              </a:rPr>
              <a:t>Disadvantages</a:t>
            </a:r>
            <a:endParaRPr b="1" sz="1750">
              <a:solidFill>
                <a:srgbClr val="273239"/>
              </a:solidFill>
              <a:highlight>
                <a:srgbClr val="FFFFFF"/>
              </a:highlight>
              <a:latin typeface="Times New Roman"/>
              <a:ea typeface="Times New Roman"/>
              <a:cs typeface="Times New Roman"/>
              <a:sym typeface="Times New Roman"/>
            </a:endParaRPr>
          </a:p>
          <a:p>
            <a:pPr indent="-339725" lvl="0" marL="685800" rtl="0" algn="l">
              <a:lnSpc>
                <a:spcPct val="158000"/>
              </a:lnSpc>
              <a:spcBef>
                <a:spcPts val="0"/>
              </a:spcBef>
              <a:spcAft>
                <a:spcPts val="0"/>
              </a:spcAft>
              <a:buClr>
                <a:srgbClr val="273239"/>
              </a:buClr>
              <a:buSzPts val="1750"/>
              <a:buFont typeface="Times New Roman"/>
              <a:buChar char="●"/>
            </a:pPr>
            <a:r>
              <a:rPr lang="en-US" sz="1750">
                <a:solidFill>
                  <a:srgbClr val="273239"/>
                </a:solidFill>
                <a:highlight>
                  <a:srgbClr val="FFFFFF"/>
                </a:highlight>
                <a:latin typeface="Times New Roman"/>
                <a:ea typeface="Times New Roman"/>
                <a:cs typeface="Times New Roman"/>
                <a:sym typeface="Times New Roman"/>
              </a:rPr>
              <a:t>Driver needs to be installed separately in individual client machines</a:t>
            </a:r>
            <a:endParaRPr sz="1750">
              <a:solidFill>
                <a:srgbClr val="273239"/>
              </a:solidFill>
              <a:highlight>
                <a:srgbClr val="FFFFFF"/>
              </a:highlight>
              <a:latin typeface="Times New Roman"/>
              <a:ea typeface="Times New Roman"/>
              <a:cs typeface="Times New Roman"/>
              <a:sym typeface="Times New Roman"/>
            </a:endParaRPr>
          </a:p>
          <a:p>
            <a:pPr indent="-339725" lvl="0" marL="685800" rtl="0" algn="l">
              <a:lnSpc>
                <a:spcPct val="158000"/>
              </a:lnSpc>
              <a:spcBef>
                <a:spcPts val="0"/>
              </a:spcBef>
              <a:spcAft>
                <a:spcPts val="0"/>
              </a:spcAft>
              <a:buClr>
                <a:srgbClr val="273239"/>
              </a:buClr>
              <a:buSzPts val="1750"/>
              <a:buFont typeface="Times New Roman"/>
              <a:buChar char="●"/>
            </a:pPr>
            <a:r>
              <a:rPr lang="en-US" sz="1750">
                <a:solidFill>
                  <a:srgbClr val="273239"/>
                </a:solidFill>
                <a:highlight>
                  <a:srgbClr val="FFFFFF"/>
                </a:highlight>
                <a:latin typeface="Times New Roman"/>
                <a:ea typeface="Times New Roman"/>
                <a:cs typeface="Times New Roman"/>
                <a:sym typeface="Times New Roman"/>
              </a:rPr>
              <a:t>The Vendor client library needs to be installed on client machine.</a:t>
            </a:r>
            <a:endParaRPr sz="1750">
              <a:solidFill>
                <a:srgbClr val="273239"/>
              </a:solidFill>
              <a:highlight>
                <a:srgbClr val="FFFFFF"/>
              </a:highlight>
              <a:latin typeface="Times New Roman"/>
              <a:ea typeface="Times New Roman"/>
              <a:cs typeface="Times New Roman"/>
              <a:sym typeface="Times New Roman"/>
            </a:endParaRPr>
          </a:p>
          <a:p>
            <a:pPr indent="-339725" lvl="0" marL="685800" rtl="0" algn="l">
              <a:lnSpc>
                <a:spcPct val="158000"/>
              </a:lnSpc>
              <a:spcBef>
                <a:spcPts val="0"/>
              </a:spcBef>
              <a:spcAft>
                <a:spcPts val="0"/>
              </a:spcAft>
              <a:buClr>
                <a:srgbClr val="273239"/>
              </a:buClr>
              <a:buSzPts val="1750"/>
              <a:buFont typeface="Times New Roman"/>
              <a:buChar char="●"/>
            </a:pPr>
            <a:r>
              <a:rPr lang="en-US" sz="1750">
                <a:solidFill>
                  <a:srgbClr val="273239"/>
                </a:solidFill>
                <a:highlight>
                  <a:srgbClr val="FFFFFF"/>
                </a:highlight>
                <a:latin typeface="Times New Roman"/>
                <a:ea typeface="Times New Roman"/>
                <a:cs typeface="Times New Roman"/>
                <a:sym typeface="Times New Roman"/>
              </a:rPr>
              <a:t>Type-2 driver isn't written in java, that's why it isn't a portable driver</a:t>
            </a:r>
            <a:endParaRPr sz="1750">
              <a:solidFill>
                <a:srgbClr val="273239"/>
              </a:solidFill>
              <a:highlight>
                <a:srgbClr val="FFFFFF"/>
              </a:highlight>
              <a:latin typeface="Times New Roman"/>
              <a:ea typeface="Times New Roman"/>
              <a:cs typeface="Times New Roman"/>
              <a:sym typeface="Times New Roman"/>
            </a:endParaRPr>
          </a:p>
          <a:p>
            <a:pPr indent="-339725" lvl="0" marL="685800" rtl="0" algn="l">
              <a:lnSpc>
                <a:spcPct val="158000"/>
              </a:lnSpc>
              <a:spcBef>
                <a:spcPts val="0"/>
              </a:spcBef>
              <a:spcAft>
                <a:spcPts val="0"/>
              </a:spcAft>
              <a:buClr>
                <a:srgbClr val="273239"/>
              </a:buClr>
              <a:buSzPts val="1750"/>
              <a:buFont typeface="Times New Roman"/>
              <a:buChar char="●"/>
            </a:pPr>
            <a:r>
              <a:rPr lang="en-US" sz="1750">
                <a:solidFill>
                  <a:srgbClr val="273239"/>
                </a:solidFill>
                <a:highlight>
                  <a:srgbClr val="FFFFFF"/>
                </a:highlight>
                <a:latin typeface="Times New Roman"/>
                <a:ea typeface="Times New Roman"/>
                <a:cs typeface="Times New Roman"/>
                <a:sym typeface="Times New Roman"/>
              </a:rPr>
              <a:t>It is a database dependent driver.</a:t>
            </a:r>
            <a:endParaRPr/>
          </a:p>
        </p:txBody>
      </p:sp>
      <p:sp>
        <p:nvSpPr>
          <p:cNvPr id="414" name="Google Shape;414;g3bcd3dc3daa_0_23"/>
          <p:cNvSpPr txBox="1"/>
          <p:nvPr>
            <p:ph idx="12" type="sldNum"/>
          </p:nvPr>
        </p:nvSpPr>
        <p:spPr>
          <a:xfrm>
            <a:off x="457200" y="6308726"/>
            <a:ext cx="1069800" cy="412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g3bcd3dc3daa_0_31"/>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3. Network Protocol Driver - Type 3 Driver (Fully Java Driver)</a:t>
            </a:r>
            <a:endParaRPr/>
          </a:p>
          <a:p>
            <a:pPr indent="0" lvl="0" marL="0" rtl="0" algn="ctr">
              <a:spcBef>
                <a:spcPts val="0"/>
              </a:spcBef>
              <a:spcAft>
                <a:spcPts val="0"/>
              </a:spcAft>
              <a:buNone/>
            </a:pPr>
            <a:r>
              <a:t/>
            </a:r>
            <a:endParaRPr/>
          </a:p>
        </p:txBody>
      </p:sp>
      <p:sp>
        <p:nvSpPr>
          <p:cNvPr id="421" name="Google Shape;421;g3bcd3dc3daa_0_31"/>
          <p:cNvSpPr txBox="1"/>
          <p:nvPr>
            <p:ph idx="1" type="body"/>
          </p:nvPr>
        </p:nvSpPr>
        <p:spPr>
          <a:xfrm>
            <a:off x="457200" y="1053100"/>
            <a:ext cx="8229600" cy="5073300"/>
          </a:xfrm>
          <a:prstGeom prst="rect">
            <a:avLst/>
          </a:prstGeom>
        </p:spPr>
        <p:txBody>
          <a:bodyPr anchorCtr="0" anchor="t" bIns="45700" lIns="91425" spcFirstLastPara="1" rIns="91425" wrap="square" tIns="45700">
            <a:normAutofit/>
          </a:bodyPr>
          <a:lstStyle/>
          <a:p>
            <a:pPr indent="-387350" lvl="0" marL="457200" rtl="0" algn="l">
              <a:lnSpc>
                <a:spcPct val="115000"/>
              </a:lnSpc>
              <a:spcBef>
                <a:spcPts val="1200"/>
              </a:spcBef>
              <a:spcAft>
                <a:spcPts val="0"/>
              </a:spcAft>
              <a:buSzPts val="2500"/>
              <a:buFont typeface="Times New Roman"/>
              <a:buChar char="●"/>
            </a:pPr>
            <a:r>
              <a:rPr lang="en-US" sz="2750">
                <a:solidFill>
                  <a:srgbClr val="273239"/>
                </a:solidFill>
                <a:highlight>
                  <a:srgbClr val="FFFFFF"/>
                </a:highlight>
                <a:latin typeface="Times New Roman"/>
                <a:ea typeface="Times New Roman"/>
                <a:cs typeface="Times New Roman"/>
                <a:sym typeface="Times New Roman"/>
              </a:rPr>
              <a:t>Uses middleware between client and database</a:t>
            </a:r>
            <a:endParaRPr sz="2750">
              <a:solidFill>
                <a:srgbClr val="273239"/>
              </a:solidFill>
              <a:highlight>
                <a:srgbClr val="FFFFFF"/>
              </a:highlight>
              <a:latin typeface="Times New Roman"/>
              <a:ea typeface="Times New Roman"/>
              <a:cs typeface="Times New Roman"/>
              <a:sym typeface="Times New Roman"/>
            </a:endParaRPr>
          </a:p>
          <a:p>
            <a:pPr indent="-387350" lvl="0" marL="457200" rtl="0" algn="l">
              <a:lnSpc>
                <a:spcPct val="115000"/>
              </a:lnSpc>
              <a:spcBef>
                <a:spcPts val="0"/>
              </a:spcBef>
              <a:spcAft>
                <a:spcPts val="0"/>
              </a:spcAft>
              <a:buSzPts val="2500"/>
              <a:buFont typeface="Times New Roman"/>
              <a:buChar char="●"/>
            </a:pPr>
            <a:r>
              <a:rPr lang="en-US" sz="2750">
                <a:solidFill>
                  <a:srgbClr val="273239"/>
                </a:solidFill>
                <a:highlight>
                  <a:srgbClr val="FFFFFF"/>
                </a:highlight>
                <a:latin typeface="Times New Roman"/>
                <a:ea typeface="Times New Roman"/>
                <a:cs typeface="Times New Roman"/>
                <a:sym typeface="Times New Roman"/>
              </a:rPr>
              <a:t>Platform independent</a:t>
            </a:r>
            <a:endParaRPr sz="2750">
              <a:solidFill>
                <a:srgbClr val="273239"/>
              </a:solidFill>
              <a:highlight>
                <a:srgbClr val="FFFFFF"/>
              </a:highlight>
              <a:latin typeface="Times New Roman"/>
              <a:ea typeface="Times New Roman"/>
              <a:cs typeface="Times New Roman"/>
              <a:sym typeface="Times New Roman"/>
            </a:endParaRPr>
          </a:p>
          <a:p>
            <a:pPr indent="-387350" lvl="0" marL="457200" rtl="0" algn="l">
              <a:lnSpc>
                <a:spcPct val="115000"/>
              </a:lnSpc>
              <a:spcBef>
                <a:spcPts val="0"/>
              </a:spcBef>
              <a:spcAft>
                <a:spcPts val="0"/>
              </a:spcAft>
              <a:buSzPts val="2500"/>
              <a:buFont typeface="Times New Roman"/>
              <a:buChar char="●"/>
            </a:pPr>
            <a:r>
              <a:rPr lang="en-US" sz="2750">
                <a:solidFill>
                  <a:srgbClr val="273239"/>
                </a:solidFill>
                <a:highlight>
                  <a:srgbClr val="FFFFFF"/>
                </a:highlight>
                <a:latin typeface="Times New Roman"/>
                <a:ea typeface="Times New Roman"/>
                <a:cs typeface="Times New Roman"/>
                <a:sym typeface="Times New Roman"/>
              </a:rPr>
              <a:t>No client-side database libraries required</a:t>
            </a:r>
            <a:endParaRPr sz="2750">
              <a:solidFill>
                <a:srgbClr val="273239"/>
              </a:solidFill>
              <a:highlight>
                <a:srgbClr val="FFFFFF"/>
              </a:highlight>
              <a:latin typeface="Times New Roman"/>
              <a:ea typeface="Times New Roman"/>
              <a:cs typeface="Times New Roman"/>
              <a:sym typeface="Times New Roman"/>
            </a:endParaRPr>
          </a:p>
          <a:p>
            <a:pPr indent="-387350" lvl="0" marL="457200" rtl="0" algn="l">
              <a:lnSpc>
                <a:spcPct val="115000"/>
              </a:lnSpc>
              <a:spcBef>
                <a:spcPts val="0"/>
              </a:spcBef>
              <a:spcAft>
                <a:spcPts val="0"/>
              </a:spcAft>
              <a:buSzPts val="2500"/>
              <a:buFont typeface="Times New Roman"/>
              <a:buChar char="●"/>
            </a:pPr>
            <a:r>
              <a:rPr lang="en-US" sz="2750">
                <a:solidFill>
                  <a:srgbClr val="273239"/>
                </a:solidFill>
                <a:highlight>
                  <a:srgbClr val="FFFFFF"/>
                </a:highlight>
                <a:latin typeface="Times New Roman"/>
                <a:ea typeface="Times New Roman"/>
                <a:cs typeface="Times New Roman"/>
                <a:sym typeface="Times New Roman"/>
              </a:rPr>
              <a:t>Slower due to network overhead</a:t>
            </a:r>
            <a:endParaRPr sz="2250">
              <a:solidFill>
                <a:srgbClr val="273239"/>
              </a:solidFill>
              <a:highlight>
                <a:srgbClr val="FFFFFF"/>
              </a:highlight>
              <a:latin typeface="Nunito"/>
              <a:ea typeface="Nunito"/>
              <a:cs typeface="Nunito"/>
              <a:sym typeface="Nunito"/>
            </a:endParaRPr>
          </a:p>
          <a:p>
            <a:pPr indent="0" lvl="0" marL="0" rtl="0" algn="l">
              <a:lnSpc>
                <a:spcPct val="160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spcBef>
                <a:spcPts val="360"/>
              </a:spcBef>
              <a:spcAft>
                <a:spcPts val="0"/>
              </a:spcAft>
              <a:buNone/>
            </a:pPr>
            <a:r>
              <a:t/>
            </a:r>
            <a:endParaRPr/>
          </a:p>
        </p:txBody>
      </p:sp>
      <p:sp>
        <p:nvSpPr>
          <p:cNvPr id="422" name="Google Shape;422;g3bcd3dc3daa_0_31"/>
          <p:cNvSpPr txBox="1"/>
          <p:nvPr>
            <p:ph idx="12" type="sldNum"/>
          </p:nvPr>
        </p:nvSpPr>
        <p:spPr>
          <a:xfrm>
            <a:off x="457200" y="6308726"/>
            <a:ext cx="1069800" cy="412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423" name="Google Shape;423;g3bcd3dc3daa_0_31"/>
          <p:cNvPicPr preferRelativeResize="0"/>
          <p:nvPr/>
        </p:nvPicPr>
        <p:blipFill>
          <a:blip r:embed="rId3">
            <a:alphaModFix/>
          </a:blip>
          <a:stretch>
            <a:fillRect/>
          </a:stretch>
        </p:blipFill>
        <p:spPr>
          <a:xfrm>
            <a:off x="694907" y="3376632"/>
            <a:ext cx="7553325" cy="24003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g3bcd3dc3daa_0_62"/>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430" name="Google Shape;430;g3bcd3dc3daa_0_62"/>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1"/>
              </a:buClr>
              <a:buSzPts val="1100"/>
              <a:buFont typeface="Arial"/>
              <a:buNone/>
            </a:pPr>
            <a:r>
              <a:rPr b="1" lang="en-US" sz="1850">
                <a:solidFill>
                  <a:srgbClr val="273239"/>
                </a:solidFill>
                <a:highlight>
                  <a:srgbClr val="FFFFFF"/>
                </a:highlight>
                <a:latin typeface="Times New Roman"/>
                <a:ea typeface="Times New Roman"/>
                <a:cs typeface="Times New Roman"/>
                <a:sym typeface="Times New Roman"/>
              </a:rPr>
              <a:t>Advantages</a:t>
            </a:r>
            <a:endParaRPr b="1" sz="1850">
              <a:solidFill>
                <a:srgbClr val="273239"/>
              </a:solidFill>
              <a:highlight>
                <a:srgbClr val="FFFFFF"/>
              </a:highlight>
              <a:latin typeface="Times New Roman"/>
              <a:ea typeface="Times New Roman"/>
              <a:cs typeface="Times New Roman"/>
              <a:sym typeface="Times New Roman"/>
            </a:endParaRPr>
          </a:p>
          <a:p>
            <a:pPr indent="-346075" lvl="0" marL="685800" rtl="0" algn="l">
              <a:lnSpc>
                <a:spcPct val="158000"/>
              </a:lnSpc>
              <a:spcBef>
                <a:spcPts val="0"/>
              </a:spcBef>
              <a:spcAft>
                <a:spcPts val="0"/>
              </a:spcAft>
              <a:buClr>
                <a:srgbClr val="273239"/>
              </a:buClr>
              <a:buSzPts val="1850"/>
              <a:buFont typeface="Times New Roman"/>
              <a:buChar char="●"/>
            </a:pPr>
            <a:r>
              <a:rPr lang="en-US" sz="1850">
                <a:solidFill>
                  <a:srgbClr val="273239"/>
                </a:solidFill>
                <a:highlight>
                  <a:srgbClr val="FFFFFF"/>
                </a:highlight>
                <a:latin typeface="Times New Roman"/>
                <a:ea typeface="Times New Roman"/>
                <a:cs typeface="Times New Roman"/>
                <a:sym typeface="Times New Roman"/>
              </a:rPr>
              <a:t>Type-3 drivers are fully written in Java, hence they are portable drivers.</a:t>
            </a:r>
            <a:endParaRPr sz="1850">
              <a:solidFill>
                <a:srgbClr val="273239"/>
              </a:solidFill>
              <a:highlight>
                <a:srgbClr val="FFFFFF"/>
              </a:highlight>
              <a:latin typeface="Times New Roman"/>
              <a:ea typeface="Times New Roman"/>
              <a:cs typeface="Times New Roman"/>
              <a:sym typeface="Times New Roman"/>
            </a:endParaRPr>
          </a:p>
          <a:p>
            <a:pPr indent="-346075" lvl="0" marL="685800" rtl="0" algn="l">
              <a:lnSpc>
                <a:spcPct val="158000"/>
              </a:lnSpc>
              <a:spcBef>
                <a:spcPts val="0"/>
              </a:spcBef>
              <a:spcAft>
                <a:spcPts val="0"/>
              </a:spcAft>
              <a:buClr>
                <a:srgbClr val="273239"/>
              </a:buClr>
              <a:buSzPts val="1850"/>
              <a:buFont typeface="Times New Roman"/>
              <a:buChar char="●"/>
            </a:pPr>
            <a:r>
              <a:rPr lang="en-US" sz="1850">
                <a:solidFill>
                  <a:srgbClr val="273239"/>
                </a:solidFill>
                <a:highlight>
                  <a:srgbClr val="FFFFFF"/>
                </a:highlight>
                <a:latin typeface="Times New Roman"/>
                <a:ea typeface="Times New Roman"/>
                <a:cs typeface="Times New Roman"/>
                <a:sym typeface="Times New Roman"/>
              </a:rPr>
              <a:t>No client side library is required </a:t>
            </a:r>
            <a:endParaRPr sz="1850">
              <a:solidFill>
                <a:srgbClr val="273239"/>
              </a:solidFill>
              <a:highlight>
                <a:srgbClr val="FFFFFF"/>
              </a:highlight>
              <a:latin typeface="Times New Roman"/>
              <a:ea typeface="Times New Roman"/>
              <a:cs typeface="Times New Roman"/>
              <a:sym typeface="Times New Roman"/>
            </a:endParaRPr>
          </a:p>
          <a:p>
            <a:pPr indent="-346075" lvl="0" marL="685800" rtl="0" algn="l">
              <a:lnSpc>
                <a:spcPct val="158000"/>
              </a:lnSpc>
              <a:spcBef>
                <a:spcPts val="0"/>
              </a:spcBef>
              <a:spcAft>
                <a:spcPts val="0"/>
              </a:spcAft>
              <a:buClr>
                <a:srgbClr val="273239"/>
              </a:buClr>
              <a:buSzPts val="1850"/>
              <a:buFont typeface="Times New Roman"/>
              <a:buChar char="●"/>
            </a:pPr>
            <a:r>
              <a:rPr lang="en-US" sz="1850">
                <a:solidFill>
                  <a:srgbClr val="273239"/>
                </a:solidFill>
                <a:highlight>
                  <a:srgbClr val="FFFFFF"/>
                </a:highlight>
                <a:latin typeface="Times New Roman"/>
                <a:ea typeface="Times New Roman"/>
                <a:cs typeface="Times New Roman"/>
                <a:sym typeface="Times New Roman"/>
              </a:rPr>
              <a:t>Database independent , Easy to switch databases</a:t>
            </a:r>
            <a:endParaRPr sz="1850">
              <a:solidFill>
                <a:srgbClr val="273239"/>
              </a:solidFill>
              <a:highlight>
                <a:srgbClr val="FFFFFF"/>
              </a:highlight>
              <a:latin typeface="Times New Roman"/>
              <a:ea typeface="Times New Roman"/>
              <a:cs typeface="Times New Roman"/>
              <a:sym typeface="Times New Roman"/>
            </a:endParaRPr>
          </a:p>
          <a:p>
            <a:pPr indent="0" lvl="0" marL="0" rtl="0" algn="l">
              <a:lnSpc>
                <a:spcPct val="120000"/>
              </a:lnSpc>
              <a:spcBef>
                <a:spcPts val="1800"/>
              </a:spcBef>
              <a:spcAft>
                <a:spcPts val="0"/>
              </a:spcAft>
              <a:buClr>
                <a:schemeClr val="dk1"/>
              </a:buClr>
              <a:buSzPts val="1100"/>
              <a:buFont typeface="Arial"/>
              <a:buNone/>
            </a:pPr>
            <a:r>
              <a:rPr b="1" lang="en-US" sz="1850">
                <a:solidFill>
                  <a:srgbClr val="273239"/>
                </a:solidFill>
                <a:highlight>
                  <a:srgbClr val="FFFFFF"/>
                </a:highlight>
                <a:latin typeface="Times New Roman"/>
                <a:ea typeface="Times New Roman"/>
                <a:cs typeface="Times New Roman"/>
                <a:sym typeface="Times New Roman"/>
              </a:rPr>
              <a:t>Disadvantages</a:t>
            </a:r>
            <a:endParaRPr b="1" sz="1850">
              <a:solidFill>
                <a:srgbClr val="273239"/>
              </a:solidFill>
              <a:highlight>
                <a:srgbClr val="FFFFFF"/>
              </a:highlight>
              <a:latin typeface="Times New Roman"/>
              <a:ea typeface="Times New Roman"/>
              <a:cs typeface="Times New Roman"/>
              <a:sym typeface="Times New Roman"/>
            </a:endParaRPr>
          </a:p>
          <a:p>
            <a:pPr indent="-346075" lvl="0" marL="685800" rtl="0" algn="l">
              <a:lnSpc>
                <a:spcPct val="158000"/>
              </a:lnSpc>
              <a:spcBef>
                <a:spcPts val="0"/>
              </a:spcBef>
              <a:spcAft>
                <a:spcPts val="0"/>
              </a:spcAft>
              <a:buClr>
                <a:srgbClr val="273239"/>
              </a:buClr>
              <a:buSzPts val="1850"/>
              <a:buFont typeface="Times New Roman"/>
              <a:buChar char="●"/>
            </a:pPr>
            <a:r>
              <a:rPr lang="en-US" sz="1850">
                <a:solidFill>
                  <a:srgbClr val="273239"/>
                </a:solidFill>
                <a:highlight>
                  <a:srgbClr val="FFFFFF"/>
                </a:highlight>
                <a:latin typeface="Times New Roman"/>
                <a:ea typeface="Times New Roman"/>
                <a:cs typeface="Times New Roman"/>
                <a:sym typeface="Times New Roman"/>
              </a:rPr>
              <a:t>Network support is required on client machine.</a:t>
            </a:r>
            <a:endParaRPr sz="1850">
              <a:solidFill>
                <a:srgbClr val="273239"/>
              </a:solidFill>
              <a:highlight>
                <a:srgbClr val="FFFFFF"/>
              </a:highlight>
              <a:latin typeface="Times New Roman"/>
              <a:ea typeface="Times New Roman"/>
              <a:cs typeface="Times New Roman"/>
              <a:sym typeface="Times New Roman"/>
            </a:endParaRPr>
          </a:p>
          <a:p>
            <a:pPr indent="-346075" lvl="0" marL="685800" rtl="0" algn="l">
              <a:lnSpc>
                <a:spcPct val="158000"/>
              </a:lnSpc>
              <a:spcBef>
                <a:spcPts val="0"/>
              </a:spcBef>
              <a:spcAft>
                <a:spcPts val="0"/>
              </a:spcAft>
              <a:buClr>
                <a:srgbClr val="273239"/>
              </a:buClr>
              <a:buSzPts val="1850"/>
              <a:buFont typeface="Times New Roman"/>
              <a:buChar char="●"/>
            </a:pPr>
            <a:r>
              <a:rPr lang="en-US" sz="1850">
                <a:solidFill>
                  <a:srgbClr val="273239"/>
                </a:solidFill>
                <a:highlight>
                  <a:srgbClr val="FFFFFF"/>
                </a:highlight>
                <a:latin typeface="Times New Roman"/>
                <a:ea typeface="Times New Roman"/>
                <a:cs typeface="Times New Roman"/>
                <a:sym typeface="Times New Roman"/>
              </a:rPr>
              <a:t>Maintenance of Network Protocol driver becomes costly because it requires database-specific coding to be done in the middle tier.</a:t>
            </a:r>
            <a:endParaRPr sz="1850">
              <a:solidFill>
                <a:srgbClr val="273239"/>
              </a:solidFill>
              <a:highlight>
                <a:srgbClr val="FFFFFF"/>
              </a:highlight>
              <a:latin typeface="Times New Roman"/>
              <a:ea typeface="Times New Roman"/>
              <a:cs typeface="Times New Roman"/>
              <a:sym typeface="Times New Roman"/>
            </a:endParaRPr>
          </a:p>
          <a:p>
            <a:pPr indent="0" lvl="0" marL="0" rtl="0" algn="l">
              <a:lnSpc>
                <a:spcPct val="158000"/>
              </a:lnSpc>
              <a:spcBef>
                <a:spcPts val="1800"/>
              </a:spcBef>
              <a:spcAft>
                <a:spcPts val="0"/>
              </a:spcAft>
              <a:buNone/>
            </a:pPr>
            <a:r>
              <a:t/>
            </a:r>
            <a:endParaRPr sz="1850">
              <a:solidFill>
                <a:srgbClr val="273239"/>
              </a:solidFill>
              <a:highlight>
                <a:srgbClr val="FFFFFF"/>
              </a:highlight>
              <a:latin typeface="Times New Roman"/>
              <a:ea typeface="Times New Roman"/>
              <a:cs typeface="Times New Roman"/>
              <a:sym typeface="Times New Roman"/>
            </a:endParaRPr>
          </a:p>
          <a:p>
            <a:pPr indent="0" lvl="0" marL="0" rtl="0" algn="l">
              <a:spcBef>
                <a:spcPts val="1800"/>
              </a:spcBef>
              <a:spcAft>
                <a:spcPts val="0"/>
              </a:spcAft>
              <a:buNone/>
            </a:pPr>
            <a:r>
              <a:t/>
            </a:r>
            <a:endParaRPr/>
          </a:p>
        </p:txBody>
      </p:sp>
      <p:sp>
        <p:nvSpPr>
          <p:cNvPr id="431" name="Google Shape;431;g3bcd3dc3daa_0_62"/>
          <p:cNvSpPr txBox="1"/>
          <p:nvPr>
            <p:ph idx="12" type="sldNum"/>
          </p:nvPr>
        </p:nvSpPr>
        <p:spPr>
          <a:xfrm>
            <a:off x="457200" y="6308726"/>
            <a:ext cx="1069800" cy="412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g3bcd3dc3daa_0_41"/>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4. Thin Driver - Type 4 Driver (Fully Java Driver)</a:t>
            </a:r>
            <a:endParaRPr/>
          </a:p>
          <a:p>
            <a:pPr indent="0" lvl="0" marL="0" rtl="0" algn="ctr">
              <a:spcBef>
                <a:spcPts val="0"/>
              </a:spcBef>
              <a:spcAft>
                <a:spcPts val="0"/>
              </a:spcAft>
              <a:buNone/>
            </a:pPr>
            <a:r>
              <a:t/>
            </a:r>
            <a:endParaRPr/>
          </a:p>
        </p:txBody>
      </p:sp>
      <p:sp>
        <p:nvSpPr>
          <p:cNvPr id="438" name="Google Shape;438;g3bcd3dc3daa_0_41"/>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349250" lvl="0" marL="457200" rtl="0" algn="l">
              <a:lnSpc>
                <a:spcPct val="115000"/>
              </a:lnSpc>
              <a:spcBef>
                <a:spcPts val="1200"/>
              </a:spcBef>
              <a:spcAft>
                <a:spcPts val="0"/>
              </a:spcAft>
              <a:buSzPts val="1900"/>
              <a:buFont typeface="Times New Roman"/>
              <a:buChar char="●"/>
            </a:pPr>
            <a:r>
              <a:rPr lang="en-US" sz="1900">
                <a:latin typeface="Times New Roman"/>
                <a:ea typeface="Times New Roman"/>
                <a:cs typeface="Times New Roman"/>
                <a:sym typeface="Times New Roman"/>
              </a:rPr>
              <a:t>Pure Java driver</a:t>
            </a:r>
            <a:endParaRPr sz="1900">
              <a:latin typeface="Times New Roman"/>
              <a:ea typeface="Times New Roman"/>
              <a:cs typeface="Times New Roman"/>
              <a:sym typeface="Times New Roman"/>
            </a:endParaRPr>
          </a:p>
          <a:p>
            <a:pPr indent="-349250" lvl="0" marL="457200" rtl="0" algn="l">
              <a:lnSpc>
                <a:spcPct val="115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Platform independent</a:t>
            </a:r>
            <a:endParaRPr sz="1900">
              <a:latin typeface="Times New Roman"/>
              <a:ea typeface="Times New Roman"/>
              <a:cs typeface="Times New Roman"/>
              <a:sym typeface="Times New Roman"/>
            </a:endParaRPr>
          </a:p>
          <a:p>
            <a:pPr indent="-349250" lvl="0" marL="457200" rtl="0" algn="l">
              <a:lnSpc>
                <a:spcPct val="115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Best performance</a:t>
            </a:r>
            <a:endParaRPr sz="1900">
              <a:latin typeface="Times New Roman"/>
              <a:ea typeface="Times New Roman"/>
              <a:cs typeface="Times New Roman"/>
              <a:sym typeface="Times New Roman"/>
            </a:endParaRPr>
          </a:p>
          <a:p>
            <a:pPr indent="-349250" lvl="0" marL="457200" rtl="0" algn="l">
              <a:lnSpc>
                <a:spcPct val="115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Most widely used driver</a:t>
            </a:r>
            <a:br>
              <a:rPr lang="en-US" sz="1900">
                <a:latin typeface="Times New Roman"/>
                <a:ea typeface="Times New Roman"/>
                <a:cs typeface="Times New Roman"/>
                <a:sym typeface="Times New Roman"/>
              </a:rPr>
            </a:br>
            <a:endParaRPr sz="19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1900">
                <a:latin typeface="Times New Roman"/>
                <a:ea typeface="Times New Roman"/>
                <a:cs typeface="Times New Roman"/>
                <a:sym typeface="Times New Roman"/>
              </a:rPr>
              <a:t>Example:</a:t>
            </a:r>
            <a:br>
              <a:rPr b="1" lang="en-US" sz="1900">
                <a:latin typeface="Times New Roman"/>
                <a:ea typeface="Times New Roman"/>
                <a:cs typeface="Times New Roman"/>
                <a:sym typeface="Times New Roman"/>
              </a:rPr>
            </a:br>
            <a:r>
              <a:rPr lang="en-US" sz="1900">
                <a:latin typeface="Times New Roman"/>
                <a:ea typeface="Times New Roman"/>
                <a:cs typeface="Times New Roman"/>
                <a:sym typeface="Times New Roman"/>
              </a:rPr>
              <a:t> MySQL → </a:t>
            </a:r>
            <a:r>
              <a:rPr lang="en-US" sz="1900">
                <a:solidFill>
                  <a:srgbClr val="188038"/>
                </a:solidFill>
                <a:latin typeface="Times New Roman"/>
                <a:ea typeface="Times New Roman"/>
                <a:cs typeface="Times New Roman"/>
                <a:sym typeface="Times New Roman"/>
              </a:rPr>
              <a:t>com.mysql.cj.jdbc.Driver</a:t>
            </a:r>
            <a:endParaRPr sz="1900">
              <a:solidFill>
                <a:srgbClr val="188038"/>
              </a:solidFill>
              <a:latin typeface="Times New Roman"/>
              <a:ea typeface="Times New Roman"/>
              <a:cs typeface="Times New Roman"/>
              <a:sym typeface="Times New Roman"/>
            </a:endParaRPr>
          </a:p>
          <a:p>
            <a:pPr indent="0" lvl="0" marL="0" rtl="0" algn="l">
              <a:lnSpc>
                <a:spcPct val="120000"/>
              </a:lnSpc>
              <a:spcBef>
                <a:spcPts val="1200"/>
              </a:spcBef>
              <a:spcAft>
                <a:spcPts val="0"/>
              </a:spcAft>
              <a:buClr>
                <a:schemeClr val="dk1"/>
              </a:buClr>
              <a:buSzPts val="1100"/>
              <a:buFont typeface="Arial"/>
              <a:buNone/>
            </a:pPr>
            <a:r>
              <a:t/>
            </a:r>
            <a:endParaRPr sz="2150">
              <a:solidFill>
                <a:srgbClr val="273239"/>
              </a:solidFill>
              <a:highlight>
                <a:srgbClr val="FFFFFF"/>
              </a:highlight>
              <a:latin typeface="Times New Roman"/>
              <a:ea typeface="Times New Roman"/>
              <a:cs typeface="Times New Roman"/>
              <a:sym typeface="Times New Roman"/>
            </a:endParaRPr>
          </a:p>
          <a:p>
            <a:pPr indent="0" lvl="0" marL="0" rtl="0" algn="l">
              <a:lnSpc>
                <a:spcPct val="160000"/>
              </a:lnSpc>
              <a:spcBef>
                <a:spcPts val="8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spcBef>
                <a:spcPts val="360"/>
              </a:spcBef>
              <a:spcAft>
                <a:spcPts val="0"/>
              </a:spcAft>
              <a:buNone/>
            </a:pPr>
            <a:r>
              <a:t/>
            </a:r>
            <a:endParaRPr/>
          </a:p>
        </p:txBody>
      </p:sp>
      <p:sp>
        <p:nvSpPr>
          <p:cNvPr id="439" name="Google Shape;439;g3bcd3dc3daa_0_41"/>
          <p:cNvSpPr txBox="1"/>
          <p:nvPr>
            <p:ph idx="12" type="sldNum"/>
          </p:nvPr>
        </p:nvSpPr>
        <p:spPr>
          <a:xfrm>
            <a:off x="457200" y="6308726"/>
            <a:ext cx="1069800" cy="412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440" name="Google Shape;440;g3bcd3dc3daa_0_41"/>
          <p:cNvPicPr preferRelativeResize="0"/>
          <p:nvPr/>
        </p:nvPicPr>
        <p:blipFill>
          <a:blip r:embed="rId3">
            <a:alphaModFix/>
          </a:blip>
          <a:stretch>
            <a:fillRect/>
          </a:stretch>
        </p:blipFill>
        <p:spPr>
          <a:xfrm>
            <a:off x="1671040" y="4103462"/>
            <a:ext cx="5514975" cy="23526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JDBC Programming Steps</a:t>
            </a:r>
            <a:endParaRPr/>
          </a:p>
        </p:txBody>
      </p:sp>
      <p:grpSp>
        <p:nvGrpSpPr>
          <p:cNvPr id="446" name="Google Shape;446;p19"/>
          <p:cNvGrpSpPr/>
          <p:nvPr/>
        </p:nvGrpSpPr>
        <p:grpSpPr>
          <a:xfrm>
            <a:off x="2411413" y="1916113"/>
            <a:ext cx="1800225" cy="649287"/>
            <a:chOff x="1066" y="3249"/>
            <a:chExt cx="938" cy="485"/>
          </a:xfrm>
        </p:grpSpPr>
        <p:sp>
          <p:nvSpPr>
            <p:cNvPr id="447" name="Google Shape;447;p19"/>
            <p:cNvSpPr/>
            <p:nvPr/>
          </p:nvSpPr>
          <p:spPr>
            <a:xfrm>
              <a:off x="1097" y="3280"/>
              <a:ext cx="907" cy="454"/>
            </a:xfrm>
            <a:prstGeom prst="rect">
              <a:avLst/>
            </a:prstGeom>
            <a:solidFill>
              <a:srgbClr val="969696"/>
            </a:solidFill>
            <a:ln cap="flat" cmpd="sng" w="9525">
              <a:solidFill>
                <a:srgbClr val="969696"/>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rgbClr val="003366"/>
                </a:buClr>
                <a:buSzPts val="2000"/>
                <a:buFont typeface="Noto Sans Symbols"/>
                <a:buNone/>
              </a:pPr>
              <a:r>
                <a:t/>
              </a:r>
              <a:endParaRPr sz="2000">
                <a:solidFill>
                  <a:schemeClr val="dk1"/>
                </a:solidFill>
                <a:latin typeface="Gill Sans"/>
                <a:ea typeface="Gill Sans"/>
                <a:cs typeface="Gill Sans"/>
                <a:sym typeface="Gill Sans"/>
              </a:endParaRPr>
            </a:p>
          </p:txBody>
        </p:sp>
        <p:sp>
          <p:nvSpPr>
            <p:cNvPr id="448" name="Google Shape;448;p19"/>
            <p:cNvSpPr/>
            <p:nvPr/>
          </p:nvSpPr>
          <p:spPr>
            <a:xfrm>
              <a:off x="1066" y="3249"/>
              <a:ext cx="907" cy="45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chemeClr val="dk1"/>
                </a:buClr>
                <a:buSzPts val="1800"/>
                <a:buFont typeface="Noto Sans Symbols"/>
                <a:buNone/>
              </a:pPr>
              <a:r>
                <a:rPr b="1" lang="en-US" sz="1800">
                  <a:solidFill>
                    <a:schemeClr val="dk1"/>
                  </a:solidFill>
                  <a:latin typeface="Arial Narrow"/>
                  <a:ea typeface="Arial Narrow"/>
                  <a:cs typeface="Arial Narrow"/>
                  <a:sym typeface="Arial Narrow"/>
                </a:rPr>
                <a:t>Connect</a:t>
              </a:r>
              <a:endParaRPr/>
            </a:p>
          </p:txBody>
        </p:sp>
      </p:grpSp>
      <p:grpSp>
        <p:nvGrpSpPr>
          <p:cNvPr id="449" name="Google Shape;449;p19"/>
          <p:cNvGrpSpPr/>
          <p:nvPr/>
        </p:nvGrpSpPr>
        <p:grpSpPr>
          <a:xfrm>
            <a:off x="2411413" y="2997200"/>
            <a:ext cx="1800225" cy="649288"/>
            <a:chOff x="1066" y="3249"/>
            <a:chExt cx="938" cy="485"/>
          </a:xfrm>
        </p:grpSpPr>
        <p:sp>
          <p:nvSpPr>
            <p:cNvPr id="450" name="Google Shape;450;p19"/>
            <p:cNvSpPr/>
            <p:nvPr/>
          </p:nvSpPr>
          <p:spPr>
            <a:xfrm>
              <a:off x="1097" y="3280"/>
              <a:ext cx="907" cy="454"/>
            </a:xfrm>
            <a:prstGeom prst="rect">
              <a:avLst/>
            </a:prstGeom>
            <a:solidFill>
              <a:srgbClr val="969696"/>
            </a:solidFill>
            <a:ln cap="flat" cmpd="sng" w="9525">
              <a:solidFill>
                <a:srgbClr val="969696"/>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rgbClr val="003366"/>
                </a:buClr>
                <a:buSzPts val="2000"/>
                <a:buFont typeface="Noto Sans Symbols"/>
                <a:buNone/>
              </a:pPr>
              <a:r>
                <a:t/>
              </a:r>
              <a:endParaRPr sz="2000">
                <a:solidFill>
                  <a:schemeClr val="dk1"/>
                </a:solidFill>
                <a:latin typeface="Gill Sans"/>
                <a:ea typeface="Gill Sans"/>
                <a:cs typeface="Gill Sans"/>
                <a:sym typeface="Gill Sans"/>
              </a:endParaRPr>
            </a:p>
          </p:txBody>
        </p:sp>
        <p:sp>
          <p:nvSpPr>
            <p:cNvPr id="451" name="Google Shape;451;p19"/>
            <p:cNvSpPr/>
            <p:nvPr/>
          </p:nvSpPr>
          <p:spPr>
            <a:xfrm>
              <a:off x="1066" y="3249"/>
              <a:ext cx="907" cy="45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chemeClr val="dk1"/>
                </a:buClr>
                <a:buSzPts val="1800"/>
                <a:buFont typeface="Noto Sans Symbols"/>
                <a:buNone/>
              </a:pPr>
              <a:r>
                <a:rPr b="1" lang="en-US" sz="1800">
                  <a:solidFill>
                    <a:schemeClr val="dk1"/>
                  </a:solidFill>
                  <a:latin typeface="Arial Narrow"/>
                  <a:ea typeface="Arial Narrow"/>
                  <a:cs typeface="Arial Narrow"/>
                  <a:sym typeface="Arial Narrow"/>
                </a:rPr>
                <a:t>Query</a:t>
              </a:r>
              <a:endParaRPr/>
            </a:p>
          </p:txBody>
        </p:sp>
      </p:grpSp>
      <p:grpSp>
        <p:nvGrpSpPr>
          <p:cNvPr id="452" name="Google Shape;452;p19"/>
          <p:cNvGrpSpPr/>
          <p:nvPr/>
        </p:nvGrpSpPr>
        <p:grpSpPr>
          <a:xfrm>
            <a:off x="2411413" y="4005263"/>
            <a:ext cx="1800225" cy="649287"/>
            <a:chOff x="1066" y="3249"/>
            <a:chExt cx="938" cy="485"/>
          </a:xfrm>
        </p:grpSpPr>
        <p:sp>
          <p:nvSpPr>
            <p:cNvPr id="453" name="Google Shape;453;p19"/>
            <p:cNvSpPr/>
            <p:nvPr/>
          </p:nvSpPr>
          <p:spPr>
            <a:xfrm>
              <a:off x="1097" y="3280"/>
              <a:ext cx="907" cy="454"/>
            </a:xfrm>
            <a:prstGeom prst="rect">
              <a:avLst/>
            </a:prstGeom>
            <a:solidFill>
              <a:srgbClr val="969696"/>
            </a:solidFill>
            <a:ln cap="flat" cmpd="sng" w="9525">
              <a:solidFill>
                <a:srgbClr val="969696"/>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rgbClr val="003366"/>
                </a:buClr>
                <a:buSzPts val="2000"/>
                <a:buFont typeface="Noto Sans Symbols"/>
                <a:buNone/>
              </a:pPr>
              <a:r>
                <a:t/>
              </a:r>
              <a:endParaRPr sz="2000">
                <a:solidFill>
                  <a:schemeClr val="dk1"/>
                </a:solidFill>
                <a:latin typeface="Gill Sans"/>
                <a:ea typeface="Gill Sans"/>
                <a:cs typeface="Gill Sans"/>
                <a:sym typeface="Gill Sans"/>
              </a:endParaRPr>
            </a:p>
          </p:txBody>
        </p:sp>
        <p:sp>
          <p:nvSpPr>
            <p:cNvPr id="454" name="Google Shape;454;p19"/>
            <p:cNvSpPr/>
            <p:nvPr/>
          </p:nvSpPr>
          <p:spPr>
            <a:xfrm>
              <a:off x="1066" y="3249"/>
              <a:ext cx="907" cy="45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chemeClr val="dk1"/>
                </a:buClr>
                <a:buSzPts val="1800"/>
                <a:buFont typeface="Noto Sans Symbols"/>
                <a:buNone/>
              </a:pPr>
              <a:r>
                <a:rPr b="1" lang="en-US" sz="1800">
                  <a:solidFill>
                    <a:schemeClr val="dk1"/>
                  </a:solidFill>
                  <a:latin typeface="Arial Narrow"/>
                  <a:ea typeface="Arial Narrow"/>
                  <a:cs typeface="Arial Narrow"/>
                  <a:sym typeface="Arial Narrow"/>
                </a:rPr>
                <a:t>Process Results</a:t>
              </a:r>
              <a:endParaRPr/>
            </a:p>
          </p:txBody>
        </p:sp>
      </p:grpSp>
      <p:grpSp>
        <p:nvGrpSpPr>
          <p:cNvPr id="455" name="Google Shape;455;p19"/>
          <p:cNvGrpSpPr/>
          <p:nvPr/>
        </p:nvGrpSpPr>
        <p:grpSpPr>
          <a:xfrm>
            <a:off x="2411413" y="5084763"/>
            <a:ext cx="1800225" cy="649287"/>
            <a:chOff x="1066" y="3249"/>
            <a:chExt cx="938" cy="485"/>
          </a:xfrm>
        </p:grpSpPr>
        <p:sp>
          <p:nvSpPr>
            <p:cNvPr id="456" name="Google Shape;456;p19"/>
            <p:cNvSpPr/>
            <p:nvPr/>
          </p:nvSpPr>
          <p:spPr>
            <a:xfrm>
              <a:off x="1097" y="3280"/>
              <a:ext cx="907" cy="454"/>
            </a:xfrm>
            <a:prstGeom prst="rect">
              <a:avLst/>
            </a:prstGeom>
            <a:solidFill>
              <a:srgbClr val="969696"/>
            </a:solidFill>
            <a:ln cap="flat" cmpd="sng" w="9525">
              <a:solidFill>
                <a:srgbClr val="969696"/>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rgbClr val="003366"/>
                </a:buClr>
                <a:buSzPts val="2000"/>
                <a:buFont typeface="Noto Sans Symbols"/>
                <a:buNone/>
              </a:pPr>
              <a:r>
                <a:t/>
              </a:r>
              <a:endParaRPr sz="2000">
                <a:solidFill>
                  <a:schemeClr val="dk1"/>
                </a:solidFill>
                <a:latin typeface="Gill Sans"/>
                <a:ea typeface="Gill Sans"/>
                <a:cs typeface="Gill Sans"/>
                <a:sym typeface="Gill Sans"/>
              </a:endParaRPr>
            </a:p>
          </p:txBody>
        </p:sp>
        <p:sp>
          <p:nvSpPr>
            <p:cNvPr id="457" name="Google Shape;457;p19"/>
            <p:cNvSpPr/>
            <p:nvPr/>
          </p:nvSpPr>
          <p:spPr>
            <a:xfrm>
              <a:off x="1066" y="3249"/>
              <a:ext cx="907" cy="45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chemeClr val="dk1"/>
                </a:buClr>
                <a:buSzPts val="1800"/>
                <a:buFont typeface="Noto Sans Symbols"/>
                <a:buNone/>
              </a:pPr>
              <a:r>
                <a:rPr b="1" lang="en-US" sz="1800">
                  <a:solidFill>
                    <a:schemeClr val="dk1"/>
                  </a:solidFill>
                  <a:latin typeface="Arial Narrow"/>
                  <a:ea typeface="Arial Narrow"/>
                  <a:cs typeface="Arial Narrow"/>
                  <a:sym typeface="Arial Narrow"/>
                </a:rPr>
                <a:t>Close</a:t>
              </a:r>
              <a:endParaRPr/>
            </a:p>
          </p:txBody>
        </p:sp>
      </p:grpSp>
      <p:cxnSp>
        <p:nvCxnSpPr>
          <p:cNvPr id="458" name="Google Shape;458;p19"/>
          <p:cNvCxnSpPr>
            <a:stCxn id="448" idx="2"/>
            <a:endCxn id="451" idx="0"/>
          </p:cNvCxnSpPr>
          <p:nvPr/>
        </p:nvCxnSpPr>
        <p:spPr>
          <a:xfrm>
            <a:off x="3281778" y="2523899"/>
            <a:ext cx="0" cy="473400"/>
          </a:xfrm>
          <a:prstGeom prst="straightConnector1">
            <a:avLst/>
          </a:prstGeom>
          <a:noFill/>
          <a:ln cap="flat" cmpd="sng" w="19050">
            <a:solidFill>
              <a:srgbClr val="000080"/>
            </a:solidFill>
            <a:prstDash val="solid"/>
            <a:round/>
            <a:headEnd len="med" w="med" type="none"/>
            <a:tailEnd len="med" w="med" type="triangle"/>
          </a:ln>
        </p:spPr>
      </p:cxnSp>
      <p:cxnSp>
        <p:nvCxnSpPr>
          <p:cNvPr id="459" name="Google Shape;459;p19"/>
          <p:cNvCxnSpPr>
            <a:stCxn id="451" idx="2"/>
            <a:endCxn id="454" idx="0"/>
          </p:cNvCxnSpPr>
          <p:nvPr/>
        </p:nvCxnSpPr>
        <p:spPr>
          <a:xfrm>
            <a:off x="3281778" y="3604987"/>
            <a:ext cx="0" cy="400200"/>
          </a:xfrm>
          <a:prstGeom prst="straightConnector1">
            <a:avLst/>
          </a:prstGeom>
          <a:noFill/>
          <a:ln cap="flat" cmpd="sng" w="19050">
            <a:solidFill>
              <a:srgbClr val="000080"/>
            </a:solidFill>
            <a:prstDash val="solid"/>
            <a:round/>
            <a:headEnd len="med" w="med" type="none"/>
            <a:tailEnd len="med" w="med" type="triangle"/>
          </a:ln>
        </p:spPr>
      </p:cxnSp>
      <p:cxnSp>
        <p:nvCxnSpPr>
          <p:cNvPr id="460" name="Google Shape;460;p19"/>
          <p:cNvCxnSpPr>
            <a:stCxn id="454" idx="2"/>
            <a:endCxn id="457" idx="0"/>
          </p:cNvCxnSpPr>
          <p:nvPr/>
        </p:nvCxnSpPr>
        <p:spPr>
          <a:xfrm>
            <a:off x="3281778" y="4613049"/>
            <a:ext cx="0" cy="471600"/>
          </a:xfrm>
          <a:prstGeom prst="straightConnector1">
            <a:avLst/>
          </a:prstGeom>
          <a:noFill/>
          <a:ln cap="flat" cmpd="sng" w="19050">
            <a:solidFill>
              <a:srgbClr val="000080"/>
            </a:solidFill>
            <a:prstDash val="solid"/>
            <a:round/>
            <a:headEnd len="med" w="med" type="none"/>
            <a:tailEnd len="med" w="med" type="triangle"/>
          </a:ln>
        </p:spPr>
      </p:cxnSp>
      <p:sp>
        <p:nvSpPr>
          <p:cNvPr id="461" name="Google Shape;461;p19"/>
          <p:cNvSpPr txBox="1"/>
          <p:nvPr/>
        </p:nvSpPr>
        <p:spPr>
          <a:xfrm>
            <a:off x="4284663" y="1989138"/>
            <a:ext cx="3600450" cy="495300"/>
          </a:xfrm>
          <a:prstGeom prst="rect">
            <a:avLst/>
          </a:prstGeom>
          <a:noFill/>
          <a:ln>
            <a:noFill/>
          </a:ln>
        </p:spPr>
        <p:txBody>
          <a:bodyPr anchorCtr="0" anchor="t" bIns="46800" lIns="90000" spcFirstLastPara="1" rIns="90000" wrap="square" tIns="46800">
            <a:spAutoFit/>
          </a:bodyPr>
          <a:lstStyle/>
          <a:p>
            <a:pPr indent="-268288" lvl="0" marL="268288" marR="0" rtl="0" algn="l">
              <a:lnSpc>
                <a:spcPct val="80000"/>
              </a:lnSpc>
              <a:spcBef>
                <a:spcPts val="0"/>
              </a:spcBef>
              <a:spcAft>
                <a:spcPts val="0"/>
              </a:spcAft>
              <a:buClr>
                <a:schemeClr val="dk1"/>
              </a:buClr>
              <a:buSzPts val="1400"/>
              <a:buFont typeface="Noto Sans Symbols"/>
              <a:buAutoNum type="arabicParenR"/>
            </a:pPr>
            <a:r>
              <a:rPr b="1" lang="en-US" sz="1400">
                <a:solidFill>
                  <a:schemeClr val="dk1"/>
                </a:solidFill>
                <a:latin typeface="Arial"/>
                <a:ea typeface="Arial"/>
                <a:cs typeface="Arial"/>
                <a:sym typeface="Arial"/>
              </a:rPr>
              <a:t>Register the driver</a:t>
            </a:r>
            <a:endParaRPr/>
          </a:p>
          <a:p>
            <a:pPr indent="-268288" lvl="0" marL="268288" marR="0" rtl="0" algn="l">
              <a:lnSpc>
                <a:spcPct val="60000"/>
              </a:lnSpc>
              <a:spcBef>
                <a:spcPts val="700"/>
              </a:spcBef>
              <a:spcAft>
                <a:spcPts val="0"/>
              </a:spcAft>
              <a:buClr>
                <a:schemeClr val="dk1"/>
              </a:buClr>
              <a:buSzPts val="1400"/>
              <a:buFont typeface="Noto Sans Symbols"/>
              <a:buAutoNum type="arabicParenR"/>
            </a:pPr>
            <a:r>
              <a:rPr b="1" lang="en-US" sz="1400">
                <a:solidFill>
                  <a:schemeClr val="dk1"/>
                </a:solidFill>
                <a:latin typeface="Arial"/>
                <a:ea typeface="Arial"/>
                <a:cs typeface="Arial"/>
                <a:sym typeface="Arial"/>
              </a:rPr>
              <a:t>Create a </a:t>
            </a:r>
            <a:r>
              <a:rPr b="1" lang="en-US" sz="1400">
                <a:solidFill>
                  <a:srgbClr val="FF0066"/>
                </a:solidFill>
                <a:latin typeface="Arial"/>
                <a:ea typeface="Arial"/>
                <a:cs typeface="Arial"/>
                <a:sym typeface="Arial"/>
              </a:rPr>
              <a:t>connection</a:t>
            </a:r>
            <a:r>
              <a:rPr b="1" lang="en-US" sz="1400">
                <a:solidFill>
                  <a:schemeClr val="dk1"/>
                </a:solidFill>
                <a:latin typeface="Arial"/>
                <a:ea typeface="Arial"/>
                <a:cs typeface="Arial"/>
                <a:sym typeface="Arial"/>
              </a:rPr>
              <a:t> to the database</a:t>
            </a:r>
            <a:endParaRPr/>
          </a:p>
        </p:txBody>
      </p:sp>
      <p:sp>
        <p:nvSpPr>
          <p:cNvPr id="462" name="Google Shape;462;p19"/>
          <p:cNvSpPr txBox="1"/>
          <p:nvPr/>
        </p:nvSpPr>
        <p:spPr>
          <a:xfrm>
            <a:off x="4284663" y="3078163"/>
            <a:ext cx="2879725" cy="495300"/>
          </a:xfrm>
          <a:prstGeom prst="rect">
            <a:avLst/>
          </a:prstGeom>
          <a:noFill/>
          <a:ln>
            <a:noFill/>
          </a:ln>
        </p:spPr>
        <p:txBody>
          <a:bodyPr anchorCtr="0" anchor="t" bIns="46800" lIns="90000" spcFirstLastPara="1" rIns="90000" wrap="square" tIns="46800">
            <a:spAutoFit/>
          </a:bodyPr>
          <a:lstStyle/>
          <a:p>
            <a:pPr indent="-268288" lvl="0" marL="268288" marR="0" rtl="0" algn="l">
              <a:lnSpc>
                <a:spcPct val="80000"/>
              </a:lnSpc>
              <a:spcBef>
                <a:spcPts val="0"/>
              </a:spcBef>
              <a:spcAft>
                <a:spcPts val="0"/>
              </a:spcAft>
              <a:buClr>
                <a:schemeClr val="dk1"/>
              </a:buClr>
              <a:buSzPts val="1400"/>
              <a:buFont typeface="Noto Sans Symbols"/>
              <a:buAutoNum type="arabicParenR"/>
            </a:pPr>
            <a:r>
              <a:rPr b="1" lang="en-US" sz="1400">
                <a:solidFill>
                  <a:schemeClr val="dk1"/>
                </a:solidFill>
                <a:latin typeface="Arial"/>
                <a:ea typeface="Arial"/>
                <a:cs typeface="Arial"/>
                <a:sym typeface="Arial"/>
              </a:rPr>
              <a:t>Create a </a:t>
            </a:r>
            <a:r>
              <a:rPr b="1" lang="en-US" sz="1400">
                <a:solidFill>
                  <a:srgbClr val="FF0066"/>
                </a:solidFill>
                <a:latin typeface="Arial"/>
                <a:ea typeface="Arial"/>
                <a:cs typeface="Arial"/>
                <a:sym typeface="Arial"/>
              </a:rPr>
              <a:t>statement</a:t>
            </a:r>
            <a:endParaRPr/>
          </a:p>
          <a:p>
            <a:pPr indent="-268288" lvl="0" marL="268288" marR="0" rtl="0" algn="l">
              <a:lnSpc>
                <a:spcPct val="60000"/>
              </a:lnSpc>
              <a:spcBef>
                <a:spcPts val="700"/>
              </a:spcBef>
              <a:spcAft>
                <a:spcPts val="0"/>
              </a:spcAft>
              <a:buClr>
                <a:schemeClr val="dk1"/>
              </a:buClr>
              <a:buSzPts val="1400"/>
              <a:buFont typeface="Noto Sans Symbols"/>
              <a:buAutoNum type="arabicParenR"/>
            </a:pPr>
            <a:r>
              <a:rPr b="1" lang="en-US" sz="1400">
                <a:solidFill>
                  <a:schemeClr val="dk1"/>
                </a:solidFill>
                <a:latin typeface="Arial"/>
                <a:ea typeface="Arial"/>
                <a:cs typeface="Arial"/>
                <a:sym typeface="Arial"/>
              </a:rPr>
              <a:t>Query the database</a:t>
            </a:r>
            <a:endParaRPr/>
          </a:p>
        </p:txBody>
      </p:sp>
      <p:sp>
        <p:nvSpPr>
          <p:cNvPr id="463" name="Google Shape;463;p19"/>
          <p:cNvSpPr txBox="1"/>
          <p:nvPr/>
        </p:nvSpPr>
        <p:spPr>
          <a:xfrm>
            <a:off x="4284663" y="4076700"/>
            <a:ext cx="3168650" cy="495300"/>
          </a:xfrm>
          <a:prstGeom prst="rect">
            <a:avLst/>
          </a:prstGeom>
          <a:noFill/>
          <a:ln>
            <a:noFill/>
          </a:ln>
        </p:spPr>
        <p:txBody>
          <a:bodyPr anchorCtr="0" anchor="t" bIns="46800" lIns="90000" spcFirstLastPara="1" rIns="90000" wrap="square" tIns="46800">
            <a:spAutoFit/>
          </a:bodyPr>
          <a:lstStyle/>
          <a:p>
            <a:pPr indent="-268288" lvl="0" marL="268288" marR="0" rtl="0" algn="l">
              <a:lnSpc>
                <a:spcPct val="80000"/>
              </a:lnSpc>
              <a:spcBef>
                <a:spcPts val="0"/>
              </a:spcBef>
              <a:spcAft>
                <a:spcPts val="0"/>
              </a:spcAft>
              <a:buClr>
                <a:schemeClr val="dk1"/>
              </a:buClr>
              <a:buSzPts val="1400"/>
              <a:buFont typeface="Noto Sans Symbols"/>
              <a:buAutoNum type="arabicParenR"/>
            </a:pPr>
            <a:r>
              <a:rPr b="1" lang="en-US" sz="1400">
                <a:solidFill>
                  <a:schemeClr val="dk1"/>
                </a:solidFill>
                <a:latin typeface="Arial"/>
                <a:ea typeface="Arial"/>
                <a:cs typeface="Arial"/>
                <a:sym typeface="Arial"/>
              </a:rPr>
              <a:t>Get a </a:t>
            </a:r>
            <a:r>
              <a:rPr b="1" lang="en-US" sz="1400">
                <a:solidFill>
                  <a:srgbClr val="FF0066"/>
                </a:solidFill>
                <a:latin typeface="Arial"/>
                <a:ea typeface="Arial"/>
                <a:cs typeface="Arial"/>
                <a:sym typeface="Arial"/>
              </a:rPr>
              <a:t>result set</a:t>
            </a:r>
            <a:endParaRPr/>
          </a:p>
          <a:p>
            <a:pPr indent="-268288" lvl="0" marL="268288" marR="0" rtl="0" algn="l">
              <a:lnSpc>
                <a:spcPct val="60000"/>
              </a:lnSpc>
              <a:spcBef>
                <a:spcPts val="700"/>
              </a:spcBef>
              <a:spcAft>
                <a:spcPts val="0"/>
              </a:spcAft>
              <a:buClr>
                <a:schemeClr val="dk1"/>
              </a:buClr>
              <a:buSzPts val="1400"/>
              <a:buFont typeface="Noto Sans Symbols"/>
              <a:buAutoNum type="arabicParenR"/>
            </a:pPr>
            <a:r>
              <a:rPr b="1" lang="en-US" sz="1400">
                <a:solidFill>
                  <a:schemeClr val="dk1"/>
                </a:solidFill>
                <a:latin typeface="Arial"/>
                <a:ea typeface="Arial"/>
                <a:cs typeface="Arial"/>
                <a:sym typeface="Arial"/>
              </a:rPr>
              <a:t>Assign results to Java variables </a:t>
            </a:r>
            <a:endParaRPr/>
          </a:p>
        </p:txBody>
      </p:sp>
      <p:sp>
        <p:nvSpPr>
          <p:cNvPr id="464" name="Google Shape;464;p19"/>
          <p:cNvSpPr txBox="1"/>
          <p:nvPr/>
        </p:nvSpPr>
        <p:spPr>
          <a:xfrm>
            <a:off x="4316413" y="5043488"/>
            <a:ext cx="3168650" cy="728662"/>
          </a:xfrm>
          <a:prstGeom prst="rect">
            <a:avLst/>
          </a:prstGeom>
          <a:noFill/>
          <a:ln>
            <a:noFill/>
          </a:ln>
        </p:spPr>
        <p:txBody>
          <a:bodyPr anchorCtr="0" anchor="t" bIns="46800" lIns="90000" spcFirstLastPara="1" rIns="90000" wrap="square" tIns="46800">
            <a:spAutoFit/>
          </a:bodyPr>
          <a:lstStyle/>
          <a:p>
            <a:pPr indent="-268288" lvl="0" marL="268288" marR="0" rtl="0" algn="l">
              <a:lnSpc>
                <a:spcPct val="80000"/>
              </a:lnSpc>
              <a:spcBef>
                <a:spcPts val="0"/>
              </a:spcBef>
              <a:spcAft>
                <a:spcPts val="0"/>
              </a:spcAft>
              <a:buClr>
                <a:schemeClr val="dk1"/>
              </a:buClr>
              <a:buSzPts val="1400"/>
              <a:buFont typeface="Noto Sans Symbols"/>
              <a:buAutoNum type="arabicParenR"/>
            </a:pPr>
            <a:r>
              <a:rPr b="1" lang="en-US" sz="1400">
                <a:solidFill>
                  <a:schemeClr val="dk1"/>
                </a:solidFill>
                <a:latin typeface="Arial"/>
                <a:ea typeface="Arial"/>
                <a:cs typeface="Arial"/>
                <a:sym typeface="Arial"/>
              </a:rPr>
              <a:t>Close the result set</a:t>
            </a:r>
            <a:endParaRPr/>
          </a:p>
          <a:p>
            <a:pPr indent="-268288" lvl="0" marL="268288" marR="0" rtl="0" algn="l">
              <a:lnSpc>
                <a:spcPct val="60000"/>
              </a:lnSpc>
              <a:spcBef>
                <a:spcPts val="700"/>
              </a:spcBef>
              <a:spcAft>
                <a:spcPts val="0"/>
              </a:spcAft>
              <a:buClr>
                <a:schemeClr val="dk1"/>
              </a:buClr>
              <a:buSzPts val="1400"/>
              <a:buFont typeface="Noto Sans Symbols"/>
              <a:buAutoNum type="arabicParenR"/>
            </a:pPr>
            <a:r>
              <a:rPr b="1" lang="en-US" sz="1400">
                <a:solidFill>
                  <a:schemeClr val="dk1"/>
                </a:solidFill>
                <a:latin typeface="Arial"/>
                <a:ea typeface="Arial"/>
                <a:cs typeface="Arial"/>
                <a:sym typeface="Arial"/>
              </a:rPr>
              <a:t>Close the statement</a:t>
            </a:r>
            <a:endParaRPr/>
          </a:p>
          <a:p>
            <a:pPr indent="-268288" lvl="0" marL="268288" marR="0" rtl="0" algn="l">
              <a:lnSpc>
                <a:spcPct val="60000"/>
              </a:lnSpc>
              <a:spcBef>
                <a:spcPts val="700"/>
              </a:spcBef>
              <a:spcAft>
                <a:spcPts val="0"/>
              </a:spcAft>
              <a:buClr>
                <a:schemeClr val="dk1"/>
              </a:buClr>
              <a:buSzPts val="1400"/>
              <a:buFont typeface="Noto Sans Symbols"/>
              <a:buAutoNum type="arabicParenR"/>
            </a:pPr>
            <a:r>
              <a:rPr b="1" lang="en-US" sz="1400">
                <a:solidFill>
                  <a:schemeClr val="dk1"/>
                </a:solidFill>
                <a:latin typeface="Arial"/>
                <a:ea typeface="Arial"/>
                <a:cs typeface="Arial"/>
                <a:sym typeface="Arial"/>
              </a:rPr>
              <a:t>Close the connection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g3c35de58a8c_0_0"/>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Difference between type 3 &amp; type 4</a:t>
            </a:r>
            <a:endParaRPr/>
          </a:p>
        </p:txBody>
      </p:sp>
      <p:sp>
        <p:nvSpPr>
          <p:cNvPr id="471" name="Google Shape;471;g3c35de58a8c_0_0"/>
          <p:cNvSpPr txBox="1"/>
          <p:nvPr>
            <p:ph idx="1" type="body"/>
          </p:nvPr>
        </p:nvSpPr>
        <p:spPr>
          <a:xfrm>
            <a:off x="457200" y="1600200"/>
            <a:ext cx="8229600" cy="4526100"/>
          </a:xfrm>
          <a:prstGeom prst="rect">
            <a:avLst/>
          </a:prstGeom>
        </p:spPr>
        <p:txBody>
          <a:bodyPr anchorCtr="0" anchor="t" bIns="45700" lIns="91425" spcFirstLastPara="1" rIns="91425" wrap="square" tIns="45700">
            <a:normAutofit fontScale="77500" lnSpcReduction="10000"/>
          </a:bodyPr>
          <a:lstStyle/>
          <a:p>
            <a:pPr indent="0" lvl="0" marL="0" rtl="0" algn="l">
              <a:spcBef>
                <a:spcPts val="360"/>
              </a:spcBef>
              <a:spcAft>
                <a:spcPts val="0"/>
              </a:spcAft>
              <a:buNone/>
            </a:pPr>
            <a:r>
              <a:rPr lang="en-US"/>
              <a:t>Type 3 Driver uses a middleware server to communicate with the database.</a:t>
            </a:r>
            <a:endParaRPr/>
          </a:p>
          <a:p>
            <a:pPr indent="0" lvl="0" marL="0" rtl="0" algn="l">
              <a:spcBef>
                <a:spcPts val="360"/>
              </a:spcBef>
              <a:spcAft>
                <a:spcPts val="0"/>
              </a:spcAft>
              <a:buNone/>
            </a:pPr>
            <a:r>
              <a:rPr lang="en-US"/>
              <a:t>JDBC calls are sent over the network to the middleware, which converts them into database-specific calls.</a:t>
            </a:r>
            <a:endParaRPr/>
          </a:p>
          <a:p>
            <a:pPr indent="0" lvl="0" marL="0" rtl="0" algn="l">
              <a:spcBef>
                <a:spcPts val="360"/>
              </a:spcBef>
              <a:spcAft>
                <a:spcPts val="0"/>
              </a:spcAft>
              <a:buNone/>
            </a:pPr>
            <a:r>
              <a:rPr lang="en-US"/>
              <a:t>It is platform independent but slower due to network overhead.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Type 4 Driver directly converts JDBC calls into database protocol calls.</a:t>
            </a:r>
            <a:endParaRPr/>
          </a:p>
          <a:p>
            <a:pPr indent="0" lvl="0" marL="0" rtl="0" algn="l">
              <a:spcBef>
                <a:spcPts val="360"/>
              </a:spcBef>
              <a:spcAft>
                <a:spcPts val="0"/>
              </a:spcAft>
              <a:buNone/>
            </a:pPr>
            <a:r>
              <a:rPr lang="en-US"/>
              <a:t>It does not require middleware or native libraries.</a:t>
            </a:r>
            <a:endParaRPr/>
          </a:p>
          <a:p>
            <a:pPr indent="0" lvl="0" marL="0" rtl="0" algn="l">
              <a:spcBef>
                <a:spcPts val="360"/>
              </a:spcBef>
              <a:spcAft>
                <a:spcPts val="0"/>
              </a:spcAft>
              <a:buNone/>
            </a:pPr>
            <a:r>
              <a:rPr lang="en-US"/>
              <a:t>It is platform independent and provides the best performance.</a:t>
            </a:r>
            <a:endParaRPr/>
          </a:p>
          <a:p>
            <a:pPr indent="0" lvl="0" marL="0" rtl="0" algn="l">
              <a:spcBef>
                <a:spcPts val="360"/>
              </a:spcBef>
              <a:spcAft>
                <a:spcPts val="0"/>
              </a:spcAft>
              <a:buNone/>
            </a:pPr>
            <a:r>
              <a:rPr lang="en-US"/>
              <a:t>Therefore, Type 4 driver is most commonly used.</a:t>
            </a:r>
            <a:endParaRPr/>
          </a:p>
        </p:txBody>
      </p:sp>
      <p:sp>
        <p:nvSpPr>
          <p:cNvPr id="472" name="Google Shape;472;g3c35de58a8c_0_0"/>
          <p:cNvSpPr txBox="1"/>
          <p:nvPr>
            <p:ph idx="12" type="sldNum"/>
          </p:nvPr>
        </p:nvSpPr>
        <p:spPr>
          <a:xfrm>
            <a:off x="457200" y="6308726"/>
            <a:ext cx="1069800" cy="412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Skeleton Code</a:t>
            </a:r>
            <a:endParaRPr/>
          </a:p>
        </p:txBody>
      </p:sp>
      <p:sp>
        <p:nvSpPr>
          <p:cNvPr id="478" name="Google Shape;478;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rgbClr val="0066FF"/>
              </a:buClr>
              <a:buSzPts val="1600"/>
              <a:buFont typeface="Noto Sans Symbols"/>
              <a:buNone/>
            </a:pPr>
            <a:r>
              <a:rPr lang="en-US" sz="1600">
                <a:solidFill>
                  <a:srgbClr val="0066FF"/>
                </a:solidFill>
                <a:latin typeface="Arial"/>
                <a:ea typeface="Arial"/>
                <a:cs typeface="Arial"/>
                <a:sym typeface="Arial"/>
              </a:rPr>
              <a:t>Class.forName(</a:t>
            </a:r>
            <a:r>
              <a:rPr b="1" lang="en-US" sz="1600">
                <a:solidFill>
                  <a:srgbClr val="FF0066"/>
                </a:solidFill>
                <a:latin typeface="Arial"/>
                <a:ea typeface="Arial"/>
                <a:cs typeface="Arial"/>
                <a:sym typeface="Arial"/>
              </a:rPr>
              <a:t>DRIVERNAME</a:t>
            </a:r>
            <a:r>
              <a:rPr lang="en-US" sz="1600">
                <a:solidFill>
                  <a:srgbClr val="0066FF"/>
                </a:solidFill>
                <a:latin typeface="Arial"/>
                <a:ea typeface="Arial"/>
                <a:cs typeface="Arial"/>
                <a:sym typeface="Arial"/>
              </a:rPr>
              <a:t>);</a:t>
            </a:r>
            <a:endParaRPr/>
          </a:p>
          <a:p>
            <a:pPr indent="-342900" lvl="0" marL="342900" rtl="0" algn="l">
              <a:lnSpc>
                <a:spcPct val="80000"/>
              </a:lnSpc>
              <a:spcBef>
                <a:spcPts val="320"/>
              </a:spcBef>
              <a:spcAft>
                <a:spcPts val="0"/>
              </a:spcAft>
              <a:buClr>
                <a:schemeClr val="dk1"/>
              </a:buClr>
              <a:buSzPts val="1600"/>
              <a:buFont typeface="Noto Sans Symbols"/>
              <a:buNone/>
            </a:pPr>
            <a:r>
              <a:t/>
            </a:r>
            <a:endParaRPr sz="1600">
              <a:solidFill>
                <a:srgbClr val="0066FF"/>
              </a:solidFill>
              <a:latin typeface="Arial"/>
              <a:ea typeface="Arial"/>
              <a:cs typeface="Arial"/>
              <a:sym typeface="Arial"/>
            </a:endParaRPr>
          </a:p>
          <a:p>
            <a:pPr indent="-342900" lvl="0" marL="342900" rtl="0" algn="l">
              <a:lnSpc>
                <a:spcPct val="80000"/>
              </a:lnSpc>
              <a:spcBef>
                <a:spcPts val="320"/>
              </a:spcBef>
              <a:spcAft>
                <a:spcPts val="0"/>
              </a:spcAft>
              <a:buClr>
                <a:schemeClr val="hlink"/>
              </a:buClr>
              <a:buSzPts val="1600"/>
              <a:buFont typeface="Noto Sans Symbols"/>
              <a:buNone/>
            </a:pPr>
            <a:r>
              <a:rPr lang="en-US" sz="1600">
                <a:solidFill>
                  <a:schemeClr val="hlink"/>
                </a:solidFill>
                <a:latin typeface="Arial"/>
                <a:ea typeface="Arial"/>
                <a:cs typeface="Arial"/>
                <a:sym typeface="Arial"/>
              </a:rPr>
              <a:t>Connection con = DriverManager.getConnection(</a:t>
            </a:r>
            <a:endParaRPr/>
          </a:p>
          <a:p>
            <a:pPr indent="-342900" lvl="0" marL="342900" rtl="0" algn="l">
              <a:lnSpc>
                <a:spcPct val="80000"/>
              </a:lnSpc>
              <a:spcBef>
                <a:spcPts val="320"/>
              </a:spcBef>
              <a:spcAft>
                <a:spcPts val="0"/>
              </a:spcAft>
              <a:buClr>
                <a:schemeClr val="hlink"/>
              </a:buClr>
              <a:buSzPts val="1600"/>
              <a:buFont typeface="Noto Sans Symbols"/>
              <a:buNone/>
            </a:pPr>
            <a:r>
              <a:rPr lang="en-US" sz="1600">
                <a:solidFill>
                  <a:schemeClr val="hlink"/>
                </a:solidFill>
                <a:latin typeface="Arial"/>
                <a:ea typeface="Arial"/>
                <a:cs typeface="Arial"/>
                <a:sym typeface="Arial"/>
              </a:rPr>
              <a:t>                             </a:t>
            </a:r>
            <a:r>
              <a:rPr b="1" lang="en-US" sz="1600">
                <a:solidFill>
                  <a:srgbClr val="FF0066"/>
                </a:solidFill>
                <a:latin typeface="Arial"/>
                <a:ea typeface="Arial"/>
                <a:cs typeface="Arial"/>
                <a:sym typeface="Arial"/>
              </a:rPr>
              <a:t>CONNECTIONURL</a:t>
            </a:r>
            <a:r>
              <a:rPr lang="en-US" sz="1600">
                <a:solidFill>
                  <a:schemeClr val="hlink"/>
                </a:solidFill>
                <a:latin typeface="Arial"/>
                <a:ea typeface="Arial"/>
                <a:cs typeface="Arial"/>
                <a:sym typeface="Arial"/>
              </a:rPr>
              <a:t>, </a:t>
            </a:r>
            <a:r>
              <a:rPr b="1" lang="en-US" sz="1600">
                <a:solidFill>
                  <a:srgbClr val="FF0066"/>
                </a:solidFill>
                <a:latin typeface="Arial"/>
                <a:ea typeface="Arial"/>
                <a:cs typeface="Arial"/>
                <a:sym typeface="Arial"/>
              </a:rPr>
              <a:t>DBID</a:t>
            </a:r>
            <a:r>
              <a:rPr lang="en-US" sz="1600">
                <a:solidFill>
                  <a:schemeClr val="hlink"/>
                </a:solidFill>
                <a:latin typeface="Arial"/>
                <a:ea typeface="Arial"/>
                <a:cs typeface="Arial"/>
                <a:sym typeface="Arial"/>
              </a:rPr>
              <a:t>, </a:t>
            </a:r>
            <a:r>
              <a:rPr b="1" lang="en-US" sz="1600">
                <a:solidFill>
                  <a:srgbClr val="FF0066"/>
                </a:solidFill>
                <a:latin typeface="Arial"/>
                <a:ea typeface="Arial"/>
                <a:cs typeface="Arial"/>
                <a:sym typeface="Arial"/>
              </a:rPr>
              <a:t>DBPASSWORD</a:t>
            </a:r>
            <a:r>
              <a:rPr lang="en-US" sz="1600">
                <a:solidFill>
                  <a:schemeClr val="hlink"/>
                </a:solidFill>
                <a:latin typeface="Arial"/>
                <a:ea typeface="Arial"/>
                <a:cs typeface="Arial"/>
                <a:sym typeface="Arial"/>
              </a:rPr>
              <a:t>);</a:t>
            </a:r>
            <a:endParaRPr/>
          </a:p>
          <a:p>
            <a:pPr indent="-342900" lvl="0" marL="342900" rtl="0" algn="l">
              <a:lnSpc>
                <a:spcPct val="80000"/>
              </a:lnSpc>
              <a:spcBef>
                <a:spcPts val="320"/>
              </a:spcBef>
              <a:spcAft>
                <a:spcPts val="0"/>
              </a:spcAft>
              <a:buClr>
                <a:schemeClr val="dk1"/>
              </a:buClr>
              <a:buSzPts val="1600"/>
              <a:buFont typeface="Noto Sans Symbols"/>
              <a:buNone/>
            </a:pPr>
            <a:r>
              <a:t/>
            </a:r>
            <a:endParaRPr sz="1600">
              <a:solidFill>
                <a:schemeClr val="hlink"/>
              </a:solidFill>
              <a:latin typeface="Arial"/>
              <a:ea typeface="Arial"/>
              <a:cs typeface="Arial"/>
              <a:sym typeface="Arial"/>
            </a:endParaRPr>
          </a:p>
          <a:p>
            <a:pPr indent="-342900" lvl="0" marL="342900" rtl="0" algn="l">
              <a:lnSpc>
                <a:spcPct val="80000"/>
              </a:lnSpc>
              <a:spcBef>
                <a:spcPts val="320"/>
              </a:spcBef>
              <a:spcAft>
                <a:spcPts val="0"/>
              </a:spcAft>
              <a:buClr>
                <a:schemeClr val="folHlink"/>
              </a:buClr>
              <a:buSzPts val="1600"/>
              <a:buFont typeface="Noto Sans Symbols"/>
              <a:buNone/>
            </a:pPr>
            <a:r>
              <a:rPr lang="en-US" sz="1600">
                <a:solidFill>
                  <a:schemeClr val="folHlink"/>
                </a:solidFill>
                <a:latin typeface="Arial"/>
                <a:ea typeface="Arial"/>
                <a:cs typeface="Arial"/>
                <a:sym typeface="Arial"/>
              </a:rPr>
              <a:t>Statement stmt = con.createStatement();</a:t>
            </a:r>
            <a:endParaRPr/>
          </a:p>
          <a:p>
            <a:pPr indent="-342900" lvl="0" marL="342900" rtl="0" algn="l">
              <a:lnSpc>
                <a:spcPct val="80000"/>
              </a:lnSpc>
              <a:spcBef>
                <a:spcPts val="320"/>
              </a:spcBef>
              <a:spcAft>
                <a:spcPts val="0"/>
              </a:spcAft>
              <a:buClr>
                <a:schemeClr val="folHlink"/>
              </a:buClr>
              <a:buSzPts val="1600"/>
              <a:buFont typeface="Noto Sans Symbols"/>
              <a:buNone/>
            </a:pPr>
            <a:r>
              <a:rPr lang="en-US" sz="1600">
                <a:solidFill>
                  <a:schemeClr val="folHlink"/>
                </a:solidFill>
                <a:latin typeface="Arial"/>
                <a:ea typeface="Arial"/>
                <a:cs typeface="Arial"/>
                <a:sym typeface="Arial"/>
              </a:rPr>
              <a:t>ResultSet rs = stmt.executeQuery(“SELECT a, b, c FROM member);</a:t>
            </a:r>
            <a:endParaRPr/>
          </a:p>
          <a:p>
            <a:pPr indent="-342900" lvl="0" marL="342900" rtl="0" algn="l">
              <a:lnSpc>
                <a:spcPct val="80000"/>
              </a:lnSpc>
              <a:spcBef>
                <a:spcPts val="320"/>
              </a:spcBef>
              <a:spcAft>
                <a:spcPts val="0"/>
              </a:spcAft>
              <a:buClr>
                <a:schemeClr val="dk1"/>
              </a:buClr>
              <a:buSzPts val="1600"/>
              <a:buFont typeface="Noto Sans Symbols"/>
              <a:buNone/>
            </a:pPr>
            <a:r>
              <a:t/>
            </a:r>
            <a:endParaRPr sz="1600">
              <a:solidFill>
                <a:schemeClr val="folHlink"/>
              </a:solidFill>
              <a:latin typeface="Arial"/>
              <a:ea typeface="Arial"/>
              <a:cs typeface="Arial"/>
              <a:sym typeface="Arial"/>
            </a:endParaRPr>
          </a:p>
          <a:p>
            <a:pPr indent="-342900" lvl="0" marL="342900" rtl="0" algn="l">
              <a:lnSpc>
                <a:spcPct val="80000"/>
              </a:lnSpc>
              <a:spcBef>
                <a:spcPts val="320"/>
              </a:spcBef>
              <a:spcAft>
                <a:spcPts val="0"/>
              </a:spcAft>
              <a:buClr>
                <a:srgbClr val="CC6600"/>
              </a:buClr>
              <a:buSzPts val="1600"/>
              <a:buFont typeface="Noto Sans Symbols"/>
              <a:buNone/>
            </a:pPr>
            <a:r>
              <a:rPr lang="en-US" sz="1600">
                <a:solidFill>
                  <a:srgbClr val="CC6600"/>
                </a:solidFill>
                <a:latin typeface="Arial"/>
                <a:ea typeface="Arial"/>
                <a:cs typeface="Arial"/>
                <a:sym typeface="Arial"/>
              </a:rPr>
              <a:t>While(rs.next())</a:t>
            </a:r>
            <a:endParaRPr/>
          </a:p>
          <a:p>
            <a:pPr indent="-342900" lvl="0" marL="342900" rtl="0" algn="l">
              <a:lnSpc>
                <a:spcPct val="80000"/>
              </a:lnSpc>
              <a:spcBef>
                <a:spcPts val="320"/>
              </a:spcBef>
              <a:spcAft>
                <a:spcPts val="0"/>
              </a:spcAft>
              <a:buClr>
                <a:srgbClr val="CC6600"/>
              </a:buClr>
              <a:buSzPts val="1600"/>
              <a:buFont typeface="Noto Sans Symbols"/>
              <a:buNone/>
            </a:pPr>
            <a:r>
              <a:rPr lang="en-US" sz="1600">
                <a:solidFill>
                  <a:srgbClr val="CC6600"/>
                </a:solidFill>
                <a:latin typeface="Arial"/>
                <a:ea typeface="Arial"/>
                <a:cs typeface="Arial"/>
                <a:sym typeface="Arial"/>
              </a:rPr>
              <a:t>{</a:t>
            </a:r>
            <a:endParaRPr/>
          </a:p>
          <a:p>
            <a:pPr indent="-285750" lvl="1" marL="742950" rtl="0" algn="l">
              <a:lnSpc>
                <a:spcPct val="80000"/>
              </a:lnSpc>
              <a:spcBef>
                <a:spcPts val="320"/>
              </a:spcBef>
              <a:spcAft>
                <a:spcPts val="0"/>
              </a:spcAft>
              <a:buClr>
                <a:srgbClr val="CC6600"/>
              </a:buClr>
              <a:buSzPts val="1600"/>
              <a:buFont typeface="Noto Sans Symbols"/>
              <a:buNone/>
            </a:pPr>
            <a:r>
              <a:rPr lang="en-US" sz="1600">
                <a:solidFill>
                  <a:srgbClr val="CC6600"/>
                </a:solidFill>
                <a:latin typeface="Arial"/>
                <a:ea typeface="Arial"/>
                <a:cs typeface="Arial"/>
                <a:sym typeface="Arial"/>
              </a:rPr>
              <a:t>Int x = rs.getInt(“a”);</a:t>
            </a:r>
            <a:endParaRPr/>
          </a:p>
          <a:p>
            <a:pPr indent="-285750" lvl="1" marL="742950" rtl="0" algn="l">
              <a:lnSpc>
                <a:spcPct val="80000"/>
              </a:lnSpc>
              <a:spcBef>
                <a:spcPts val="320"/>
              </a:spcBef>
              <a:spcAft>
                <a:spcPts val="0"/>
              </a:spcAft>
              <a:buClr>
                <a:srgbClr val="CC6600"/>
              </a:buClr>
              <a:buSzPts val="1600"/>
              <a:buFont typeface="Noto Sans Symbols"/>
              <a:buNone/>
            </a:pPr>
            <a:r>
              <a:rPr lang="en-US" sz="1600">
                <a:solidFill>
                  <a:srgbClr val="CC6600"/>
                </a:solidFill>
                <a:latin typeface="Arial"/>
                <a:ea typeface="Arial"/>
                <a:cs typeface="Arial"/>
                <a:sym typeface="Arial"/>
              </a:rPr>
              <a:t>String s = rs.getString(“b”);</a:t>
            </a:r>
            <a:endParaRPr/>
          </a:p>
          <a:p>
            <a:pPr indent="-285750" lvl="1" marL="742950" rtl="0" algn="l">
              <a:lnSpc>
                <a:spcPct val="80000"/>
              </a:lnSpc>
              <a:spcBef>
                <a:spcPts val="320"/>
              </a:spcBef>
              <a:spcAft>
                <a:spcPts val="0"/>
              </a:spcAft>
              <a:buClr>
                <a:srgbClr val="CC6600"/>
              </a:buClr>
              <a:buSzPts val="1600"/>
              <a:buFont typeface="Noto Sans Symbols"/>
              <a:buNone/>
            </a:pPr>
            <a:r>
              <a:rPr lang="en-US" sz="1600">
                <a:solidFill>
                  <a:srgbClr val="CC6600"/>
                </a:solidFill>
                <a:latin typeface="Arial"/>
                <a:ea typeface="Arial"/>
                <a:cs typeface="Arial"/>
                <a:sym typeface="Arial"/>
              </a:rPr>
              <a:t>Float f = rs.getFloat(“c”);</a:t>
            </a:r>
            <a:endParaRPr/>
          </a:p>
          <a:p>
            <a:pPr indent="-342900" lvl="0" marL="342900" rtl="0" algn="l">
              <a:lnSpc>
                <a:spcPct val="80000"/>
              </a:lnSpc>
              <a:spcBef>
                <a:spcPts val="320"/>
              </a:spcBef>
              <a:spcAft>
                <a:spcPts val="0"/>
              </a:spcAft>
              <a:buClr>
                <a:srgbClr val="CC6600"/>
              </a:buClr>
              <a:buSzPts val="1600"/>
              <a:buFont typeface="Noto Sans Symbols"/>
              <a:buNone/>
            </a:pPr>
            <a:r>
              <a:rPr lang="en-US" sz="1600">
                <a:solidFill>
                  <a:srgbClr val="CC6600"/>
                </a:solidFill>
                <a:latin typeface="Arial"/>
                <a:ea typeface="Arial"/>
                <a:cs typeface="Arial"/>
                <a:sym typeface="Arial"/>
              </a:rPr>
              <a:t>}</a:t>
            </a:r>
            <a:endParaRPr/>
          </a:p>
          <a:p>
            <a:pPr indent="-342900" lvl="0" marL="342900" rtl="0" algn="l">
              <a:lnSpc>
                <a:spcPct val="80000"/>
              </a:lnSpc>
              <a:spcBef>
                <a:spcPts val="320"/>
              </a:spcBef>
              <a:spcAft>
                <a:spcPts val="0"/>
              </a:spcAft>
              <a:buClr>
                <a:schemeClr val="dk1"/>
              </a:buClr>
              <a:buSzPts val="1600"/>
              <a:buFont typeface="Noto Sans Symbols"/>
              <a:buNone/>
            </a:pPr>
            <a:r>
              <a:t/>
            </a:r>
            <a:endParaRPr sz="1600">
              <a:solidFill>
                <a:srgbClr val="CC6600"/>
              </a:solidFill>
              <a:latin typeface="Arial"/>
              <a:ea typeface="Arial"/>
              <a:cs typeface="Arial"/>
              <a:sym typeface="Arial"/>
            </a:endParaRPr>
          </a:p>
          <a:p>
            <a:pPr indent="-342900" lvl="0" marL="342900" rtl="0" algn="l">
              <a:lnSpc>
                <a:spcPct val="80000"/>
              </a:lnSpc>
              <a:spcBef>
                <a:spcPts val="320"/>
              </a:spcBef>
              <a:spcAft>
                <a:spcPts val="0"/>
              </a:spcAft>
              <a:buClr>
                <a:srgbClr val="00CC00"/>
              </a:buClr>
              <a:buSzPts val="1600"/>
              <a:buFont typeface="Noto Sans Symbols"/>
              <a:buNone/>
            </a:pPr>
            <a:r>
              <a:rPr lang="en-US" sz="1600">
                <a:solidFill>
                  <a:srgbClr val="00CC00"/>
                </a:solidFill>
                <a:latin typeface="Arial"/>
                <a:ea typeface="Arial"/>
                <a:cs typeface="Arial"/>
                <a:sym typeface="Arial"/>
              </a:rPr>
              <a:t>rs.close();</a:t>
            </a:r>
            <a:endParaRPr/>
          </a:p>
          <a:p>
            <a:pPr indent="-342900" lvl="0" marL="342900" rtl="0" algn="l">
              <a:lnSpc>
                <a:spcPct val="80000"/>
              </a:lnSpc>
              <a:spcBef>
                <a:spcPts val="320"/>
              </a:spcBef>
              <a:spcAft>
                <a:spcPts val="0"/>
              </a:spcAft>
              <a:buClr>
                <a:srgbClr val="00CC00"/>
              </a:buClr>
              <a:buSzPts val="1600"/>
              <a:buFont typeface="Noto Sans Symbols"/>
              <a:buNone/>
            </a:pPr>
            <a:r>
              <a:rPr lang="en-US" sz="1600">
                <a:solidFill>
                  <a:srgbClr val="00CC00"/>
                </a:solidFill>
                <a:latin typeface="Arial"/>
                <a:ea typeface="Arial"/>
                <a:cs typeface="Arial"/>
                <a:sym typeface="Arial"/>
              </a:rPr>
              <a:t>stmt.close();</a:t>
            </a:r>
            <a:endParaRPr/>
          </a:p>
          <a:p>
            <a:pPr indent="-342900" lvl="0" marL="342900" rtl="0" algn="l">
              <a:lnSpc>
                <a:spcPct val="80000"/>
              </a:lnSpc>
              <a:spcBef>
                <a:spcPts val="320"/>
              </a:spcBef>
              <a:spcAft>
                <a:spcPts val="0"/>
              </a:spcAft>
              <a:buClr>
                <a:srgbClr val="00CC00"/>
              </a:buClr>
              <a:buSzPts val="1600"/>
              <a:buFont typeface="Noto Sans Symbols"/>
              <a:buNone/>
            </a:pPr>
            <a:r>
              <a:rPr lang="en-US" sz="1600">
                <a:solidFill>
                  <a:srgbClr val="00CC00"/>
                </a:solidFill>
                <a:latin typeface="Arial"/>
                <a:ea typeface="Arial"/>
                <a:cs typeface="Arial"/>
                <a:sym typeface="Arial"/>
              </a:rPr>
              <a:t>con.close();</a:t>
            </a:r>
            <a:endParaRPr/>
          </a:p>
        </p:txBody>
      </p:sp>
      <p:grpSp>
        <p:nvGrpSpPr>
          <p:cNvPr id="479" name="Google Shape;479;p20"/>
          <p:cNvGrpSpPr/>
          <p:nvPr/>
        </p:nvGrpSpPr>
        <p:grpSpPr>
          <a:xfrm>
            <a:off x="5159375" y="1401763"/>
            <a:ext cx="3517900" cy="465137"/>
            <a:chOff x="3250" y="883"/>
            <a:chExt cx="2216" cy="293"/>
          </a:xfrm>
        </p:grpSpPr>
        <p:sp>
          <p:nvSpPr>
            <p:cNvPr id="480" name="Google Shape;480;p20"/>
            <p:cNvSpPr/>
            <p:nvPr/>
          </p:nvSpPr>
          <p:spPr>
            <a:xfrm>
              <a:off x="3270" y="904"/>
              <a:ext cx="2196" cy="272"/>
            </a:xfrm>
            <a:prstGeom prst="rect">
              <a:avLst/>
            </a:prstGeom>
            <a:solidFill>
              <a:srgbClr val="969696"/>
            </a:solidFill>
            <a:ln cap="flat" cmpd="sng" w="9525">
              <a:solidFill>
                <a:srgbClr val="969696"/>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rgbClr val="003366"/>
                </a:buClr>
                <a:buSzPts val="2000"/>
                <a:buFont typeface="Noto Sans Symbols"/>
                <a:buNone/>
              </a:pPr>
              <a:r>
                <a:t/>
              </a:r>
              <a:endParaRPr sz="2000">
                <a:solidFill>
                  <a:schemeClr val="dk1"/>
                </a:solidFill>
                <a:latin typeface="Gill Sans"/>
                <a:ea typeface="Gill Sans"/>
                <a:cs typeface="Gill Sans"/>
                <a:sym typeface="Gill Sans"/>
              </a:endParaRPr>
            </a:p>
          </p:txBody>
        </p:sp>
        <p:sp>
          <p:nvSpPr>
            <p:cNvPr id="481" name="Google Shape;481;p20"/>
            <p:cNvSpPr/>
            <p:nvPr/>
          </p:nvSpPr>
          <p:spPr>
            <a:xfrm>
              <a:off x="3250" y="883"/>
              <a:ext cx="2196" cy="27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Loading a JDBC driver</a:t>
              </a:r>
              <a:endParaRPr/>
            </a:p>
          </p:txBody>
        </p:sp>
      </p:grpSp>
      <p:grpSp>
        <p:nvGrpSpPr>
          <p:cNvPr id="482" name="Google Shape;482;p20"/>
          <p:cNvGrpSpPr/>
          <p:nvPr/>
        </p:nvGrpSpPr>
        <p:grpSpPr>
          <a:xfrm>
            <a:off x="6443663" y="2420938"/>
            <a:ext cx="2579687" cy="576262"/>
            <a:chOff x="3288" y="935"/>
            <a:chExt cx="1644" cy="286"/>
          </a:xfrm>
        </p:grpSpPr>
        <p:sp>
          <p:nvSpPr>
            <p:cNvPr id="483" name="Google Shape;483;p20"/>
            <p:cNvSpPr/>
            <p:nvPr/>
          </p:nvSpPr>
          <p:spPr>
            <a:xfrm>
              <a:off x="3308" y="949"/>
              <a:ext cx="1624" cy="272"/>
            </a:xfrm>
            <a:prstGeom prst="rect">
              <a:avLst/>
            </a:prstGeom>
            <a:solidFill>
              <a:srgbClr val="969696"/>
            </a:solidFill>
            <a:ln cap="flat" cmpd="sng" w="9525">
              <a:solidFill>
                <a:srgbClr val="969696"/>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rgbClr val="003366"/>
                </a:buClr>
                <a:buSzPts val="2000"/>
                <a:buFont typeface="Noto Sans Symbols"/>
                <a:buNone/>
              </a:pPr>
              <a:r>
                <a:t/>
              </a:r>
              <a:endParaRPr sz="2000">
                <a:solidFill>
                  <a:schemeClr val="dk1"/>
                </a:solidFill>
                <a:latin typeface="Gill Sans"/>
                <a:ea typeface="Gill Sans"/>
                <a:cs typeface="Gill Sans"/>
                <a:sym typeface="Gill Sans"/>
              </a:endParaRPr>
            </a:p>
          </p:txBody>
        </p:sp>
        <p:sp>
          <p:nvSpPr>
            <p:cNvPr id="484" name="Google Shape;484;p20"/>
            <p:cNvSpPr/>
            <p:nvPr/>
          </p:nvSpPr>
          <p:spPr>
            <a:xfrm>
              <a:off x="3288" y="935"/>
              <a:ext cx="1624" cy="27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Connecting to a database</a:t>
              </a:r>
              <a:endParaRPr/>
            </a:p>
          </p:txBody>
        </p:sp>
      </p:grpSp>
      <p:grpSp>
        <p:nvGrpSpPr>
          <p:cNvPr id="485" name="Google Shape;485;p20"/>
          <p:cNvGrpSpPr/>
          <p:nvPr/>
        </p:nvGrpSpPr>
        <p:grpSpPr>
          <a:xfrm>
            <a:off x="4716463" y="4292600"/>
            <a:ext cx="2519362" cy="465138"/>
            <a:chOff x="3250" y="883"/>
            <a:chExt cx="2216" cy="293"/>
          </a:xfrm>
        </p:grpSpPr>
        <p:sp>
          <p:nvSpPr>
            <p:cNvPr id="486" name="Google Shape;486;p20"/>
            <p:cNvSpPr/>
            <p:nvPr/>
          </p:nvSpPr>
          <p:spPr>
            <a:xfrm>
              <a:off x="3270" y="904"/>
              <a:ext cx="2196" cy="272"/>
            </a:xfrm>
            <a:prstGeom prst="rect">
              <a:avLst/>
            </a:prstGeom>
            <a:solidFill>
              <a:srgbClr val="969696"/>
            </a:solidFill>
            <a:ln cap="flat" cmpd="sng" w="9525">
              <a:solidFill>
                <a:srgbClr val="969696"/>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rgbClr val="003366"/>
                </a:buClr>
                <a:buSzPts val="2000"/>
                <a:buFont typeface="Noto Sans Symbols"/>
                <a:buNone/>
              </a:pPr>
              <a:r>
                <a:t/>
              </a:r>
              <a:endParaRPr sz="2000">
                <a:solidFill>
                  <a:schemeClr val="dk1"/>
                </a:solidFill>
                <a:latin typeface="Gill Sans"/>
                <a:ea typeface="Gill Sans"/>
                <a:cs typeface="Gill Sans"/>
                <a:sym typeface="Gill Sans"/>
              </a:endParaRPr>
            </a:p>
          </p:txBody>
        </p:sp>
        <p:sp>
          <p:nvSpPr>
            <p:cNvPr id="487" name="Google Shape;487;p20"/>
            <p:cNvSpPr/>
            <p:nvPr/>
          </p:nvSpPr>
          <p:spPr>
            <a:xfrm>
              <a:off x="3250" y="883"/>
              <a:ext cx="2196" cy="27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Processing the result set</a:t>
              </a:r>
              <a:endParaRPr/>
            </a:p>
          </p:txBody>
        </p:sp>
      </p:grpSp>
      <p:grpSp>
        <p:nvGrpSpPr>
          <p:cNvPr id="488" name="Google Shape;488;p20"/>
          <p:cNvGrpSpPr/>
          <p:nvPr/>
        </p:nvGrpSpPr>
        <p:grpSpPr>
          <a:xfrm>
            <a:off x="3132138" y="5445125"/>
            <a:ext cx="2376487" cy="465138"/>
            <a:chOff x="3250" y="883"/>
            <a:chExt cx="2216" cy="293"/>
          </a:xfrm>
        </p:grpSpPr>
        <p:sp>
          <p:nvSpPr>
            <p:cNvPr id="489" name="Google Shape;489;p20"/>
            <p:cNvSpPr/>
            <p:nvPr/>
          </p:nvSpPr>
          <p:spPr>
            <a:xfrm>
              <a:off x="3270" y="904"/>
              <a:ext cx="2196" cy="272"/>
            </a:xfrm>
            <a:prstGeom prst="rect">
              <a:avLst/>
            </a:prstGeom>
            <a:solidFill>
              <a:srgbClr val="969696"/>
            </a:solidFill>
            <a:ln cap="flat" cmpd="sng" w="9525">
              <a:solidFill>
                <a:srgbClr val="969696"/>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rgbClr val="003366"/>
                </a:buClr>
                <a:buSzPts val="2000"/>
                <a:buFont typeface="Noto Sans Symbols"/>
                <a:buNone/>
              </a:pPr>
              <a:r>
                <a:t/>
              </a:r>
              <a:endParaRPr sz="2000">
                <a:solidFill>
                  <a:schemeClr val="dk1"/>
                </a:solidFill>
                <a:latin typeface="Gill Sans"/>
                <a:ea typeface="Gill Sans"/>
                <a:cs typeface="Gill Sans"/>
                <a:sym typeface="Gill Sans"/>
              </a:endParaRPr>
            </a:p>
          </p:txBody>
        </p:sp>
        <p:sp>
          <p:nvSpPr>
            <p:cNvPr id="490" name="Google Shape;490;p20"/>
            <p:cNvSpPr/>
            <p:nvPr/>
          </p:nvSpPr>
          <p:spPr>
            <a:xfrm>
              <a:off x="3250" y="883"/>
              <a:ext cx="2196" cy="27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Closing the connections</a:t>
              </a:r>
              <a:endParaRPr/>
            </a:p>
          </p:txBody>
        </p:sp>
      </p:grpSp>
      <p:cxnSp>
        <p:nvCxnSpPr>
          <p:cNvPr id="491" name="Google Shape;491;p20"/>
          <p:cNvCxnSpPr/>
          <p:nvPr/>
        </p:nvCxnSpPr>
        <p:spPr>
          <a:xfrm flipH="1">
            <a:off x="3563938" y="1628775"/>
            <a:ext cx="1584325" cy="71438"/>
          </a:xfrm>
          <a:prstGeom prst="straightConnector1">
            <a:avLst/>
          </a:prstGeom>
          <a:noFill/>
          <a:ln cap="flat" cmpd="sng" w="9525">
            <a:solidFill>
              <a:schemeClr val="dk1"/>
            </a:solidFill>
            <a:prstDash val="solid"/>
            <a:round/>
            <a:headEnd len="med" w="med" type="none"/>
            <a:tailEnd len="lg" w="lg" type="triangle"/>
          </a:ln>
        </p:spPr>
      </p:cxnSp>
      <p:cxnSp>
        <p:nvCxnSpPr>
          <p:cNvPr id="492" name="Google Shape;492;p20"/>
          <p:cNvCxnSpPr/>
          <p:nvPr/>
        </p:nvCxnSpPr>
        <p:spPr>
          <a:xfrm rot="10800000">
            <a:off x="5940425" y="2636838"/>
            <a:ext cx="503238" cy="215900"/>
          </a:xfrm>
          <a:prstGeom prst="straightConnector1">
            <a:avLst/>
          </a:prstGeom>
          <a:noFill/>
          <a:ln cap="flat" cmpd="sng" w="9525">
            <a:solidFill>
              <a:schemeClr val="dk1"/>
            </a:solidFill>
            <a:prstDash val="solid"/>
            <a:round/>
            <a:headEnd len="med" w="med" type="none"/>
            <a:tailEnd len="lg" w="lg" type="triangle"/>
          </a:ln>
        </p:spPr>
      </p:cxnSp>
      <p:cxnSp>
        <p:nvCxnSpPr>
          <p:cNvPr id="493" name="Google Shape;493;p20"/>
          <p:cNvCxnSpPr/>
          <p:nvPr/>
        </p:nvCxnSpPr>
        <p:spPr>
          <a:xfrm rot="10800000">
            <a:off x="4284663" y="3429000"/>
            <a:ext cx="574675" cy="360363"/>
          </a:xfrm>
          <a:prstGeom prst="straightConnector1">
            <a:avLst/>
          </a:prstGeom>
          <a:noFill/>
          <a:ln cap="flat" cmpd="sng" w="9525">
            <a:solidFill>
              <a:schemeClr val="dk1"/>
            </a:solidFill>
            <a:prstDash val="solid"/>
            <a:round/>
            <a:headEnd len="med" w="med" type="none"/>
            <a:tailEnd len="lg" w="lg" type="triangle"/>
          </a:ln>
        </p:spPr>
      </p:cxnSp>
      <p:cxnSp>
        <p:nvCxnSpPr>
          <p:cNvPr id="494" name="Google Shape;494;p20"/>
          <p:cNvCxnSpPr/>
          <p:nvPr/>
        </p:nvCxnSpPr>
        <p:spPr>
          <a:xfrm rot="10800000">
            <a:off x="3563938" y="4437063"/>
            <a:ext cx="1152525" cy="71437"/>
          </a:xfrm>
          <a:prstGeom prst="straightConnector1">
            <a:avLst/>
          </a:prstGeom>
          <a:noFill/>
          <a:ln cap="flat" cmpd="sng" w="9525">
            <a:solidFill>
              <a:schemeClr val="dk1"/>
            </a:solidFill>
            <a:prstDash val="solid"/>
            <a:round/>
            <a:headEnd len="med" w="med" type="none"/>
            <a:tailEnd len="lg" w="lg" type="triangle"/>
          </a:ln>
        </p:spPr>
      </p:cxnSp>
      <p:cxnSp>
        <p:nvCxnSpPr>
          <p:cNvPr id="495" name="Google Shape;495;p20"/>
          <p:cNvCxnSpPr/>
          <p:nvPr/>
        </p:nvCxnSpPr>
        <p:spPr>
          <a:xfrm rot="10800000">
            <a:off x="1692275" y="5516563"/>
            <a:ext cx="1439863" cy="73025"/>
          </a:xfrm>
          <a:prstGeom prst="straightConnector1">
            <a:avLst/>
          </a:prstGeom>
          <a:noFill/>
          <a:ln cap="flat" cmpd="sng" w="9525">
            <a:solidFill>
              <a:schemeClr val="dk1"/>
            </a:solidFill>
            <a:prstDash val="solid"/>
            <a:round/>
            <a:headEnd len="med" w="med" type="none"/>
            <a:tailEnd len="lg" w="lg" type="triangle"/>
          </a:ln>
        </p:spPr>
      </p:cxnSp>
      <p:grpSp>
        <p:nvGrpSpPr>
          <p:cNvPr id="496" name="Google Shape;496;p20"/>
          <p:cNvGrpSpPr/>
          <p:nvPr/>
        </p:nvGrpSpPr>
        <p:grpSpPr>
          <a:xfrm>
            <a:off x="4859338" y="3573463"/>
            <a:ext cx="2305050" cy="465137"/>
            <a:chOff x="3250" y="883"/>
            <a:chExt cx="2216" cy="293"/>
          </a:xfrm>
        </p:grpSpPr>
        <p:sp>
          <p:nvSpPr>
            <p:cNvPr id="497" name="Google Shape;497;p20"/>
            <p:cNvSpPr/>
            <p:nvPr/>
          </p:nvSpPr>
          <p:spPr>
            <a:xfrm>
              <a:off x="3270" y="904"/>
              <a:ext cx="2196" cy="272"/>
            </a:xfrm>
            <a:prstGeom prst="rect">
              <a:avLst/>
            </a:prstGeom>
            <a:solidFill>
              <a:srgbClr val="969696"/>
            </a:solidFill>
            <a:ln cap="flat" cmpd="sng" w="9525">
              <a:solidFill>
                <a:srgbClr val="969696"/>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rgbClr val="003366"/>
                </a:buClr>
                <a:buSzPts val="2000"/>
                <a:buFont typeface="Noto Sans Symbols"/>
                <a:buNone/>
              </a:pPr>
              <a:r>
                <a:t/>
              </a:r>
              <a:endParaRPr sz="2000">
                <a:solidFill>
                  <a:schemeClr val="dk1"/>
                </a:solidFill>
                <a:latin typeface="Gill Sans"/>
                <a:ea typeface="Gill Sans"/>
                <a:cs typeface="Gill Sans"/>
                <a:sym typeface="Gill Sans"/>
              </a:endParaRPr>
            </a:p>
          </p:txBody>
        </p:sp>
        <p:sp>
          <p:nvSpPr>
            <p:cNvPr id="498" name="Google Shape;498;p20"/>
            <p:cNvSpPr/>
            <p:nvPr/>
          </p:nvSpPr>
          <p:spPr>
            <a:xfrm>
              <a:off x="3250" y="883"/>
              <a:ext cx="2196" cy="27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Executing SQL</a:t>
              </a:r>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Step 1 : Loading a JDBC Driver</a:t>
            </a:r>
            <a:endParaRPr/>
          </a:p>
        </p:txBody>
      </p:sp>
      <p:sp>
        <p:nvSpPr>
          <p:cNvPr id="504" name="Google Shape;504;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90000"/>
              </a:lnSpc>
              <a:spcBef>
                <a:spcPts val="0"/>
              </a:spcBef>
              <a:spcAft>
                <a:spcPts val="0"/>
              </a:spcAft>
              <a:buClr>
                <a:schemeClr val="dk1"/>
              </a:buClr>
              <a:buSzPts val="2400"/>
              <a:buChar char="•"/>
            </a:pPr>
            <a:r>
              <a:rPr lang="en-US" sz="2400">
                <a:solidFill>
                  <a:schemeClr val="dk1"/>
                </a:solidFill>
              </a:rPr>
              <a:t>A JDBC driver is needed to connect to a database</a:t>
            </a:r>
            <a:endParaRPr/>
          </a:p>
          <a:p>
            <a:pPr indent="-342900" lvl="0" marL="342900" rtl="0" algn="l">
              <a:lnSpc>
                <a:spcPct val="90000"/>
              </a:lnSpc>
              <a:spcBef>
                <a:spcPts val="480"/>
              </a:spcBef>
              <a:spcAft>
                <a:spcPts val="0"/>
              </a:spcAft>
              <a:buClr>
                <a:schemeClr val="dk1"/>
              </a:buClr>
              <a:buSzPts val="2400"/>
              <a:buChar char="•"/>
            </a:pPr>
            <a:r>
              <a:rPr lang="en-US" sz="2400">
                <a:solidFill>
                  <a:schemeClr val="dk1"/>
                </a:solidFill>
              </a:rPr>
              <a:t>Loading a driver requires the class name of the driver.</a:t>
            </a:r>
            <a:endParaRPr/>
          </a:p>
          <a:p>
            <a:pPr indent="-342900" lvl="0" marL="342900" rtl="0" algn="l">
              <a:lnSpc>
                <a:spcPct val="90000"/>
              </a:lnSpc>
              <a:spcBef>
                <a:spcPts val="360"/>
              </a:spcBef>
              <a:spcAft>
                <a:spcPts val="0"/>
              </a:spcAft>
              <a:buClr>
                <a:schemeClr val="dk1"/>
              </a:buClr>
              <a:buSzPts val="1800"/>
              <a:buFont typeface="Noto Sans Symbols"/>
              <a:buNone/>
            </a:pPr>
            <a:r>
              <a:rPr lang="en-US" sz="1800">
                <a:solidFill>
                  <a:schemeClr val="dk1"/>
                </a:solidFill>
              </a:rPr>
              <a:t>	Ex</a:t>
            </a:r>
            <a:endParaRPr sz="1800"/>
          </a:p>
          <a:p>
            <a:pPr indent="-342900" lvl="0" marL="342900" rtl="0" algn="l">
              <a:lnSpc>
                <a:spcPct val="90000"/>
              </a:lnSpc>
              <a:spcBef>
                <a:spcPts val="360"/>
              </a:spcBef>
              <a:spcAft>
                <a:spcPts val="0"/>
              </a:spcAft>
              <a:buClr>
                <a:schemeClr val="dk1"/>
              </a:buClr>
              <a:buSzPts val="1800"/>
              <a:buFont typeface="Noto Sans Symbols"/>
              <a:buNone/>
            </a:pPr>
            <a:r>
              <a:t/>
            </a:r>
            <a:endParaRPr sz="1800"/>
          </a:p>
          <a:p>
            <a:pPr indent="-342900" lvl="0" marL="342900" rtl="0" algn="l">
              <a:lnSpc>
                <a:spcPct val="90000"/>
              </a:lnSpc>
              <a:spcBef>
                <a:spcPts val="480"/>
              </a:spcBef>
              <a:spcAft>
                <a:spcPts val="0"/>
              </a:spcAft>
              <a:buNone/>
            </a:pPr>
            <a:r>
              <a:rPr i="1" lang="en-US" sz="1800">
                <a:solidFill>
                  <a:schemeClr val="accent1"/>
                </a:solidFill>
              </a:rPr>
              <a:t>com.mysql.cj.jdbc.Driver</a:t>
            </a:r>
            <a:endParaRPr/>
          </a:p>
          <a:p>
            <a:pPr indent="-342900" lvl="0" marL="342900" rtl="0" algn="l">
              <a:lnSpc>
                <a:spcPct val="90000"/>
              </a:lnSpc>
              <a:spcBef>
                <a:spcPts val="480"/>
              </a:spcBef>
              <a:spcAft>
                <a:spcPts val="0"/>
              </a:spcAft>
              <a:buClr>
                <a:schemeClr val="dk1"/>
              </a:buClr>
              <a:buSzPts val="2400"/>
              <a:buChar char="•"/>
            </a:pPr>
            <a:r>
              <a:rPr lang="en-US" sz="2400">
                <a:solidFill>
                  <a:schemeClr val="dk1"/>
                </a:solidFill>
              </a:rPr>
              <a:t>Loading the driver class</a:t>
            </a:r>
            <a:endParaRPr sz="2400">
              <a:solidFill>
                <a:schemeClr val="dk1"/>
              </a:solidFill>
            </a:endParaRPr>
          </a:p>
          <a:p>
            <a:pPr indent="-342900" lvl="0" marL="342900" rtl="0" algn="l">
              <a:lnSpc>
                <a:spcPct val="90000"/>
              </a:lnSpc>
              <a:spcBef>
                <a:spcPts val="480"/>
              </a:spcBef>
              <a:spcAft>
                <a:spcPts val="0"/>
              </a:spcAft>
              <a:buClr>
                <a:schemeClr val="dk1"/>
              </a:buClr>
              <a:buSzPts val="2400"/>
              <a:buFont typeface="Noto Sans Symbols"/>
              <a:buNone/>
            </a:pPr>
            <a:r>
              <a:t/>
            </a:r>
            <a:endParaRPr i="1" sz="2400">
              <a:solidFill>
                <a:schemeClr val="dk1"/>
              </a:solidFill>
            </a:endParaRPr>
          </a:p>
          <a:p>
            <a:pPr indent="-342900" lvl="0" marL="342900" rtl="0" algn="l">
              <a:lnSpc>
                <a:spcPct val="90000"/>
              </a:lnSpc>
              <a:spcBef>
                <a:spcPts val="480"/>
              </a:spcBef>
              <a:spcAft>
                <a:spcPts val="0"/>
              </a:spcAft>
              <a:buClr>
                <a:schemeClr val="dk1"/>
              </a:buClr>
              <a:buSzPts val="2400"/>
              <a:buFont typeface="Noto Sans Symbols"/>
              <a:buNone/>
            </a:pPr>
            <a:r>
              <a:rPr i="1" lang="en-US" sz="2400">
                <a:solidFill>
                  <a:schemeClr val="dk1"/>
                </a:solidFill>
              </a:rPr>
              <a:t>	</a:t>
            </a:r>
            <a:r>
              <a:rPr i="1" lang="en-US" sz="1800">
                <a:solidFill>
                  <a:schemeClr val="accent1"/>
                </a:solidFill>
              </a:rPr>
              <a:t>Class.forName("com.mysql.cj.jdbc.Driver");</a:t>
            </a:r>
            <a:endParaRPr i="1" sz="1800">
              <a:solidFill>
                <a:schemeClr val="accent1"/>
              </a:solidFill>
            </a:endParaRPr>
          </a:p>
          <a:p>
            <a:pPr indent="-342900" lvl="0" marL="342900" rtl="0" algn="l">
              <a:lnSpc>
                <a:spcPct val="90000"/>
              </a:lnSpc>
              <a:spcBef>
                <a:spcPts val="480"/>
              </a:spcBef>
              <a:spcAft>
                <a:spcPts val="0"/>
              </a:spcAft>
              <a:buClr>
                <a:schemeClr val="dk1"/>
              </a:buClr>
              <a:buSzPts val="1100"/>
              <a:buFont typeface="Arial"/>
              <a:buNone/>
            </a:pPr>
            <a:r>
              <a:t/>
            </a:r>
            <a:endParaRPr i="1" sz="1800">
              <a:solidFill>
                <a:schemeClr val="accent1"/>
              </a:solidFill>
            </a:endParaRPr>
          </a:p>
          <a:p>
            <a:pPr indent="-342900" lvl="0" marL="342900" rtl="0" algn="l">
              <a:lnSpc>
                <a:spcPct val="90000"/>
              </a:lnSpc>
              <a:spcBef>
                <a:spcPts val="480"/>
              </a:spcBef>
              <a:spcAft>
                <a:spcPts val="0"/>
              </a:spcAft>
              <a:buClr>
                <a:schemeClr val="dk1"/>
              </a:buClr>
              <a:buSzPts val="2400"/>
              <a:buFont typeface="Noto Sans Symbols"/>
              <a:buNone/>
            </a:pPr>
            <a:r>
              <a:t/>
            </a:r>
            <a:endParaRPr i="1" sz="1800">
              <a:solidFill>
                <a:schemeClr val="accent1"/>
              </a:solidFill>
            </a:endParaRPr>
          </a:p>
          <a:p>
            <a:pPr indent="-190500" lvl="0" marL="342900" rtl="0" algn="l">
              <a:lnSpc>
                <a:spcPct val="90000"/>
              </a:lnSpc>
              <a:spcBef>
                <a:spcPts val="480"/>
              </a:spcBef>
              <a:spcAft>
                <a:spcPts val="0"/>
              </a:spcAft>
              <a:buClr>
                <a:schemeClr val="dk1"/>
              </a:buClr>
              <a:buSzPts val="2400"/>
              <a:buNone/>
            </a:pPr>
            <a:r>
              <a:t/>
            </a:r>
            <a:endParaRPr sz="2400">
              <a:solidFill>
                <a:schemeClr val="accent1"/>
              </a:solidFill>
            </a:endParaRPr>
          </a:p>
          <a:p>
            <a:pPr indent="-342900" lvl="0" marL="342900" rtl="0" algn="l">
              <a:lnSpc>
                <a:spcPct val="90000"/>
              </a:lnSpc>
              <a:spcBef>
                <a:spcPts val="480"/>
              </a:spcBef>
              <a:spcAft>
                <a:spcPts val="0"/>
              </a:spcAft>
              <a:buClr>
                <a:schemeClr val="dk1"/>
              </a:buClr>
              <a:buSzPts val="2400"/>
              <a:buChar char="•"/>
            </a:pPr>
            <a:r>
              <a:rPr lang="en-US" sz="2400">
                <a:solidFill>
                  <a:schemeClr val="dk1"/>
                </a:solidFill>
              </a:rPr>
              <a:t>It is possible to load several drivers.</a:t>
            </a:r>
            <a:endParaRPr/>
          </a:p>
          <a:p>
            <a:pPr indent="-342900" lvl="0" marL="342900" rtl="0" algn="l">
              <a:lnSpc>
                <a:spcPct val="90000"/>
              </a:lnSpc>
              <a:spcBef>
                <a:spcPts val="480"/>
              </a:spcBef>
              <a:spcAft>
                <a:spcPts val="0"/>
              </a:spcAft>
              <a:buClr>
                <a:schemeClr val="dk1"/>
              </a:buClr>
              <a:buSzPts val="2400"/>
              <a:buChar char="•"/>
            </a:pPr>
            <a:r>
              <a:rPr lang="en-US" sz="2400">
                <a:solidFill>
                  <a:schemeClr val="dk1"/>
                </a:solidFill>
              </a:rPr>
              <a:t>The class </a:t>
            </a:r>
            <a:r>
              <a:rPr i="1" lang="en-US" sz="2400">
                <a:solidFill>
                  <a:schemeClr val="dk1"/>
                </a:solidFill>
              </a:rPr>
              <a:t>DriverManager </a:t>
            </a:r>
            <a:r>
              <a:rPr lang="en-US" sz="2400">
                <a:solidFill>
                  <a:schemeClr val="dk1"/>
                </a:solidFill>
              </a:rPr>
              <a:t>manages the loaded driver(s)</a:t>
            </a:r>
            <a:endParaRPr sz="24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lang="en-US" sz="3200"/>
              <a:t>Step 2 : Connecting to a Database (1/2)</a:t>
            </a:r>
            <a:endParaRPr/>
          </a:p>
        </p:txBody>
      </p:sp>
      <p:sp>
        <p:nvSpPr>
          <p:cNvPr id="510" name="Google Shape;510;p22"/>
          <p:cNvSpPr txBox="1"/>
          <p:nvPr>
            <p:ph idx="1" type="body"/>
          </p:nvPr>
        </p:nvSpPr>
        <p:spPr>
          <a:xfrm>
            <a:off x="482550" y="1087975"/>
            <a:ext cx="8178900" cy="2549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solidFill>
                  <a:schemeClr val="dk1"/>
                </a:solidFill>
              </a:rPr>
              <a:t>JDBC URL for a database</a:t>
            </a:r>
            <a:endParaRPr/>
          </a:p>
          <a:p>
            <a:pPr indent="-285750" lvl="1" marL="742950" rtl="0" algn="l">
              <a:spcBef>
                <a:spcPts val="560"/>
              </a:spcBef>
              <a:spcAft>
                <a:spcPts val="0"/>
              </a:spcAft>
              <a:buClr>
                <a:schemeClr val="dk1"/>
              </a:buClr>
              <a:buSzPts val="2800"/>
              <a:buChar char="–"/>
            </a:pPr>
            <a:r>
              <a:rPr lang="en-US">
                <a:solidFill>
                  <a:schemeClr val="dk1"/>
                </a:solidFill>
              </a:rPr>
              <a:t>Identifies the database to be connected</a:t>
            </a:r>
            <a:endParaRPr>
              <a:solidFill>
                <a:schemeClr val="dk1"/>
              </a:solidFill>
            </a:endParaRPr>
          </a:p>
          <a:p>
            <a:pPr indent="-285750" lvl="1" marL="742950" rtl="0" algn="l">
              <a:spcBef>
                <a:spcPts val="560"/>
              </a:spcBef>
              <a:spcAft>
                <a:spcPts val="0"/>
              </a:spcAft>
              <a:buClr>
                <a:schemeClr val="dk1"/>
              </a:buClr>
              <a:buSzPts val="2800"/>
              <a:buChar char="–"/>
            </a:pPr>
            <a:r>
              <a:rPr lang="en-US">
                <a:solidFill>
                  <a:schemeClr val="dk1"/>
                </a:solidFill>
              </a:rPr>
              <a:t>Consists of three-part:</a:t>
            </a:r>
            <a:endParaRPr/>
          </a:p>
          <a:p>
            <a:pPr indent="-285750" lvl="1" marL="742950" rtl="0" algn="ctr">
              <a:spcBef>
                <a:spcPts val="560"/>
              </a:spcBef>
              <a:spcAft>
                <a:spcPts val="0"/>
              </a:spcAft>
              <a:buClr>
                <a:schemeClr val="folHlink"/>
              </a:buClr>
              <a:buSzPts val="2800"/>
              <a:buFont typeface="Noto Sans Symbols"/>
              <a:buNone/>
            </a:pPr>
            <a:r>
              <a:rPr lang="en-US">
                <a:solidFill>
                  <a:schemeClr val="folHlink"/>
                </a:solidFill>
                <a:latin typeface="Arial"/>
                <a:ea typeface="Arial"/>
                <a:cs typeface="Arial"/>
                <a:sym typeface="Arial"/>
              </a:rPr>
              <a:t>jdbc:&lt;subprotocol&gt;:&lt;subname&gt;</a:t>
            </a:r>
            <a:endParaRPr>
              <a:solidFill>
                <a:schemeClr val="folHlink"/>
              </a:solidFill>
              <a:latin typeface="Arial"/>
              <a:ea typeface="Arial"/>
              <a:cs typeface="Arial"/>
              <a:sym typeface="Arial"/>
            </a:endParaRPr>
          </a:p>
        </p:txBody>
      </p:sp>
      <p:cxnSp>
        <p:nvCxnSpPr>
          <p:cNvPr id="511" name="Google Shape;511;p22"/>
          <p:cNvCxnSpPr/>
          <p:nvPr/>
        </p:nvCxnSpPr>
        <p:spPr>
          <a:xfrm flipH="1" rot="10800000">
            <a:off x="2099825" y="3224513"/>
            <a:ext cx="647700" cy="216000"/>
          </a:xfrm>
          <a:prstGeom prst="straightConnector1">
            <a:avLst/>
          </a:prstGeom>
          <a:noFill/>
          <a:ln cap="flat" cmpd="sng" w="9525">
            <a:solidFill>
              <a:schemeClr val="dk1"/>
            </a:solidFill>
            <a:prstDash val="solid"/>
            <a:round/>
            <a:headEnd len="med" w="med" type="none"/>
            <a:tailEnd len="lg" w="lg" type="triangle"/>
          </a:ln>
        </p:spPr>
      </p:cxnSp>
      <p:grpSp>
        <p:nvGrpSpPr>
          <p:cNvPr id="512" name="Google Shape;512;p22"/>
          <p:cNvGrpSpPr/>
          <p:nvPr/>
        </p:nvGrpSpPr>
        <p:grpSpPr>
          <a:xfrm>
            <a:off x="659150" y="3428996"/>
            <a:ext cx="2560300" cy="1290625"/>
            <a:chOff x="476" y="2886"/>
            <a:chExt cx="1224" cy="617"/>
          </a:xfrm>
        </p:grpSpPr>
        <p:sp>
          <p:nvSpPr>
            <p:cNvPr id="513" name="Google Shape;513;p22"/>
            <p:cNvSpPr txBox="1"/>
            <p:nvPr/>
          </p:nvSpPr>
          <p:spPr>
            <a:xfrm>
              <a:off x="500" y="2903"/>
              <a:ext cx="1200" cy="600"/>
            </a:xfrm>
            <a:prstGeom prst="rect">
              <a:avLst/>
            </a:prstGeom>
            <a:solidFill>
              <a:srgbClr val="C0C0C0"/>
            </a:solidFill>
            <a:ln cap="flat" cmpd="sng" w="16725">
              <a:solidFill>
                <a:srgbClr val="C0C0C0"/>
              </a:solidFill>
              <a:prstDash val="solid"/>
              <a:miter lim="800000"/>
              <a:headEnd len="sm" w="sm" type="none"/>
              <a:tailEnd len="sm" w="sm" type="none"/>
            </a:ln>
          </p:spPr>
          <p:txBody>
            <a:bodyPr anchorCtr="0" anchor="t" bIns="60225" lIns="120475" spcFirstLastPara="1" rIns="120475" wrap="square" tIns="60225">
              <a:spAutoFit/>
            </a:bodyPr>
            <a:lstStyle/>
            <a:p>
              <a:pPr indent="0" lvl="0" marL="0" marR="0" rtl="0" algn="ctr">
                <a:spcBef>
                  <a:spcPts val="0"/>
                </a:spcBef>
                <a:spcAft>
                  <a:spcPts val="0"/>
                </a:spcAft>
                <a:buClr>
                  <a:schemeClr val="dk1"/>
                </a:buClr>
                <a:buSzPts val="2372"/>
                <a:buFont typeface="Noto Sans Symbols"/>
                <a:buNone/>
              </a:pPr>
              <a:r>
                <a:rPr lang="en-US" sz="2371">
                  <a:solidFill>
                    <a:schemeClr val="dk1"/>
                  </a:solidFill>
                  <a:latin typeface="Arial Narrow"/>
                  <a:ea typeface="Arial Narrow"/>
                  <a:cs typeface="Arial Narrow"/>
                  <a:sym typeface="Arial Narrow"/>
                </a:rPr>
                <a:t>Protocol: JDBC is the only protocol in JDBC</a:t>
              </a:r>
              <a:endParaRPr sz="1844"/>
            </a:p>
          </p:txBody>
        </p:sp>
        <p:sp>
          <p:nvSpPr>
            <p:cNvPr id="514" name="Google Shape;514;p22"/>
            <p:cNvSpPr txBox="1"/>
            <p:nvPr/>
          </p:nvSpPr>
          <p:spPr>
            <a:xfrm>
              <a:off x="476" y="2886"/>
              <a:ext cx="1200" cy="600"/>
            </a:xfrm>
            <a:prstGeom prst="rect">
              <a:avLst/>
            </a:prstGeom>
            <a:solidFill>
              <a:schemeClr val="lt1"/>
            </a:solidFill>
            <a:ln cap="flat" cmpd="sng" w="16725">
              <a:solidFill>
                <a:schemeClr val="dk1"/>
              </a:solidFill>
              <a:prstDash val="solid"/>
              <a:miter lim="800000"/>
              <a:headEnd len="sm" w="sm" type="none"/>
              <a:tailEnd len="sm" w="sm" type="none"/>
            </a:ln>
          </p:spPr>
          <p:txBody>
            <a:bodyPr anchorCtr="0" anchor="t" bIns="60225" lIns="120475" spcFirstLastPara="1" rIns="120475" wrap="square" tIns="60225">
              <a:spAutoFit/>
            </a:bodyPr>
            <a:lstStyle/>
            <a:p>
              <a:pPr indent="0" lvl="0" marL="0" marR="0" rtl="0" algn="ctr">
                <a:spcBef>
                  <a:spcPts val="0"/>
                </a:spcBef>
                <a:spcAft>
                  <a:spcPts val="0"/>
                </a:spcAft>
                <a:buClr>
                  <a:schemeClr val="dk1"/>
                </a:buClr>
                <a:buSzPts val="2372"/>
                <a:buFont typeface="Noto Sans Symbols"/>
                <a:buNone/>
              </a:pPr>
              <a:r>
                <a:rPr lang="en-US" sz="2371">
                  <a:solidFill>
                    <a:schemeClr val="dk1"/>
                  </a:solidFill>
                  <a:latin typeface="Arial Narrow"/>
                  <a:ea typeface="Arial Narrow"/>
                  <a:cs typeface="Arial Narrow"/>
                  <a:sym typeface="Arial Narrow"/>
                </a:rPr>
                <a:t>Protocol: JDBC is the only protocol in JDBC</a:t>
              </a:r>
              <a:endParaRPr sz="1844"/>
            </a:p>
          </p:txBody>
        </p:sp>
      </p:grpSp>
      <p:cxnSp>
        <p:nvCxnSpPr>
          <p:cNvPr id="515" name="Google Shape;515;p22"/>
          <p:cNvCxnSpPr/>
          <p:nvPr/>
        </p:nvCxnSpPr>
        <p:spPr>
          <a:xfrm rot="10800000">
            <a:off x="4216400" y="3462338"/>
            <a:ext cx="0" cy="504825"/>
          </a:xfrm>
          <a:prstGeom prst="straightConnector1">
            <a:avLst/>
          </a:prstGeom>
          <a:noFill/>
          <a:ln cap="flat" cmpd="sng" w="9525">
            <a:solidFill>
              <a:schemeClr val="dk1"/>
            </a:solidFill>
            <a:prstDash val="solid"/>
            <a:round/>
            <a:headEnd len="med" w="med" type="none"/>
            <a:tailEnd len="lg" w="lg" type="triangle"/>
          </a:ln>
        </p:spPr>
      </p:cxnSp>
      <p:cxnSp>
        <p:nvCxnSpPr>
          <p:cNvPr id="516" name="Google Shape;516;p22"/>
          <p:cNvCxnSpPr/>
          <p:nvPr/>
        </p:nvCxnSpPr>
        <p:spPr>
          <a:xfrm rot="10800000">
            <a:off x="5943600" y="3535363"/>
            <a:ext cx="720725" cy="287337"/>
          </a:xfrm>
          <a:prstGeom prst="straightConnector1">
            <a:avLst/>
          </a:prstGeom>
          <a:noFill/>
          <a:ln cap="flat" cmpd="sng" w="9525">
            <a:solidFill>
              <a:schemeClr val="dk1"/>
            </a:solidFill>
            <a:prstDash val="solid"/>
            <a:round/>
            <a:headEnd len="med" w="med" type="none"/>
            <a:tailEnd len="lg" w="lg" type="triangle"/>
          </a:ln>
        </p:spPr>
      </p:cxnSp>
      <p:grpSp>
        <p:nvGrpSpPr>
          <p:cNvPr id="517" name="Google Shape;517;p22"/>
          <p:cNvGrpSpPr/>
          <p:nvPr/>
        </p:nvGrpSpPr>
        <p:grpSpPr>
          <a:xfrm>
            <a:off x="5224463" y="3751263"/>
            <a:ext cx="3379787" cy="955675"/>
            <a:chOff x="3497" y="2822"/>
            <a:chExt cx="2129" cy="602"/>
          </a:xfrm>
        </p:grpSpPr>
        <p:sp>
          <p:nvSpPr>
            <p:cNvPr id="518" name="Google Shape;518;p22"/>
            <p:cNvSpPr txBox="1"/>
            <p:nvPr/>
          </p:nvSpPr>
          <p:spPr>
            <a:xfrm>
              <a:off x="3514" y="2839"/>
              <a:ext cx="2112" cy="585"/>
            </a:xfrm>
            <a:prstGeom prst="rect">
              <a:avLst/>
            </a:prstGeom>
            <a:solidFill>
              <a:srgbClr val="C0C0C0"/>
            </a:solidFill>
            <a:ln cap="flat" cmpd="sng" w="12700">
              <a:solidFill>
                <a:srgbClr val="C0C0C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800"/>
                <a:buFont typeface="Noto Sans Symbols"/>
                <a:buNone/>
              </a:pPr>
              <a:r>
                <a:rPr lang="en-US" sz="1800">
                  <a:solidFill>
                    <a:schemeClr val="dk1"/>
                  </a:solidFill>
                  <a:latin typeface="Arial Narrow"/>
                  <a:ea typeface="Arial Narrow"/>
                  <a:cs typeface="Arial Narrow"/>
                  <a:sym typeface="Arial Narrow"/>
                </a:rPr>
                <a:t>Subname: indicates the </a:t>
              </a:r>
              <a:r>
                <a:rPr b="1" lang="en-US" sz="1800">
                  <a:solidFill>
                    <a:schemeClr val="dk1"/>
                  </a:solidFill>
                  <a:latin typeface="Arial Narrow"/>
                  <a:ea typeface="Arial Narrow"/>
                  <a:cs typeface="Arial Narrow"/>
                  <a:sym typeface="Arial Narrow"/>
                </a:rPr>
                <a:t>location</a:t>
              </a:r>
              <a:r>
                <a:rPr lang="en-US" sz="1800">
                  <a:solidFill>
                    <a:schemeClr val="dk1"/>
                  </a:solidFill>
                  <a:latin typeface="Arial Narrow"/>
                  <a:ea typeface="Arial Narrow"/>
                  <a:cs typeface="Arial Narrow"/>
                  <a:sym typeface="Arial Narrow"/>
                </a:rPr>
                <a:t> and </a:t>
              </a:r>
              <a:r>
                <a:rPr b="1" lang="en-US" sz="1800">
                  <a:solidFill>
                    <a:schemeClr val="dk1"/>
                  </a:solidFill>
                  <a:latin typeface="Arial Narrow"/>
                  <a:ea typeface="Arial Narrow"/>
                  <a:cs typeface="Arial Narrow"/>
                  <a:sym typeface="Arial Narrow"/>
                </a:rPr>
                <a:t>name</a:t>
              </a:r>
              <a:r>
                <a:rPr lang="en-US" sz="1800">
                  <a:solidFill>
                    <a:schemeClr val="dk1"/>
                  </a:solidFill>
                  <a:latin typeface="Arial Narrow"/>
                  <a:ea typeface="Arial Narrow"/>
                  <a:cs typeface="Arial Narrow"/>
                  <a:sym typeface="Arial Narrow"/>
                </a:rPr>
                <a:t> of the database to be accessed. </a:t>
              </a:r>
              <a:r>
                <a:rPr b="1" lang="en-US" sz="1800">
                  <a:solidFill>
                    <a:schemeClr val="dk1"/>
                  </a:solidFill>
                  <a:latin typeface="Arial Narrow"/>
                  <a:ea typeface="Arial Narrow"/>
                  <a:cs typeface="Arial Narrow"/>
                  <a:sym typeface="Arial Narrow"/>
                </a:rPr>
                <a:t>Syntax is driver specific</a:t>
              </a:r>
              <a:endParaRPr/>
            </a:p>
          </p:txBody>
        </p:sp>
        <p:sp>
          <p:nvSpPr>
            <p:cNvPr id="519" name="Google Shape;519;p22"/>
            <p:cNvSpPr txBox="1"/>
            <p:nvPr/>
          </p:nvSpPr>
          <p:spPr>
            <a:xfrm>
              <a:off x="3497" y="2822"/>
              <a:ext cx="2112" cy="585"/>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800"/>
                <a:buFont typeface="Noto Sans Symbols"/>
                <a:buNone/>
              </a:pPr>
              <a:r>
                <a:rPr lang="en-US" sz="1800">
                  <a:solidFill>
                    <a:schemeClr val="dk1"/>
                  </a:solidFill>
                  <a:latin typeface="Arial Narrow"/>
                  <a:ea typeface="Arial Narrow"/>
                  <a:cs typeface="Arial Narrow"/>
                  <a:sym typeface="Arial Narrow"/>
                </a:rPr>
                <a:t>Subname: indicates the </a:t>
              </a:r>
              <a:r>
                <a:rPr b="1" lang="en-US" sz="1800">
                  <a:solidFill>
                    <a:schemeClr val="dk1"/>
                  </a:solidFill>
                  <a:latin typeface="Arial Narrow"/>
                  <a:ea typeface="Arial Narrow"/>
                  <a:cs typeface="Arial Narrow"/>
                  <a:sym typeface="Arial Narrow"/>
                </a:rPr>
                <a:t>location</a:t>
              </a:r>
              <a:r>
                <a:rPr lang="en-US" sz="1800">
                  <a:solidFill>
                    <a:schemeClr val="dk1"/>
                  </a:solidFill>
                  <a:latin typeface="Arial Narrow"/>
                  <a:ea typeface="Arial Narrow"/>
                  <a:cs typeface="Arial Narrow"/>
                  <a:sym typeface="Arial Narrow"/>
                </a:rPr>
                <a:t> and </a:t>
              </a:r>
              <a:r>
                <a:rPr b="1" lang="en-US" sz="1800">
                  <a:solidFill>
                    <a:schemeClr val="dk1"/>
                  </a:solidFill>
                  <a:latin typeface="Arial Narrow"/>
                  <a:ea typeface="Arial Narrow"/>
                  <a:cs typeface="Arial Narrow"/>
                  <a:sym typeface="Arial Narrow"/>
                </a:rPr>
                <a:t>name</a:t>
              </a:r>
              <a:r>
                <a:rPr lang="en-US" sz="1800">
                  <a:solidFill>
                    <a:schemeClr val="dk1"/>
                  </a:solidFill>
                  <a:latin typeface="Arial Narrow"/>
                  <a:ea typeface="Arial Narrow"/>
                  <a:cs typeface="Arial Narrow"/>
                  <a:sym typeface="Arial Narrow"/>
                </a:rPr>
                <a:t> of the database to be accessed. </a:t>
              </a:r>
              <a:r>
                <a:rPr b="1" lang="en-US" sz="1800">
                  <a:solidFill>
                    <a:schemeClr val="dk1"/>
                  </a:solidFill>
                  <a:latin typeface="Arial Narrow"/>
                  <a:ea typeface="Arial Narrow"/>
                  <a:cs typeface="Arial Narrow"/>
                  <a:sym typeface="Arial Narrow"/>
                </a:rPr>
                <a:t>Syntax is driver specific</a:t>
              </a:r>
              <a:endParaRPr/>
            </a:p>
          </p:txBody>
        </p:sp>
      </p:grpSp>
      <p:grpSp>
        <p:nvGrpSpPr>
          <p:cNvPr id="520" name="Google Shape;520;p22"/>
          <p:cNvGrpSpPr/>
          <p:nvPr/>
        </p:nvGrpSpPr>
        <p:grpSpPr>
          <a:xfrm>
            <a:off x="3482975" y="3713163"/>
            <a:ext cx="1485900" cy="1230312"/>
            <a:chOff x="2146" y="2726"/>
            <a:chExt cx="936" cy="775"/>
          </a:xfrm>
        </p:grpSpPr>
        <p:sp>
          <p:nvSpPr>
            <p:cNvPr id="521" name="Google Shape;521;p22"/>
            <p:cNvSpPr txBox="1"/>
            <p:nvPr/>
          </p:nvSpPr>
          <p:spPr>
            <a:xfrm>
              <a:off x="2170" y="2743"/>
              <a:ext cx="912" cy="758"/>
            </a:xfrm>
            <a:prstGeom prst="rect">
              <a:avLst/>
            </a:prstGeom>
            <a:solidFill>
              <a:srgbClr val="C0C0C0"/>
            </a:solidFill>
            <a:ln cap="flat" cmpd="sng" w="12700">
              <a:solidFill>
                <a:srgbClr val="C0C0C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800"/>
                <a:buFont typeface="Noto Sans Symbols"/>
                <a:buNone/>
              </a:pPr>
              <a:r>
                <a:rPr lang="en-US" sz="1800">
                  <a:solidFill>
                    <a:schemeClr val="dk1"/>
                  </a:solidFill>
                  <a:latin typeface="Arial Narrow"/>
                  <a:ea typeface="Arial Narrow"/>
                  <a:cs typeface="Arial Narrow"/>
                  <a:sym typeface="Arial Narrow"/>
                </a:rPr>
                <a:t>Sub-protocol: identifies a database driver</a:t>
              </a:r>
              <a:endParaRPr/>
            </a:p>
          </p:txBody>
        </p:sp>
        <p:sp>
          <p:nvSpPr>
            <p:cNvPr id="522" name="Google Shape;522;p22"/>
            <p:cNvSpPr txBox="1"/>
            <p:nvPr/>
          </p:nvSpPr>
          <p:spPr>
            <a:xfrm>
              <a:off x="2146" y="2726"/>
              <a:ext cx="912" cy="758"/>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800"/>
                <a:buFont typeface="Noto Sans Symbols"/>
                <a:buNone/>
              </a:pPr>
              <a:r>
                <a:rPr lang="en-US" sz="1800">
                  <a:solidFill>
                    <a:schemeClr val="dk1"/>
                  </a:solidFill>
                  <a:latin typeface="Arial Narrow"/>
                  <a:ea typeface="Arial Narrow"/>
                  <a:cs typeface="Arial Narrow"/>
                  <a:sym typeface="Arial Narrow"/>
                </a:rPr>
                <a:t>Sub-protocol: identifies a database driver</a:t>
              </a:r>
              <a:endParaRPr/>
            </a:p>
          </p:txBody>
        </p:sp>
      </p:grpSp>
      <p:sp>
        <p:nvSpPr>
          <p:cNvPr id="523" name="Google Shape;523;p22"/>
          <p:cNvSpPr txBox="1"/>
          <p:nvPr/>
        </p:nvSpPr>
        <p:spPr>
          <a:xfrm>
            <a:off x="746050" y="5019263"/>
            <a:ext cx="7858200" cy="981000"/>
          </a:xfrm>
          <a:prstGeom prst="rect">
            <a:avLst/>
          </a:prstGeom>
          <a:noFill/>
          <a:ln>
            <a:noFill/>
          </a:ln>
        </p:spPr>
        <p:txBody>
          <a:bodyPr anchorCtr="0" anchor="t" bIns="46800" lIns="90000" spcFirstLastPara="1" rIns="90000" wrap="square" tIns="46800">
            <a:spAutoFit/>
          </a:bodyPr>
          <a:lstStyle/>
          <a:p>
            <a:pPr indent="0" lvl="0" marL="0" marR="0" rtl="0" algn="l">
              <a:lnSpc>
                <a:spcPct val="90000"/>
              </a:lnSpc>
              <a:spcBef>
                <a:spcPts val="0"/>
              </a:spcBef>
              <a:spcAft>
                <a:spcPts val="0"/>
              </a:spcAft>
              <a:buClr>
                <a:schemeClr val="dk1"/>
              </a:buClr>
              <a:buSzPts val="1600"/>
              <a:buFont typeface="Noto Sans Symbols"/>
              <a:buNone/>
            </a:pPr>
            <a:r>
              <a:rPr lang="en-US" sz="1600">
                <a:solidFill>
                  <a:schemeClr val="dk1"/>
                </a:solidFill>
                <a:latin typeface="Gill Sans"/>
                <a:ea typeface="Gill Sans"/>
                <a:cs typeface="Gill Sans"/>
                <a:sym typeface="Gill Sans"/>
              </a:rPr>
              <a:t>Ex) </a:t>
            </a:r>
            <a:r>
              <a:rPr lang="en-US" sz="1600">
                <a:solidFill>
                  <a:schemeClr val="dk1"/>
                </a:solidFill>
                <a:latin typeface="Gill Sans"/>
                <a:ea typeface="Gill Sans"/>
                <a:cs typeface="Gill Sans"/>
                <a:sym typeface="Gill Sans"/>
              </a:rPr>
              <a:t> // 2. Establish Connection</a:t>
            </a:r>
            <a:endParaRPr sz="1600">
              <a:solidFill>
                <a:schemeClr val="dk1"/>
              </a:solidFill>
              <a:latin typeface="Gill Sans"/>
              <a:ea typeface="Gill Sans"/>
              <a:cs typeface="Gill Sans"/>
              <a:sym typeface="Gill Sans"/>
            </a:endParaRPr>
          </a:p>
          <a:p>
            <a:pPr indent="0" lvl="0" marL="0" marR="0" rtl="0" algn="l">
              <a:lnSpc>
                <a:spcPct val="90000"/>
              </a:lnSpc>
              <a:spcBef>
                <a:spcPts val="0"/>
              </a:spcBef>
              <a:spcAft>
                <a:spcPts val="0"/>
              </a:spcAft>
              <a:buClr>
                <a:schemeClr val="dk1"/>
              </a:buClr>
              <a:buSzPts val="1600"/>
              <a:buFont typeface="Noto Sans Symbols"/>
              <a:buNone/>
            </a:pPr>
            <a:r>
              <a:rPr lang="en-US" sz="1600">
                <a:solidFill>
                  <a:schemeClr val="dk1"/>
                </a:solidFill>
                <a:latin typeface="Gill Sans"/>
                <a:ea typeface="Gill Sans"/>
                <a:cs typeface="Gill Sans"/>
                <a:sym typeface="Gill Sans"/>
              </a:rPr>
              <a:t>Connection con = DriverManager.getConnection(</a:t>
            </a:r>
            <a:endParaRPr sz="1600">
              <a:solidFill>
                <a:schemeClr val="dk1"/>
              </a:solidFill>
              <a:latin typeface="Gill Sans"/>
              <a:ea typeface="Gill Sans"/>
              <a:cs typeface="Gill Sans"/>
              <a:sym typeface="Gill Sans"/>
            </a:endParaRPr>
          </a:p>
          <a:p>
            <a:pPr indent="0" lvl="0" marL="0" rtl="0" algn="l">
              <a:lnSpc>
                <a:spcPct val="90000"/>
              </a:lnSpc>
              <a:spcBef>
                <a:spcPts val="0"/>
              </a:spcBef>
              <a:spcAft>
                <a:spcPts val="0"/>
              </a:spcAft>
              <a:buClr>
                <a:schemeClr val="dk1"/>
              </a:buClr>
              <a:buSzPts val="1100"/>
              <a:buFont typeface="Arial"/>
              <a:buNone/>
            </a:pPr>
            <a:r>
              <a:rPr lang="en-US" sz="1600">
                <a:solidFill>
                  <a:schemeClr val="dk1"/>
                </a:solidFill>
                <a:latin typeface="Gill Sans"/>
                <a:ea typeface="Gill Sans"/>
                <a:cs typeface="Gill Sans"/>
                <a:sym typeface="Gill Sans"/>
              </a:rPr>
              <a:t>	                    "jdbc:mysql://localhost:3306/college",  "root",   "Mysql@1234" );</a:t>
            </a:r>
            <a:endParaRPr sz="1600">
              <a:solidFill>
                <a:schemeClr val="dk1"/>
              </a:solidFill>
              <a:latin typeface="Gill Sans"/>
              <a:ea typeface="Gill Sans"/>
              <a:cs typeface="Gill Sans"/>
              <a:sym typeface="Gill Sans"/>
            </a:endParaRPr>
          </a:p>
          <a:p>
            <a:pPr indent="0" lvl="0" marL="0" marR="0" rtl="0" algn="l">
              <a:lnSpc>
                <a:spcPct val="90000"/>
              </a:lnSpc>
              <a:spcBef>
                <a:spcPts val="0"/>
              </a:spcBef>
              <a:spcAft>
                <a:spcPts val="0"/>
              </a:spcAft>
              <a:buClr>
                <a:schemeClr val="dk1"/>
              </a:buClr>
              <a:buSzPts val="1600"/>
              <a:buFont typeface="Noto Sans Symbols"/>
              <a:buNone/>
            </a:pPr>
            <a:r>
              <a:t/>
            </a:r>
            <a:endParaRPr sz="1600">
              <a:solidFill>
                <a:schemeClr val="dk1"/>
              </a:solidFill>
              <a:latin typeface="Gill Sans"/>
              <a:ea typeface="Gill Sans"/>
              <a:cs typeface="Gill Sans"/>
              <a:sym typeface="Gill Sans"/>
            </a:endParaRPr>
          </a:p>
        </p:txBody>
      </p:sp>
      <p:sp>
        <p:nvSpPr>
          <p:cNvPr id="524" name="Google Shape;524;p22"/>
          <p:cNvSpPr/>
          <p:nvPr/>
        </p:nvSpPr>
        <p:spPr>
          <a:xfrm flipH="1" rot="-165">
            <a:off x="1835150" y="5805488"/>
            <a:ext cx="5256213" cy="701675"/>
          </a:xfrm>
          <a:prstGeom prst="rect">
            <a:avLst/>
          </a:prstGeom>
          <a:noFill/>
          <a:ln>
            <a:noFill/>
          </a:ln>
        </p:spPr>
        <p:txBody>
          <a:bodyPr anchorCtr="0" anchor="t" bIns="46800" lIns="90000" spcFirstLastPara="1" rIns="90000" wrap="square" tIns="46800">
            <a:spAutoFit/>
          </a:bodyPr>
          <a:lstStyle/>
          <a:p>
            <a:pPr indent="0" lvl="0" marL="0" marR="0" rtl="0" algn="ctr">
              <a:spcBef>
                <a:spcPts val="0"/>
              </a:spcBef>
              <a:spcAft>
                <a:spcPts val="0"/>
              </a:spcAft>
              <a:buClr>
                <a:schemeClr val="dk1"/>
              </a:buClr>
              <a:buSzPts val="2000"/>
              <a:buFont typeface="Noto Sans Symbols"/>
              <a:buNone/>
            </a:pPr>
            <a:r>
              <a:rPr lang="en-US" sz="2000">
                <a:solidFill>
                  <a:schemeClr val="dk1"/>
                </a:solidFill>
                <a:latin typeface="Gill Sans"/>
                <a:ea typeface="Gill Sans"/>
                <a:cs typeface="Gill Sans"/>
                <a:sym typeface="Gill Sans"/>
              </a:rPr>
              <a:t>The syntax for the name of the database is a little messy and is unfortunately vendor specific</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23"/>
          <p:cNvSpPr/>
          <p:nvPr/>
        </p:nvSpPr>
        <p:spPr>
          <a:xfrm>
            <a:off x="838825" y="4151863"/>
            <a:ext cx="2819400" cy="1152600"/>
          </a:xfrm>
          <a:prstGeom prst="wedgeRectCallout">
            <a:avLst>
              <a:gd fmla="val 28264" name="adj1"/>
              <a:gd fmla="val -73829" name="adj2"/>
            </a:avLst>
          </a:prstGeom>
          <a:solidFill>
            <a:srgbClr val="C0C0C0"/>
          </a:solidFill>
          <a:ln cap="flat" cmpd="sng" w="9525">
            <a:solidFill>
              <a:srgbClr val="C0C0C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000"/>
              <a:buFont typeface="Noto Sans Symbols"/>
              <a:buNone/>
            </a:pPr>
            <a:r>
              <a:rPr b="1" lang="en-US" sz="2000">
                <a:solidFill>
                  <a:schemeClr val="dk1"/>
                </a:solidFill>
                <a:latin typeface="Arial Narrow"/>
                <a:ea typeface="Arial Narrow"/>
                <a:cs typeface="Arial Narrow"/>
                <a:sym typeface="Arial Narrow"/>
              </a:rPr>
              <a:t>JDBC URL</a:t>
            </a:r>
            <a:endParaRPr/>
          </a:p>
          <a:p>
            <a:pPr indent="0" lvl="0" marL="0" marR="0" rtl="0" algn="ctr">
              <a:spcBef>
                <a:spcPts val="0"/>
              </a:spcBef>
              <a:spcAft>
                <a:spcPts val="0"/>
              </a:spcAft>
              <a:buClr>
                <a:schemeClr val="dk1"/>
              </a:buClr>
              <a:buSzPts val="1600"/>
              <a:buFont typeface="Noto Sans Symbols"/>
              <a:buNone/>
            </a:pPr>
            <a:r>
              <a:rPr lang="en-US" sz="1600">
                <a:solidFill>
                  <a:schemeClr val="dk1"/>
                </a:solidFill>
                <a:latin typeface="Arial Narrow"/>
                <a:ea typeface="Arial Narrow"/>
                <a:cs typeface="Arial Narrow"/>
                <a:sym typeface="Arial Narrow"/>
              </a:rPr>
              <a:t>Vendor of database, Location of database server and name of database</a:t>
            </a:r>
            <a:endParaRPr/>
          </a:p>
        </p:txBody>
      </p:sp>
      <p:sp>
        <p:nvSpPr>
          <p:cNvPr id="530" name="Google Shape;530;p23"/>
          <p:cNvSpPr/>
          <p:nvPr/>
        </p:nvSpPr>
        <p:spPr>
          <a:xfrm>
            <a:off x="4280725" y="4395800"/>
            <a:ext cx="1645500" cy="381000"/>
          </a:xfrm>
          <a:prstGeom prst="wedgeRectCallout">
            <a:avLst>
              <a:gd fmla="val 56833" name="adj1"/>
              <a:gd fmla="val -187917" name="adj2"/>
            </a:avLst>
          </a:prstGeom>
          <a:solidFill>
            <a:srgbClr val="C0C0C0"/>
          </a:solidFill>
          <a:ln cap="flat" cmpd="sng" w="9525">
            <a:solidFill>
              <a:srgbClr val="C0C0C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000"/>
              <a:buFont typeface="Noto Sans Symbols"/>
              <a:buNone/>
            </a:pPr>
            <a:r>
              <a:rPr b="1" lang="en-US" sz="2000">
                <a:solidFill>
                  <a:schemeClr val="dk1"/>
                </a:solidFill>
                <a:latin typeface="Arial Narrow"/>
                <a:ea typeface="Arial Narrow"/>
                <a:cs typeface="Arial Narrow"/>
                <a:sym typeface="Arial Narrow"/>
              </a:rPr>
              <a:t>Username</a:t>
            </a:r>
            <a:endParaRPr/>
          </a:p>
        </p:txBody>
      </p:sp>
      <p:sp>
        <p:nvSpPr>
          <p:cNvPr id="531" name="Google Shape;531;p23"/>
          <p:cNvSpPr/>
          <p:nvPr/>
        </p:nvSpPr>
        <p:spPr>
          <a:xfrm>
            <a:off x="6784688" y="4369601"/>
            <a:ext cx="1546200" cy="433500"/>
          </a:xfrm>
          <a:prstGeom prst="wedgeRectCallout">
            <a:avLst>
              <a:gd fmla="val -616" name="adj1"/>
              <a:gd fmla="val -159523" name="adj2"/>
            </a:avLst>
          </a:prstGeom>
          <a:solidFill>
            <a:srgbClr val="C0C0C0"/>
          </a:solidFill>
          <a:ln cap="flat" cmpd="sng" w="9525">
            <a:solidFill>
              <a:srgbClr val="C0C0C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000"/>
              <a:buFont typeface="Noto Sans Symbols"/>
              <a:buNone/>
            </a:pPr>
            <a:r>
              <a:rPr b="1" lang="en-US" sz="2000">
                <a:solidFill>
                  <a:schemeClr val="dk1"/>
                </a:solidFill>
                <a:latin typeface="Arial Narrow"/>
                <a:ea typeface="Arial Narrow"/>
                <a:cs typeface="Arial Narrow"/>
                <a:sym typeface="Arial Narrow"/>
              </a:rPr>
              <a:t>Password</a:t>
            </a:r>
            <a:endParaRPr/>
          </a:p>
        </p:txBody>
      </p:sp>
      <p:sp>
        <p:nvSpPr>
          <p:cNvPr id="532" name="Google Shape;532;p23"/>
          <p:cNvSpPr txBox="1"/>
          <p:nvPr>
            <p:ph type="title"/>
          </p:nvPr>
        </p:nvSpPr>
        <p:spPr>
          <a:xfrm>
            <a:off x="457050" y="-12"/>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lang="en-US" sz="3200"/>
              <a:t>Step 2 : Connecting to a Database (2/2)</a:t>
            </a:r>
            <a:endParaRPr/>
          </a:p>
        </p:txBody>
      </p:sp>
      <p:sp>
        <p:nvSpPr>
          <p:cNvPr id="533" name="Google Shape;533;p23"/>
          <p:cNvSpPr txBox="1"/>
          <p:nvPr>
            <p:ph idx="1" type="body"/>
          </p:nvPr>
        </p:nvSpPr>
        <p:spPr>
          <a:xfrm>
            <a:off x="482600" y="1298900"/>
            <a:ext cx="8178900" cy="1684200"/>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2400"/>
              <a:buChar char="•"/>
            </a:pPr>
            <a:r>
              <a:rPr lang="en-US" sz="2400"/>
              <a:t>The </a:t>
            </a:r>
            <a:r>
              <a:rPr i="1" lang="en-US" sz="2400">
                <a:solidFill>
                  <a:srgbClr val="0066FF"/>
                </a:solidFill>
              </a:rPr>
              <a:t>DriverManager</a:t>
            </a:r>
            <a:r>
              <a:rPr i="1" lang="en-US" sz="2400"/>
              <a:t> </a:t>
            </a:r>
            <a:r>
              <a:rPr lang="en-US" sz="2400"/>
              <a:t>allows you to connect to a database using the specified JDBC driver, database location, database name, username and password. </a:t>
            </a:r>
            <a:endParaRPr/>
          </a:p>
          <a:p>
            <a:pPr indent="-342900" lvl="0" marL="342900" rtl="0" algn="l">
              <a:lnSpc>
                <a:spcPct val="80000"/>
              </a:lnSpc>
              <a:spcBef>
                <a:spcPts val="0"/>
              </a:spcBef>
              <a:spcAft>
                <a:spcPts val="0"/>
              </a:spcAft>
              <a:buClr>
                <a:schemeClr val="dk1"/>
              </a:buClr>
              <a:buSzPts val="2400"/>
              <a:buChar char="•"/>
            </a:pPr>
            <a:r>
              <a:rPr lang="en-US" sz="2400"/>
              <a:t>It returns a </a:t>
            </a:r>
            <a:r>
              <a:rPr i="1" lang="en-US" sz="2400">
                <a:solidFill>
                  <a:srgbClr val="0066FF"/>
                </a:solidFill>
              </a:rPr>
              <a:t>Connection</a:t>
            </a:r>
            <a:r>
              <a:rPr lang="en-US" sz="2400">
                <a:solidFill>
                  <a:srgbClr val="0066FF"/>
                </a:solidFill>
              </a:rPr>
              <a:t> object</a:t>
            </a:r>
            <a:r>
              <a:rPr lang="en-US" sz="2400"/>
              <a:t> which can then be used to communicate with the database. </a:t>
            </a:r>
            <a:endParaRPr/>
          </a:p>
        </p:txBody>
      </p:sp>
      <p:sp>
        <p:nvSpPr>
          <p:cNvPr id="534" name="Google Shape;534;p23"/>
          <p:cNvSpPr/>
          <p:nvPr/>
        </p:nvSpPr>
        <p:spPr>
          <a:xfrm>
            <a:off x="-150" y="2839625"/>
            <a:ext cx="9144000" cy="1006500"/>
          </a:xfrm>
          <a:prstGeom prst="rect">
            <a:avLst/>
          </a:prstGeom>
          <a:noFill/>
          <a:ln>
            <a:noFill/>
          </a:ln>
        </p:spPr>
        <p:txBody>
          <a:bodyPr anchorCtr="0" anchor="t" bIns="46800" lIns="90000" spcFirstLastPara="1" rIns="90000" wrap="square" tIns="46800">
            <a:spAutoFit/>
          </a:bodyPr>
          <a:lstStyle/>
          <a:p>
            <a:pPr indent="0" lvl="0" marL="0" rtl="0" algn="l">
              <a:spcBef>
                <a:spcPts val="0"/>
              </a:spcBef>
              <a:spcAft>
                <a:spcPts val="0"/>
              </a:spcAft>
              <a:buClr>
                <a:schemeClr val="dk1"/>
              </a:buClr>
              <a:buSzPts val="1100"/>
              <a:buFont typeface="Arial"/>
              <a:buNone/>
            </a:pPr>
            <a:r>
              <a:rPr lang="en-US" sz="2000">
                <a:solidFill>
                  <a:schemeClr val="folHlink"/>
                </a:solidFill>
                <a:latin typeface="Arial Narrow"/>
                <a:ea typeface="Arial Narrow"/>
                <a:cs typeface="Arial Narrow"/>
                <a:sym typeface="Arial Narrow"/>
              </a:rPr>
              <a:t> // 2. Establish Connection</a:t>
            </a:r>
            <a:endParaRPr sz="2000">
              <a:solidFill>
                <a:schemeClr val="folHlink"/>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US" sz="2000">
                <a:solidFill>
                  <a:schemeClr val="folHlink"/>
                </a:solidFill>
                <a:latin typeface="Arial Narrow"/>
                <a:ea typeface="Arial Narrow"/>
                <a:cs typeface="Arial Narrow"/>
                <a:sym typeface="Arial Narrow"/>
              </a:rPr>
              <a:t> Connection con = DriverManager.getConnection( </a:t>
            </a:r>
            <a:endParaRPr sz="2000">
              <a:solidFill>
                <a:schemeClr val="folHlink"/>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US" sz="2000">
                <a:solidFill>
                  <a:schemeClr val="folHlink"/>
                </a:solidFill>
                <a:latin typeface="Arial Narrow"/>
                <a:ea typeface="Arial Narrow"/>
                <a:cs typeface="Arial Narrow"/>
                <a:sym typeface="Arial Narrow"/>
              </a:rPr>
              <a:t>	                    "jdbc:mysql://localhost:3306/college",          "root",  "Mysql@1234"</a:t>
            </a:r>
            <a:endParaRPr sz="2000">
              <a:solidFill>
                <a:schemeClr val="folHlink"/>
              </a:solidFill>
              <a:latin typeface="Arial Narrow"/>
              <a:ea typeface="Arial Narrow"/>
              <a:cs typeface="Arial Narrow"/>
              <a:sym typeface="Arial Narrow"/>
            </a:endParaRPr>
          </a:p>
          <a:p>
            <a:pPr indent="0" lvl="0" marL="0" rtl="0" algn="l">
              <a:spcBef>
                <a:spcPts val="0"/>
              </a:spcBef>
              <a:spcAft>
                <a:spcPts val="0"/>
              </a:spcAft>
              <a:buClr>
                <a:schemeClr val="dk1"/>
              </a:buClr>
              <a:buSzPts val="1100"/>
              <a:buFont typeface="Arial"/>
              <a:buNone/>
            </a:pPr>
            <a:r>
              <a:rPr lang="en-US" sz="2000">
                <a:solidFill>
                  <a:schemeClr val="folHlink"/>
                </a:solidFill>
                <a:latin typeface="Arial Narrow"/>
                <a:ea typeface="Arial Narrow"/>
                <a:cs typeface="Arial Narrow"/>
                <a:sym typeface="Arial Narrow"/>
              </a:rPr>
              <a:t>	            );</a:t>
            </a:r>
            <a:endParaRPr sz="2000">
              <a:solidFill>
                <a:schemeClr val="folHlink"/>
              </a:solidFill>
              <a:latin typeface="Arial Narrow"/>
              <a:ea typeface="Arial Narrow"/>
              <a:cs typeface="Arial Narrow"/>
              <a:sym typeface="Arial Narrow"/>
            </a:endParaRPr>
          </a:p>
          <a:p>
            <a:pPr indent="0" lvl="0" marL="0" marR="0" rtl="0" algn="l">
              <a:spcBef>
                <a:spcPts val="0"/>
              </a:spcBef>
              <a:spcAft>
                <a:spcPts val="0"/>
              </a:spcAft>
              <a:buClr>
                <a:schemeClr val="folHlink"/>
              </a:buClr>
              <a:buSzPts val="2000"/>
              <a:buFont typeface="Noto Sans Symbols"/>
              <a:buNone/>
            </a:pPr>
            <a:r>
              <a:t/>
            </a:r>
            <a:endParaRPr sz="2000">
              <a:solidFill>
                <a:schemeClr val="folHlink"/>
              </a:solidFill>
              <a:latin typeface="Arial Narrow"/>
              <a:ea typeface="Arial Narrow"/>
              <a:cs typeface="Arial Narrow"/>
              <a:sym typeface="Arial Narrow"/>
            </a:endParaRPr>
          </a:p>
          <a:p>
            <a:pPr indent="0" lvl="0" marL="0" marR="0" rtl="0" algn="l">
              <a:spcBef>
                <a:spcPts val="0"/>
              </a:spcBef>
              <a:spcAft>
                <a:spcPts val="0"/>
              </a:spcAft>
              <a:buClr>
                <a:schemeClr val="folHlink"/>
              </a:buClr>
              <a:buSzPts val="2000"/>
              <a:buFont typeface="Noto Sans Symbols"/>
              <a:buNone/>
            </a:pPr>
            <a:r>
              <a:rPr i="1" lang="en-US" sz="2000">
                <a:solidFill>
                  <a:schemeClr val="folHlink"/>
                </a:solidFill>
                <a:latin typeface="Gill Sans"/>
                <a:ea typeface="Gill Sans"/>
                <a:cs typeface="Gill Sans"/>
                <a:sym typeface="Gill Sans"/>
              </a:rPr>
              <a:t>    	</a:t>
            </a:r>
            <a:endParaRPr/>
          </a:p>
        </p:txBody>
      </p:sp>
      <p:sp>
        <p:nvSpPr>
          <p:cNvPr id="535" name="Google Shape;535;p23"/>
          <p:cNvSpPr/>
          <p:nvPr/>
        </p:nvSpPr>
        <p:spPr>
          <a:xfrm>
            <a:off x="838825" y="4218750"/>
            <a:ext cx="2819400" cy="1152600"/>
          </a:xfrm>
          <a:prstGeom prst="wedgeRectCallout">
            <a:avLst>
              <a:gd fmla="val 28264" name="adj1"/>
              <a:gd fmla="val -73829" name="adj2"/>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000"/>
              <a:buFont typeface="Noto Sans Symbols"/>
              <a:buNone/>
            </a:pPr>
            <a:r>
              <a:rPr b="1" lang="en-US" sz="2000">
                <a:solidFill>
                  <a:schemeClr val="dk1"/>
                </a:solidFill>
                <a:latin typeface="Arial Narrow"/>
                <a:ea typeface="Arial Narrow"/>
                <a:cs typeface="Arial Narrow"/>
                <a:sym typeface="Arial Narrow"/>
              </a:rPr>
              <a:t>JDBC URL</a:t>
            </a:r>
            <a:endParaRPr/>
          </a:p>
          <a:p>
            <a:pPr indent="0" lvl="0" marL="0" marR="0" rtl="0" algn="ctr">
              <a:spcBef>
                <a:spcPts val="0"/>
              </a:spcBef>
              <a:spcAft>
                <a:spcPts val="0"/>
              </a:spcAft>
              <a:buClr>
                <a:schemeClr val="dk1"/>
              </a:buClr>
              <a:buSzPts val="1600"/>
              <a:buFont typeface="Noto Sans Symbols"/>
              <a:buNone/>
            </a:pPr>
            <a:r>
              <a:rPr lang="en-US" sz="1600">
                <a:solidFill>
                  <a:schemeClr val="dk1"/>
                </a:solidFill>
                <a:latin typeface="Arial Narrow"/>
                <a:ea typeface="Arial Narrow"/>
                <a:cs typeface="Arial Narrow"/>
                <a:sym typeface="Arial Narrow"/>
              </a:rPr>
              <a:t>Vendor of database, Location of database server and name of database</a:t>
            </a:r>
            <a:endParaRPr/>
          </a:p>
        </p:txBody>
      </p:sp>
      <p:sp>
        <p:nvSpPr>
          <p:cNvPr id="536" name="Google Shape;536;p23"/>
          <p:cNvSpPr/>
          <p:nvPr/>
        </p:nvSpPr>
        <p:spPr>
          <a:xfrm>
            <a:off x="4150975" y="4395788"/>
            <a:ext cx="1905000" cy="381000"/>
          </a:xfrm>
          <a:prstGeom prst="wedgeRectCallout">
            <a:avLst>
              <a:gd fmla="val 56833" name="adj1"/>
              <a:gd fmla="val -187917" name="adj2"/>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000"/>
              <a:buFont typeface="Noto Sans Symbols"/>
              <a:buNone/>
            </a:pPr>
            <a:r>
              <a:rPr b="1" lang="en-US" sz="2000">
                <a:solidFill>
                  <a:schemeClr val="dk1"/>
                </a:solidFill>
                <a:latin typeface="Arial Narrow"/>
                <a:ea typeface="Arial Narrow"/>
                <a:cs typeface="Arial Narrow"/>
                <a:sym typeface="Arial Narrow"/>
              </a:rPr>
              <a:t>Username</a:t>
            </a:r>
            <a:endParaRPr/>
          </a:p>
        </p:txBody>
      </p:sp>
      <p:sp>
        <p:nvSpPr>
          <p:cNvPr id="537" name="Google Shape;537;p23"/>
          <p:cNvSpPr/>
          <p:nvPr/>
        </p:nvSpPr>
        <p:spPr>
          <a:xfrm>
            <a:off x="6784700" y="4369600"/>
            <a:ext cx="1546200" cy="433500"/>
          </a:xfrm>
          <a:prstGeom prst="wedgeRectCallout">
            <a:avLst>
              <a:gd fmla="val -616" name="adj1"/>
              <a:gd fmla="val -159523" name="adj2"/>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000"/>
              <a:buFont typeface="Noto Sans Symbols"/>
              <a:buNone/>
            </a:pPr>
            <a:r>
              <a:rPr b="1" lang="en-US" sz="2000">
                <a:solidFill>
                  <a:schemeClr val="dk1"/>
                </a:solidFill>
                <a:latin typeface="Arial Narrow"/>
                <a:ea typeface="Arial Narrow"/>
                <a:cs typeface="Arial Narrow"/>
                <a:sym typeface="Arial Narrow"/>
              </a:rPr>
              <a:t>Password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Step 3 : Executing SQL (1/2)</a:t>
            </a:r>
            <a:endParaRPr/>
          </a:p>
        </p:txBody>
      </p:sp>
      <p:sp>
        <p:nvSpPr>
          <p:cNvPr id="543" name="Google Shape;543;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solidFill>
                  <a:schemeClr val="dk1"/>
                </a:solidFill>
              </a:rPr>
              <a:t>Statement object</a:t>
            </a:r>
            <a:endParaRPr sz="2400">
              <a:solidFill>
                <a:schemeClr val="dk1"/>
              </a:solidFill>
            </a:endParaRPr>
          </a:p>
          <a:p>
            <a:pPr indent="-285750" lvl="1" marL="742950" rtl="0" algn="l">
              <a:spcBef>
                <a:spcPts val="400"/>
              </a:spcBef>
              <a:spcAft>
                <a:spcPts val="0"/>
              </a:spcAft>
              <a:buClr>
                <a:schemeClr val="dk1"/>
              </a:buClr>
              <a:buSzPts val="2000"/>
              <a:buChar char="–"/>
            </a:pPr>
            <a:r>
              <a:rPr lang="en-US" sz="2000">
                <a:solidFill>
                  <a:schemeClr val="dk1"/>
                </a:solidFill>
              </a:rPr>
              <a:t>Can be obtained from a Connection object</a:t>
            </a:r>
            <a:endParaRPr/>
          </a:p>
          <a:p>
            <a:pPr indent="-158750" lvl="1" marL="742950" rtl="0" algn="l">
              <a:spcBef>
                <a:spcPts val="400"/>
              </a:spcBef>
              <a:spcAft>
                <a:spcPts val="0"/>
              </a:spcAft>
              <a:buClr>
                <a:schemeClr val="dk1"/>
              </a:buClr>
              <a:buSzPts val="2000"/>
              <a:buNone/>
            </a:pPr>
            <a:r>
              <a:t/>
            </a:r>
            <a:endParaRPr sz="2000">
              <a:solidFill>
                <a:schemeClr val="dk1"/>
              </a:solidFill>
            </a:endParaRPr>
          </a:p>
          <a:p>
            <a:pPr indent="-158750" lvl="1" marL="742950" rtl="0" algn="l">
              <a:spcBef>
                <a:spcPts val="400"/>
              </a:spcBef>
              <a:spcAft>
                <a:spcPts val="0"/>
              </a:spcAft>
              <a:buClr>
                <a:schemeClr val="dk1"/>
              </a:buClr>
              <a:buSzPts val="2000"/>
              <a:buNone/>
            </a:pPr>
            <a:r>
              <a:t/>
            </a:r>
            <a:endParaRPr sz="2000">
              <a:solidFill>
                <a:schemeClr val="dk1"/>
              </a:solidFill>
            </a:endParaRPr>
          </a:p>
          <a:p>
            <a:pPr indent="-285750" lvl="1" marL="742950" rtl="0" algn="l">
              <a:spcBef>
                <a:spcPts val="400"/>
              </a:spcBef>
              <a:spcAft>
                <a:spcPts val="0"/>
              </a:spcAft>
              <a:buClr>
                <a:schemeClr val="dk1"/>
              </a:buClr>
              <a:buSzPts val="2000"/>
              <a:buChar char="–"/>
            </a:pPr>
            <a:r>
              <a:rPr lang="en-US" sz="2000">
                <a:solidFill>
                  <a:schemeClr val="dk1"/>
                </a:solidFill>
              </a:rPr>
              <a:t>Sends SQL to the database to be executed</a:t>
            </a:r>
            <a:endParaRPr sz="2000">
              <a:solidFill>
                <a:schemeClr val="dk1"/>
              </a:solidFill>
            </a:endParaRPr>
          </a:p>
          <a:p>
            <a:pPr indent="-342900" lvl="0" marL="342900" rtl="0" algn="l">
              <a:spcBef>
                <a:spcPts val="480"/>
              </a:spcBef>
              <a:spcAft>
                <a:spcPts val="0"/>
              </a:spcAft>
              <a:buClr>
                <a:schemeClr val="dk1"/>
              </a:buClr>
              <a:buSzPts val="2400"/>
              <a:buChar char="•"/>
            </a:pPr>
            <a:r>
              <a:rPr lang="en-US" sz="2400"/>
              <a:t>Statement has three methods to execute a SQL statement:</a:t>
            </a:r>
            <a:endParaRPr/>
          </a:p>
          <a:p>
            <a:pPr indent="-285750" lvl="1" marL="742950" rtl="0" algn="l">
              <a:spcBef>
                <a:spcPts val="400"/>
              </a:spcBef>
              <a:spcAft>
                <a:spcPts val="0"/>
              </a:spcAft>
              <a:buClr>
                <a:srgbClr val="0066FF"/>
              </a:buClr>
              <a:buSzPts val="2000"/>
              <a:buChar char="–"/>
            </a:pPr>
            <a:r>
              <a:rPr b="1" lang="en-US" sz="2000">
                <a:solidFill>
                  <a:srgbClr val="0066FF"/>
                </a:solidFill>
              </a:rPr>
              <a:t>executeQuery()</a:t>
            </a:r>
            <a:r>
              <a:rPr lang="en-US" sz="2000"/>
              <a:t>  for QUERY statements</a:t>
            </a:r>
            <a:endParaRPr/>
          </a:p>
          <a:p>
            <a:pPr indent="-228600" lvl="2" marL="1143000" rtl="0" algn="l">
              <a:spcBef>
                <a:spcPts val="360"/>
              </a:spcBef>
              <a:spcAft>
                <a:spcPts val="0"/>
              </a:spcAft>
              <a:buClr>
                <a:schemeClr val="dk1"/>
              </a:buClr>
              <a:buSzPts val="1800"/>
              <a:buChar char="•"/>
            </a:pPr>
            <a:r>
              <a:rPr lang="en-US" sz="1800"/>
              <a:t>Returns a ResultSet which contains the query results</a:t>
            </a:r>
            <a:endParaRPr/>
          </a:p>
          <a:p>
            <a:pPr indent="-285750" lvl="1" marL="742950" rtl="0" algn="l">
              <a:spcBef>
                <a:spcPts val="400"/>
              </a:spcBef>
              <a:spcAft>
                <a:spcPts val="0"/>
              </a:spcAft>
              <a:buClr>
                <a:srgbClr val="0066FF"/>
              </a:buClr>
              <a:buSzPts val="2000"/>
              <a:buChar char="–"/>
            </a:pPr>
            <a:r>
              <a:rPr b="1" lang="en-US" sz="2000">
                <a:solidFill>
                  <a:srgbClr val="0066FF"/>
                </a:solidFill>
              </a:rPr>
              <a:t>executeUpdate()</a:t>
            </a:r>
            <a:r>
              <a:rPr lang="en-US" sz="2000"/>
              <a:t>  for INSERT, UPDATE, DELETE, or DDL statements</a:t>
            </a:r>
            <a:endParaRPr/>
          </a:p>
          <a:p>
            <a:pPr indent="-228600" lvl="2" marL="1143000" rtl="0" algn="l">
              <a:spcBef>
                <a:spcPts val="360"/>
              </a:spcBef>
              <a:spcAft>
                <a:spcPts val="0"/>
              </a:spcAft>
              <a:buClr>
                <a:schemeClr val="dk1"/>
              </a:buClr>
              <a:buSzPts val="1800"/>
              <a:buChar char="•"/>
            </a:pPr>
            <a:r>
              <a:rPr lang="en-US" sz="1800"/>
              <a:t>Returns an integer, the number of affected rows from the SQL</a:t>
            </a:r>
            <a:endParaRPr/>
          </a:p>
          <a:p>
            <a:pPr indent="-285750" lvl="1" marL="742950" rtl="0" algn="l">
              <a:spcBef>
                <a:spcPts val="400"/>
              </a:spcBef>
              <a:spcAft>
                <a:spcPts val="0"/>
              </a:spcAft>
              <a:buClr>
                <a:srgbClr val="0066FF"/>
              </a:buClr>
              <a:buSzPts val="2000"/>
              <a:buChar char="–"/>
            </a:pPr>
            <a:r>
              <a:rPr b="1" lang="en-US" sz="2000">
                <a:solidFill>
                  <a:srgbClr val="0066FF"/>
                </a:solidFill>
              </a:rPr>
              <a:t>execute()</a:t>
            </a:r>
            <a:r>
              <a:rPr lang="en-US" sz="2000"/>
              <a:t>  for either type of statement</a:t>
            </a:r>
            <a:endParaRPr sz="2000">
              <a:solidFill>
                <a:schemeClr val="dk1"/>
              </a:solidFill>
            </a:endParaRPr>
          </a:p>
        </p:txBody>
      </p:sp>
      <p:sp>
        <p:nvSpPr>
          <p:cNvPr id="544" name="Google Shape;544;p24"/>
          <p:cNvSpPr/>
          <p:nvPr/>
        </p:nvSpPr>
        <p:spPr>
          <a:xfrm>
            <a:off x="978478" y="2532075"/>
            <a:ext cx="6462000" cy="396900"/>
          </a:xfrm>
          <a:prstGeom prst="rect">
            <a:avLst/>
          </a:prstGeom>
          <a:noFill/>
          <a:ln>
            <a:noFill/>
          </a:ln>
        </p:spPr>
        <p:txBody>
          <a:bodyPr anchorCtr="0" anchor="t" bIns="46800" lIns="90000" spcFirstLastPara="1" rIns="90000" wrap="square" tIns="46800">
            <a:spAutoFit/>
          </a:bodyPr>
          <a:lstStyle/>
          <a:p>
            <a:pPr indent="0" lvl="0" marL="0" marR="0" rtl="0" algn="ctr">
              <a:spcBef>
                <a:spcPts val="0"/>
              </a:spcBef>
              <a:spcAft>
                <a:spcPts val="0"/>
              </a:spcAft>
              <a:buClr>
                <a:schemeClr val="accent1"/>
              </a:buClr>
              <a:buSzPts val="2000"/>
              <a:buFont typeface="Noto Sans Symbols"/>
              <a:buNone/>
            </a:pPr>
            <a:r>
              <a:rPr i="1" lang="en-US" sz="2000">
                <a:solidFill>
                  <a:schemeClr val="accent1"/>
                </a:solidFill>
                <a:latin typeface="Gill Sans"/>
                <a:ea typeface="Gill Sans"/>
                <a:cs typeface="Gill Sans"/>
                <a:sym typeface="Gill Sans"/>
              </a:rPr>
              <a:t>Statement statement = connection.createStatement();</a:t>
            </a:r>
            <a:endParaRPr i="1" sz="2000">
              <a:solidFill>
                <a:schemeClr val="accent1"/>
              </a:solidFill>
              <a:latin typeface="Gill Sans"/>
              <a:ea typeface="Gill Sans"/>
              <a:cs typeface="Gill Sans"/>
              <a:sym typeface="Gill Sans"/>
            </a:endParaRPr>
          </a:p>
        </p:txBody>
      </p:sp>
      <p:pic>
        <p:nvPicPr>
          <p:cNvPr id="545" name="Google Shape;545;p24"/>
          <p:cNvPicPr preferRelativeResize="0"/>
          <p:nvPr/>
        </p:nvPicPr>
        <p:blipFill rotWithShape="1">
          <a:blip r:embed="rId3">
            <a:alphaModFix/>
          </a:blip>
          <a:srcRect b="0" l="0" r="0" t="0"/>
          <a:stretch/>
        </p:blipFill>
        <p:spPr>
          <a:xfrm>
            <a:off x="4514850" y="3321050"/>
            <a:ext cx="114300" cy="2159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25"/>
          <p:cNvSpPr/>
          <p:nvPr/>
        </p:nvSpPr>
        <p:spPr>
          <a:xfrm>
            <a:off x="1116013" y="2133600"/>
            <a:ext cx="7412037" cy="1130300"/>
          </a:xfrm>
          <a:prstGeom prst="rect">
            <a:avLst/>
          </a:prstGeom>
          <a:solidFill>
            <a:schemeClr val="lt1"/>
          </a:solidFill>
          <a:ln cap="flat" cmpd="sng" w="12700">
            <a:solidFill>
              <a:schemeClr val="lt2"/>
            </a:solidFill>
            <a:prstDash val="solid"/>
            <a:miter lim="800000"/>
            <a:headEnd len="sm" w="sm" type="none"/>
            <a:tailEnd len="sm" w="sm" type="none"/>
          </a:ln>
        </p:spPr>
        <p:txBody>
          <a:bodyPr anchorCtr="0" anchor="t" bIns="44450" lIns="90475" spcFirstLastPara="1" rIns="90475" wrap="square" tIns="44450">
            <a:noAutofit/>
          </a:bodyPr>
          <a:lstStyle/>
          <a:p>
            <a:pPr indent="0" lvl="0" marL="0" marR="0" rtl="0" algn="l">
              <a:lnSpc>
                <a:spcPct val="125000"/>
              </a:lnSpc>
              <a:spcBef>
                <a:spcPts val="0"/>
              </a:spcBef>
              <a:spcAft>
                <a:spcPts val="0"/>
              </a:spcAft>
              <a:buClr>
                <a:schemeClr val="dk1"/>
              </a:buClr>
              <a:buSzPts val="1800"/>
              <a:buFont typeface="Noto Sans Symbols"/>
              <a:buNone/>
            </a:pPr>
            <a:r>
              <a:rPr b="1" lang="en-US" sz="1800">
                <a:solidFill>
                  <a:schemeClr val="dk1"/>
                </a:solidFill>
                <a:latin typeface="Open Sans"/>
                <a:ea typeface="Open Sans"/>
                <a:cs typeface="Open Sans"/>
                <a:sym typeface="Open Sans"/>
              </a:rPr>
              <a:t>Statement stmt = conn.createStatement();</a:t>
            </a:r>
            <a:endParaRPr/>
          </a:p>
          <a:p>
            <a:pPr indent="0" lvl="0" marL="0" marR="0" rtl="0" algn="l">
              <a:lnSpc>
                <a:spcPct val="125000"/>
              </a:lnSpc>
              <a:spcBef>
                <a:spcPts val="0"/>
              </a:spcBef>
              <a:spcAft>
                <a:spcPts val="0"/>
              </a:spcAft>
              <a:buClr>
                <a:schemeClr val="dk1"/>
              </a:buClr>
              <a:buSzPts val="1800"/>
              <a:buFont typeface="Noto Sans Symbols"/>
              <a:buNone/>
            </a:pPr>
            <a:r>
              <a:rPr b="1" lang="en-US" sz="1800">
                <a:solidFill>
                  <a:schemeClr val="dk1"/>
                </a:solidFill>
                <a:latin typeface="Open Sans"/>
                <a:ea typeface="Open Sans"/>
                <a:cs typeface="Open Sans"/>
                <a:sym typeface="Open Sans"/>
              </a:rPr>
              <a:t>ResultSet rset = stmt.</a:t>
            </a:r>
            <a:r>
              <a:rPr b="1" lang="en-US" sz="1800">
                <a:solidFill>
                  <a:srgbClr val="0066FF"/>
                </a:solidFill>
                <a:latin typeface="Open Sans"/>
                <a:ea typeface="Open Sans"/>
                <a:cs typeface="Open Sans"/>
                <a:sym typeface="Open Sans"/>
              </a:rPr>
              <a:t>executeQuery</a:t>
            </a:r>
            <a:br>
              <a:rPr b="1" lang="en-US" sz="1800">
                <a:solidFill>
                  <a:schemeClr val="dk1"/>
                </a:solidFill>
                <a:latin typeface="Open Sans"/>
                <a:ea typeface="Open Sans"/>
                <a:cs typeface="Open Sans"/>
                <a:sym typeface="Open Sans"/>
              </a:rPr>
            </a:br>
            <a:r>
              <a:rPr b="1" lang="en-US" sz="1800">
                <a:solidFill>
                  <a:schemeClr val="dk1"/>
                </a:solidFill>
                <a:latin typeface="Open Sans"/>
                <a:ea typeface="Open Sans"/>
                <a:cs typeface="Open Sans"/>
                <a:sym typeface="Open Sans"/>
              </a:rPr>
              <a:t>  ("select STUDENT_ID, STATUS from STUDENT");</a:t>
            </a:r>
            <a:endParaRPr/>
          </a:p>
        </p:txBody>
      </p:sp>
      <p:sp>
        <p:nvSpPr>
          <p:cNvPr id="554" name="Google Shape;554;p25"/>
          <p:cNvSpPr/>
          <p:nvPr/>
        </p:nvSpPr>
        <p:spPr>
          <a:xfrm>
            <a:off x="1116013" y="4337050"/>
            <a:ext cx="7412037" cy="1524000"/>
          </a:xfrm>
          <a:prstGeom prst="rect">
            <a:avLst/>
          </a:prstGeom>
          <a:solidFill>
            <a:schemeClr val="lt1"/>
          </a:solidFill>
          <a:ln cap="flat" cmpd="sng" w="12700">
            <a:solidFill>
              <a:schemeClr val="lt2"/>
            </a:solidFill>
            <a:prstDash val="solid"/>
            <a:miter lim="800000"/>
            <a:headEnd len="sm" w="sm" type="none"/>
            <a:tailEnd len="sm" w="sm" type="none"/>
          </a:ln>
        </p:spPr>
        <p:txBody>
          <a:bodyPr anchorCtr="0" anchor="t" bIns="44450" lIns="90475" spcFirstLastPara="1" rIns="90475" wrap="square" tIns="44450">
            <a:noAutofit/>
          </a:bodyPr>
          <a:lstStyle/>
          <a:p>
            <a:pPr indent="0" lvl="0" marL="0" marR="0" rtl="0" algn="l">
              <a:lnSpc>
                <a:spcPct val="125000"/>
              </a:lnSpc>
              <a:spcBef>
                <a:spcPts val="0"/>
              </a:spcBef>
              <a:spcAft>
                <a:spcPts val="0"/>
              </a:spcAft>
              <a:buClr>
                <a:schemeClr val="dk1"/>
              </a:buClr>
              <a:buSzPts val="1800"/>
              <a:buFont typeface="Noto Sans Symbols"/>
              <a:buNone/>
            </a:pPr>
            <a:r>
              <a:rPr b="1" lang="en-US" sz="1800">
                <a:solidFill>
                  <a:schemeClr val="dk1"/>
                </a:solidFill>
                <a:latin typeface="Open Sans"/>
                <a:ea typeface="Open Sans"/>
                <a:cs typeface="Open Sans"/>
                <a:sym typeface="Open Sans"/>
              </a:rPr>
              <a:t>Statement stmt = conn.createStatement();</a:t>
            </a:r>
            <a:endParaRPr/>
          </a:p>
          <a:p>
            <a:pPr indent="0" lvl="0" marL="0" marR="0" rtl="0" algn="l">
              <a:lnSpc>
                <a:spcPct val="125000"/>
              </a:lnSpc>
              <a:spcBef>
                <a:spcPts val="0"/>
              </a:spcBef>
              <a:spcAft>
                <a:spcPts val="0"/>
              </a:spcAft>
              <a:buClr>
                <a:schemeClr val="dk1"/>
              </a:buClr>
              <a:buSzPts val="1800"/>
              <a:buFont typeface="Noto Sans Symbols"/>
              <a:buNone/>
            </a:pPr>
            <a:r>
              <a:rPr b="1" lang="en-US" sz="1800">
                <a:solidFill>
                  <a:schemeClr val="dk1"/>
                </a:solidFill>
                <a:latin typeface="Open Sans"/>
                <a:ea typeface="Open Sans"/>
                <a:cs typeface="Open Sans"/>
                <a:sym typeface="Open Sans"/>
              </a:rPr>
              <a:t>int rowcount = stmt.</a:t>
            </a:r>
            <a:r>
              <a:rPr b="1" lang="en-US" sz="1800">
                <a:solidFill>
                  <a:srgbClr val="0066FF"/>
                </a:solidFill>
                <a:latin typeface="Open Sans"/>
                <a:ea typeface="Open Sans"/>
                <a:cs typeface="Open Sans"/>
                <a:sym typeface="Open Sans"/>
              </a:rPr>
              <a:t>executeUpdate</a:t>
            </a:r>
            <a:br>
              <a:rPr b="1" lang="en-US" sz="1800">
                <a:solidFill>
                  <a:schemeClr val="dk1"/>
                </a:solidFill>
                <a:latin typeface="Open Sans"/>
                <a:ea typeface="Open Sans"/>
                <a:cs typeface="Open Sans"/>
                <a:sym typeface="Open Sans"/>
              </a:rPr>
            </a:br>
            <a:r>
              <a:rPr b="1" lang="en-US" sz="1800">
                <a:solidFill>
                  <a:schemeClr val="dk1"/>
                </a:solidFill>
                <a:latin typeface="Open Sans"/>
                <a:ea typeface="Open Sans"/>
                <a:cs typeface="Open Sans"/>
                <a:sym typeface="Open Sans"/>
              </a:rPr>
              <a:t> 		("delete from STUDENT</a:t>
            </a:r>
            <a:endParaRPr/>
          </a:p>
          <a:p>
            <a:pPr indent="0" lvl="0" marL="0" marR="0" rtl="0" algn="l">
              <a:lnSpc>
                <a:spcPct val="125000"/>
              </a:lnSpc>
              <a:spcBef>
                <a:spcPts val="0"/>
              </a:spcBef>
              <a:spcAft>
                <a:spcPts val="0"/>
              </a:spcAft>
              <a:buClr>
                <a:schemeClr val="dk1"/>
              </a:buClr>
              <a:buSzPts val="1800"/>
              <a:buFont typeface="Noto Sans Symbols"/>
              <a:buNone/>
            </a:pPr>
            <a:r>
              <a:rPr b="1" lang="en-US" sz="1800">
                <a:solidFill>
                  <a:schemeClr val="dk1"/>
                </a:solidFill>
                <a:latin typeface="Open Sans"/>
                <a:ea typeface="Open Sans"/>
                <a:cs typeface="Open Sans"/>
                <a:sym typeface="Open Sans"/>
              </a:rPr>
              <a:t>      		   where STUDENT_ID = 1011");</a:t>
            </a:r>
            <a:endParaRPr/>
          </a:p>
        </p:txBody>
      </p:sp>
      <p:sp>
        <p:nvSpPr>
          <p:cNvPr id="555" name="Google Shape;555;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Step 3 : Executing SQL (2/2)</a:t>
            </a:r>
            <a:endParaRPr/>
          </a:p>
        </p:txBody>
      </p:sp>
      <p:sp>
        <p:nvSpPr>
          <p:cNvPr id="556" name="Google Shape;556;p25"/>
          <p:cNvSpPr txBox="1"/>
          <p:nvPr>
            <p:ph idx="1" type="body"/>
          </p:nvPr>
        </p:nvSpPr>
        <p:spPr>
          <a:xfrm>
            <a:off x="611188" y="1557338"/>
            <a:ext cx="6165850" cy="51435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lang="en-US"/>
              <a:t>Execute a select statement</a:t>
            </a:r>
            <a:endParaRPr/>
          </a:p>
        </p:txBody>
      </p:sp>
      <p:sp>
        <p:nvSpPr>
          <p:cNvPr id="557" name="Google Shape;557;p25"/>
          <p:cNvSpPr/>
          <p:nvPr/>
        </p:nvSpPr>
        <p:spPr>
          <a:xfrm>
            <a:off x="638175" y="3716338"/>
            <a:ext cx="6165850" cy="51435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990000"/>
              </a:buClr>
              <a:buSzPts val="2800"/>
              <a:buFont typeface="Noto Sans Symbols"/>
              <a:buChar char="▪"/>
            </a:pPr>
            <a:r>
              <a:rPr lang="en-US" sz="2800">
                <a:solidFill>
                  <a:srgbClr val="003366"/>
                </a:solidFill>
                <a:latin typeface="Gill Sans"/>
                <a:ea typeface="Gill Sans"/>
                <a:cs typeface="Gill Sans"/>
                <a:sym typeface="Gill Sans"/>
              </a:rPr>
              <a:t>Execute a delete statement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lang="en-US" sz="3200"/>
              <a:t>Step 4 : Processing the Results (1/2)</a:t>
            </a:r>
            <a:endParaRPr/>
          </a:p>
        </p:txBody>
      </p:sp>
      <p:sp>
        <p:nvSpPr>
          <p:cNvPr id="563" name="Google Shape;563;p26"/>
          <p:cNvSpPr txBox="1"/>
          <p:nvPr>
            <p:ph idx="1" type="body"/>
          </p:nvPr>
        </p:nvSpPr>
        <p:spPr>
          <a:xfrm>
            <a:off x="395288" y="1557338"/>
            <a:ext cx="8178800" cy="2592387"/>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2400"/>
              <a:buChar char="•"/>
            </a:pPr>
            <a:r>
              <a:rPr lang="en-US" sz="2400"/>
              <a:t>JDBC returns the results of a query in a ResultSet object</a:t>
            </a:r>
            <a:endParaRPr/>
          </a:p>
          <a:p>
            <a:pPr indent="-285750" lvl="1" marL="742950" rtl="0" algn="l">
              <a:lnSpc>
                <a:spcPct val="80000"/>
              </a:lnSpc>
              <a:spcBef>
                <a:spcPts val="400"/>
              </a:spcBef>
              <a:spcAft>
                <a:spcPts val="0"/>
              </a:spcAft>
              <a:buClr>
                <a:schemeClr val="dk1"/>
              </a:buClr>
              <a:buSzPts val="2000"/>
              <a:buChar char="–"/>
            </a:pPr>
            <a:r>
              <a:rPr lang="en-US" sz="2000"/>
              <a:t>ResultSet object contains all of the rows which satisfied the conditions in an SQL statement</a:t>
            </a:r>
            <a:endParaRPr/>
          </a:p>
          <a:p>
            <a:pPr indent="-342900" lvl="0" marL="342900" rtl="0" algn="l">
              <a:lnSpc>
                <a:spcPct val="80000"/>
              </a:lnSpc>
              <a:spcBef>
                <a:spcPts val="480"/>
              </a:spcBef>
              <a:spcAft>
                <a:spcPts val="0"/>
              </a:spcAft>
              <a:buClr>
                <a:schemeClr val="dk1"/>
              </a:buClr>
              <a:buSzPts val="2400"/>
              <a:buChar char="•"/>
            </a:pPr>
            <a:r>
              <a:rPr lang="en-US" sz="2400"/>
              <a:t>A ResultSet object maintains a cursor pointing to its current row of data</a:t>
            </a:r>
            <a:endParaRPr/>
          </a:p>
          <a:p>
            <a:pPr indent="-285750" lvl="1" marL="742950" rtl="0" algn="l">
              <a:lnSpc>
                <a:spcPct val="80000"/>
              </a:lnSpc>
              <a:spcBef>
                <a:spcPts val="400"/>
              </a:spcBef>
              <a:spcAft>
                <a:spcPts val="0"/>
              </a:spcAft>
              <a:buClr>
                <a:schemeClr val="dk1"/>
              </a:buClr>
              <a:buSzPts val="2000"/>
              <a:buChar char="–"/>
            </a:pPr>
            <a:r>
              <a:rPr lang="en-US" sz="2000"/>
              <a:t>Use </a:t>
            </a:r>
            <a:r>
              <a:rPr lang="en-US" sz="2000">
                <a:solidFill>
                  <a:srgbClr val="0066FF"/>
                </a:solidFill>
              </a:rPr>
              <a:t>next()</a:t>
            </a:r>
            <a:r>
              <a:rPr lang="en-US" sz="2000"/>
              <a:t> to step through the result set row by row</a:t>
            </a:r>
            <a:endParaRPr/>
          </a:p>
          <a:p>
            <a:pPr indent="-228600" lvl="2" marL="1143000" rtl="0" algn="l">
              <a:lnSpc>
                <a:spcPct val="80000"/>
              </a:lnSpc>
              <a:spcBef>
                <a:spcPts val="360"/>
              </a:spcBef>
              <a:spcAft>
                <a:spcPts val="0"/>
              </a:spcAft>
              <a:buClr>
                <a:schemeClr val="dk1"/>
              </a:buClr>
              <a:buSzPts val="1800"/>
              <a:buChar char="•"/>
            </a:pPr>
            <a:r>
              <a:rPr lang="en-US" sz="1800"/>
              <a:t>next() returns TRUE if there are still remaining records</a:t>
            </a:r>
            <a:endParaRPr/>
          </a:p>
          <a:p>
            <a:pPr indent="-285750" lvl="1" marL="742950" rtl="0" algn="l">
              <a:lnSpc>
                <a:spcPct val="80000"/>
              </a:lnSpc>
              <a:spcBef>
                <a:spcPts val="400"/>
              </a:spcBef>
              <a:spcAft>
                <a:spcPts val="0"/>
              </a:spcAft>
              <a:buClr>
                <a:srgbClr val="0066FF"/>
              </a:buClr>
              <a:buSzPts val="2000"/>
              <a:buChar char="–"/>
            </a:pPr>
            <a:r>
              <a:rPr lang="en-US" sz="2000">
                <a:solidFill>
                  <a:srgbClr val="0066FF"/>
                </a:solidFill>
              </a:rPr>
              <a:t>getString(), getInt(),</a:t>
            </a:r>
            <a:r>
              <a:rPr lang="en-US" sz="2000"/>
              <a:t> and </a:t>
            </a:r>
            <a:r>
              <a:rPr lang="en-US" sz="2000">
                <a:solidFill>
                  <a:srgbClr val="0066FF"/>
                </a:solidFill>
              </a:rPr>
              <a:t>getXXX()</a:t>
            </a:r>
            <a:r>
              <a:rPr lang="en-US" sz="2000"/>
              <a:t> assign each value to a Java variable</a:t>
            </a:r>
            <a:endParaRPr/>
          </a:p>
        </p:txBody>
      </p:sp>
      <p:sp>
        <p:nvSpPr>
          <p:cNvPr id="564" name="Google Shape;564;p26"/>
          <p:cNvSpPr/>
          <p:nvPr/>
        </p:nvSpPr>
        <p:spPr>
          <a:xfrm>
            <a:off x="914400" y="4403725"/>
            <a:ext cx="7696200" cy="19050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3366"/>
              </a:buClr>
              <a:buSzPts val="2000"/>
              <a:buFont typeface="Noto Sans Symbols"/>
              <a:buNone/>
            </a:pPr>
            <a:r>
              <a:t/>
            </a:r>
            <a:endParaRPr sz="2000">
              <a:solidFill>
                <a:schemeClr val="dk1"/>
              </a:solidFill>
              <a:latin typeface="Gill Sans"/>
              <a:ea typeface="Gill Sans"/>
              <a:cs typeface="Gill Sans"/>
              <a:sym typeface="Gill Sans"/>
            </a:endParaRPr>
          </a:p>
        </p:txBody>
      </p:sp>
      <p:sp>
        <p:nvSpPr>
          <p:cNvPr id="565" name="Google Shape;565;p26"/>
          <p:cNvSpPr/>
          <p:nvPr/>
        </p:nvSpPr>
        <p:spPr>
          <a:xfrm>
            <a:off x="1928813" y="5064125"/>
            <a:ext cx="1563687" cy="8382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000"/>
              <a:buFont typeface="Noto Sans Symbols"/>
              <a:buNone/>
            </a:pPr>
            <a:r>
              <a:rPr lang="en-US" sz="2000">
                <a:solidFill>
                  <a:schemeClr val="dk1"/>
                </a:solidFill>
                <a:latin typeface="Arial Narrow"/>
                <a:ea typeface="Arial Narrow"/>
                <a:cs typeface="Arial Narrow"/>
                <a:sym typeface="Arial Narrow"/>
              </a:rPr>
              <a:t>Record 1</a:t>
            </a:r>
            <a:endParaRPr/>
          </a:p>
        </p:txBody>
      </p:sp>
      <p:sp>
        <p:nvSpPr>
          <p:cNvPr id="566" name="Google Shape;566;p26"/>
          <p:cNvSpPr/>
          <p:nvPr/>
        </p:nvSpPr>
        <p:spPr>
          <a:xfrm>
            <a:off x="3584575" y="5064125"/>
            <a:ext cx="1563688" cy="8382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000"/>
              <a:buFont typeface="Noto Sans Symbols"/>
              <a:buNone/>
            </a:pPr>
            <a:r>
              <a:rPr lang="en-US" sz="2000">
                <a:solidFill>
                  <a:schemeClr val="dk1"/>
                </a:solidFill>
                <a:latin typeface="Arial Narrow"/>
                <a:ea typeface="Arial Narrow"/>
                <a:cs typeface="Arial Narrow"/>
                <a:sym typeface="Arial Narrow"/>
              </a:rPr>
              <a:t>Record 2</a:t>
            </a:r>
            <a:endParaRPr/>
          </a:p>
        </p:txBody>
      </p:sp>
      <p:sp>
        <p:nvSpPr>
          <p:cNvPr id="567" name="Google Shape;567;p26"/>
          <p:cNvSpPr/>
          <p:nvPr/>
        </p:nvSpPr>
        <p:spPr>
          <a:xfrm>
            <a:off x="5240338" y="5064125"/>
            <a:ext cx="1563687" cy="8382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000"/>
              <a:buFont typeface="Noto Sans Symbols"/>
              <a:buNone/>
            </a:pPr>
            <a:r>
              <a:rPr lang="en-US" sz="2000">
                <a:solidFill>
                  <a:schemeClr val="dk1"/>
                </a:solidFill>
                <a:latin typeface="Arial Narrow"/>
                <a:ea typeface="Arial Narrow"/>
                <a:cs typeface="Arial Narrow"/>
                <a:sym typeface="Arial Narrow"/>
              </a:rPr>
              <a:t>Record 3</a:t>
            </a:r>
            <a:endParaRPr/>
          </a:p>
        </p:txBody>
      </p:sp>
      <p:sp>
        <p:nvSpPr>
          <p:cNvPr id="568" name="Google Shape;568;p26"/>
          <p:cNvSpPr/>
          <p:nvPr/>
        </p:nvSpPr>
        <p:spPr>
          <a:xfrm>
            <a:off x="6894513" y="5064125"/>
            <a:ext cx="1563687" cy="8382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000"/>
              <a:buFont typeface="Noto Sans Symbols"/>
              <a:buNone/>
            </a:pPr>
            <a:r>
              <a:rPr lang="en-US" sz="2000">
                <a:solidFill>
                  <a:schemeClr val="dk1"/>
                </a:solidFill>
                <a:latin typeface="Arial Narrow"/>
                <a:ea typeface="Arial Narrow"/>
                <a:cs typeface="Arial Narrow"/>
                <a:sym typeface="Arial Narrow"/>
              </a:rPr>
              <a:t>Record 4</a:t>
            </a:r>
            <a:endParaRPr/>
          </a:p>
        </p:txBody>
      </p:sp>
      <p:sp>
        <p:nvSpPr>
          <p:cNvPr id="569" name="Google Shape;569;p26"/>
          <p:cNvSpPr txBox="1"/>
          <p:nvPr/>
        </p:nvSpPr>
        <p:spPr>
          <a:xfrm>
            <a:off x="4116388" y="4545013"/>
            <a:ext cx="1146175"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Noto Sans Symbols"/>
              <a:buNone/>
            </a:pPr>
            <a:r>
              <a:rPr b="1" lang="en-US" sz="2000">
                <a:solidFill>
                  <a:schemeClr val="dk1"/>
                </a:solidFill>
                <a:latin typeface="Arial Narrow"/>
                <a:ea typeface="Arial Narrow"/>
                <a:cs typeface="Arial Narrow"/>
                <a:sym typeface="Arial Narrow"/>
              </a:rPr>
              <a:t>ResultSet</a:t>
            </a:r>
            <a:endParaRPr/>
          </a:p>
        </p:txBody>
      </p:sp>
      <p:cxnSp>
        <p:nvCxnSpPr>
          <p:cNvPr id="570" name="Google Shape;570;p26"/>
          <p:cNvCxnSpPr/>
          <p:nvPr/>
        </p:nvCxnSpPr>
        <p:spPr>
          <a:xfrm>
            <a:off x="1387475" y="4302125"/>
            <a:ext cx="0" cy="762000"/>
          </a:xfrm>
          <a:prstGeom prst="straightConnector1">
            <a:avLst/>
          </a:prstGeom>
          <a:noFill/>
          <a:ln cap="flat" cmpd="sng" w="88900">
            <a:solidFill>
              <a:schemeClr val="dk1"/>
            </a:solidFill>
            <a:prstDash val="solid"/>
            <a:round/>
            <a:headEnd len="med" w="med" type="none"/>
            <a:tailEnd len="med" w="med" type="triangle"/>
          </a:ln>
        </p:spPr>
      </p:cxnSp>
      <p:sp>
        <p:nvSpPr>
          <p:cNvPr id="571" name="Google Shape;571;p26"/>
          <p:cNvSpPr txBox="1"/>
          <p:nvPr/>
        </p:nvSpPr>
        <p:spPr>
          <a:xfrm>
            <a:off x="1463675" y="4302125"/>
            <a:ext cx="1595438"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Noto Sans Symbols"/>
              <a:buNone/>
            </a:pPr>
            <a:r>
              <a:rPr lang="en-US" sz="2000">
                <a:solidFill>
                  <a:schemeClr val="dk1"/>
                </a:solidFill>
                <a:latin typeface="Arial Narrow"/>
                <a:ea typeface="Arial Narrow"/>
                <a:cs typeface="Arial Narrow"/>
                <a:sym typeface="Arial Narrow"/>
              </a:rPr>
              <a:t>Internal Pointer</a:t>
            </a:r>
            <a:endParaRPr sz="2000">
              <a:solidFill>
                <a:schemeClr val="dk1"/>
              </a:solidFill>
              <a:latin typeface="Arial Narrow"/>
              <a:ea typeface="Arial Narrow"/>
              <a:cs typeface="Arial Narrow"/>
              <a:sym typeface="Arial Narrow"/>
            </a:endParaRPr>
          </a:p>
        </p:txBody>
      </p:sp>
      <p:sp>
        <p:nvSpPr>
          <p:cNvPr id="572" name="Google Shape;572;p26"/>
          <p:cNvSpPr/>
          <p:nvPr/>
        </p:nvSpPr>
        <p:spPr>
          <a:xfrm>
            <a:off x="1063625" y="5068888"/>
            <a:ext cx="771525" cy="8382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3366"/>
              </a:buClr>
              <a:buSzPts val="2000"/>
              <a:buFont typeface="Noto Sans Symbols"/>
              <a:buNone/>
            </a:pPr>
            <a:r>
              <a:t/>
            </a:r>
            <a:endParaRPr sz="2000">
              <a:solidFill>
                <a:schemeClr val="dk1"/>
              </a:solidFill>
              <a:latin typeface="Arial Narrow"/>
              <a:ea typeface="Arial Narrow"/>
              <a:cs typeface="Arial Narrow"/>
              <a:sym typeface="Arial Narrow"/>
            </a:endParaRPr>
          </a:p>
        </p:txBody>
      </p:sp>
      <p:sp>
        <p:nvSpPr>
          <p:cNvPr id="573" name="Google Shape;573;p26"/>
          <p:cNvSpPr txBox="1"/>
          <p:nvPr/>
        </p:nvSpPr>
        <p:spPr>
          <a:xfrm>
            <a:off x="1476375" y="6237288"/>
            <a:ext cx="6767513" cy="396875"/>
          </a:xfrm>
          <a:prstGeom prst="rect">
            <a:avLst/>
          </a:prstGeom>
          <a:noFill/>
          <a:ln>
            <a:noFill/>
          </a:ln>
        </p:spPr>
        <p:txBody>
          <a:bodyPr anchorCtr="0" anchor="t" bIns="46800" lIns="90000" spcFirstLastPara="1" rIns="90000" wrap="square" tIns="46800">
            <a:spAutoFit/>
          </a:bodyPr>
          <a:lstStyle/>
          <a:p>
            <a:pPr indent="0" lvl="0" marL="0" marR="0" rtl="0" algn="ctr">
              <a:spcBef>
                <a:spcPts val="0"/>
              </a:spcBef>
              <a:spcAft>
                <a:spcPts val="0"/>
              </a:spcAft>
              <a:buClr>
                <a:schemeClr val="dk1"/>
              </a:buClr>
              <a:buSzPts val="2000"/>
              <a:buFont typeface="Noto Sans Symbols"/>
              <a:buNone/>
            </a:pPr>
            <a:r>
              <a:rPr lang="en-US" sz="2000">
                <a:solidFill>
                  <a:schemeClr val="dk1"/>
                </a:solidFill>
                <a:latin typeface="Gill Sans"/>
                <a:ea typeface="Gill Sans"/>
                <a:cs typeface="Gill Sans"/>
                <a:sym typeface="Gill Sans"/>
              </a:rPr>
              <a:t>The internal pointer starts one before the first record</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lang="en-US" sz="3200"/>
              <a:t>Step 4 : Processing the Results (2/2)</a:t>
            </a:r>
            <a:endParaRPr/>
          </a:p>
        </p:txBody>
      </p:sp>
      <p:sp>
        <p:nvSpPr>
          <p:cNvPr id="579" name="Google Shape;579;p27"/>
          <p:cNvSpPr txBox="1"/>
          <p:nvPr>
            <p:ph idx="1" type="body"/>
          </p:nvPr>
        </p:nvSpPr>
        <p:spPr>
          <a:xfrm>
            <a:off x="457200" y="1600200"/>
            <a:ext cx="8686800" cy="3124200"/>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400"/>
              <a:buChar char="•"/>
            </a:pPr>
            <a:r>
              <a:rPr lang="en-US" sz="2400"/>
              <a:t>Example</a:t>
            </a:r>
            <a:endParaRPr/>
          </a:p>
          <a:p>
            <a:pPr indent="-292100" lvl="0" marL="342900" rtl="0" algn="l">
              <a:lnSpc>
                <a:spcPct val="90000"/>
              </a:lnSpc>
              <a:spcBef>
                <a:spcPts val="160"/>
              </a:spcBef>
              <a:spcAft>
                <a:spcPts val="0"/>
              </a:spcAft>
              <a:buClr>
                <a:schemeClr val="dk1"/>
              </a:buClr>
              <a:buSzPts val="800"/>
              <a:buNone/>
            </a:pPr>
            <a:r>
              <a:t/>
            </a:r>
            <a:endParaRPr sz="800"/>
          </a:p>
          <a:p>
            <a:pPr indent="-285750" lvl="1" marL="808038" rtl="0" algn="l">
              <a:lnSpc>
                <a:spcPct val="90000"/>
              </a:lnSpc>
              <a:spcBef>
                <a:spcPts val="360"/>
              </a:spcBef>
              <a:spcAft>
                <a:spcPts val="0"/>
              </a:spcAft>
              <a:buClr>
                <a:srgbClr val="0066FF"/>
              </a:buClr>
              <a:buSzPts val="1800"/>
              <a:buFont typeface="Noto Sans Symbols"/>
              <a:buNone/>
            </a:pPr>
            <a:r>
              <a:rPr lang="en-US" sz="1800">
                <a:solidFill>
                  <a:srgbClr val="0066FF"/>
                </a:solidFill>
                <a:latin typeface="Arial"/>
                <a:ea typeface="Arial"/>
                <a:cs typeface="Arial"/>
                <a:sym typeface="Arial"/>
              </a:rPr>
              <a:t>Statement stmt = con.createStatement();</a:t>
            </a:r>
            <a:endParaRPr/>
          </a:p>
          <a:p>
            <a:pPr indent="-285750" lvl="1" marL="808038" rtl="0" algn="l">
              <a:lnSpc>
                <a:spcPct val="90000"/>
              </a:lnSpc>
              <a:spcBef>
                <a:spcPts val="360"/>
              </a:spcBef>
              <a:spcAft>
                <a:spcPts val="0"/>
              </a:spcAft>
              <a:buClr>
                <a:srgbClr val="0066FF"/>
              </a:buClr>
              <a:buSzPts val="1800"/>
              <a:buFont typeface="Noto Sans Symbols"/>
              <a:buNone/>
            </a:pPr>
            <a:r>
              <a:rPr lang="en-US" sz="1800">
                <a:solidFill>
                  <a:srgbClr val="0066FF"/>
                </a:solidFill>
                <a:latin typeface="Arial"/>
                <a:ea typeface="Arial"/>
                <a:cs typeface="Arial"/>
                <a:sym typeface="Arial"/>
              </a:rPr>
              <a:t>ResultSet rs = stmt.executeQuery(“SELECT ID, name, score FROM table1”);</a:t>
            </a:r>
            <a:endParaRPr/>
          </a:p>
          <a:p>
            <a:pPr indent="-285750" lvl="1" marL="808038" rtl="0" algn="l">
              <a:lnSpc>
                <a:spcPct val="90000"/>
              </a:lnSpc>
              <a:spcBef>
                <a:spcPts val="360"/>
              </a:spcBef>
              <a:spcAft>
                <a:spcPts val="0"/>
              </a:spcAft>
              <a:buClr>
                <a:schemeClr val="dk1"/>
              </a:buClr>
              <a:buSzPts val="1800"/>
              <a:buFont typeface="Noto Sans Symbols"/>
              <a:buNone/>
            </a:pPr>
            <a:r>
              <a:t/>
            </a:r>
            <a:endParaRPr sz="1800">
              <a:solidFill>
                <a:srgbClr val="0066FF"/>
              </a:solidFill>
              <a:latin typeface="Arial"/>
              <a:ea typeface="Arial"/>
              <a:cs typeface="Arial"/>
              <a:sym typeface="Arial"/>
            </a:endParaRPr>
          </a:p>
          <a:p>
            <a:pPr indent="-285750" lvl="1" marL="808038" rtl="0" algn="l">
              <a:lnSpc>
                <a:spcPct val="90000"/>
              </a:lnSpc>
              <a:spcBef>
                <a:spcPts val="360"/>
              </a:spcBef>
              <a:spcAft>
                <a:spcPts val="0"/>
              </a:spcAft>
              <a:buClr>
                <a:srgbClr val="0066FF"/>
              </a:buClr>
              <a:buSzPts val="1800"/>
              <a:buFont typeface="Noto Sans Symbols"/>
              <a:buNone/>
            </a:pPr>
            <a:r>
              <a:rPr lang="en-US" sz="1800">
                <a:solidFill>
                  <a:srgbClr val="0066FF"/>
                </a:solidFill>
                <a:latin typeface="Arial"/>
                <a:ea typeface="Arial"/>
                <a:cs typeface="Arial"/>
                <a:sym typeface="Arial"/>
              </a:rPr>
              <a:t>While (rs.next()){</a:t>
            </a:r>
            <a:endParaRPr/>
          </a:p>
          <a:p>
            <a:pPr indent="-228600" lvl="2" marL="1301750" rtl="0" algn="l">
              <a:lnSpc>
                <a:spcPct val="90000"/>
              </a:lnSpc>
              <a:spcBef>
                <a:spcPts val="320"/>
              </a:spcBef>
              <a:spcAft>
                <a:spcPts val="0"/>
              </a:spcAft>
              <a:buClr>
                <a:srgbClr val="0066FF"/>
              </a:buClr>
              <a:buSzPts val="1600"/>
              <a:buFont typeface="Noto Sans Symbols"/>
              <a:buNone/>
            </a:pPr>
            <a:r>
              <a:rPr lang="en-US" sz="1600">
                <a:solidFill>
                  <a:srgbClr val="0066FF"/>
                </a:solidFill>
                <a:latin typeface="Arial"/>
                <a:ea typeface="Arial"/>
                <a:cs typeface="Arial"/>
                <a:sym typeface="Arial"/>
              </a:rPr>
              <a:t>int id = rs.getInt(“ID”);</a:t>
            </a:r>
            <a:endParaRPr/>
          </a:p>
          <a:p>
            <a:pPr indent="-228600" lvl="2" marL="1301750" rtl="0" algn="l">
              <a:lnSpc>
                <a:spcPct val="90000"/>
              </a:lnSpc>
              <a:spcBef>
                <a:spcPts val="320"/>
              </a:spcBef>
              <a:spcAft>
                <a:spcPts val="0"/>
              </a:spcAft>
              <a:buClr>
                <a:srgbClr val="0066FF"/>
              </a:buClr>
              <a:buSzPts val="1600"/>
              <a:buFont typeface="Noto Sans Symbols"/>
              <a:buNone/>
            </a:pPr>
            <a:r>
              <a:rPr lang="en-US" sz="1600">
                <a:solidFill>
                  <a:srgbClr val="0066FF"/>
                </a:solidFill>
                <a:latin typeface="Arial"/>
                <a:ea typeface="Arial"/>
                <a:cs typeface="Arial"/>
                <a:sym typeface="Arial"/>
              </a:rPr>
              <a:t>String name = rs.getString(“name”);</a:t>
            </a:r>
            <a:endParaRPr/>
          </a:p>
          <a:p>
            <a:pPr indent="-228600" lvl="2" marL="1301750" rtl="0" algn="l">
              <a:lnSpc>
                <a:spcPct val="90000"/>
              </a:lnSpc>
              <a:spcBef>
                <a:spcPts val="320"/>
              </a:spcBef>
              <a:spcAft>
                <a:spcPts val="0"/>
              </a:spcAft>
              <a:buClr>
                <a:srgbClr val="0066FF"/>
              </a:buClr>
              <a:buSzPts val="1600"/>
              <a:buFont typeface="Noto Sans Symbols"/>
              <a:buNone/>
            </a:pPr>
            <a:r>
              <a:rPr lang="en-US" sz="1600">
                <a:solidFill>
                  <a:srgbClr val="0066FF"/>
                </a:solidFill>
                <a:latin typeface="Arial"/>
                <a:ea typeface="Arial"/>
                <a:cs typeface="Arial"/>
                <a:sym typeface="Arial"/>
              </a:rPr>
              <a:t>float score = rs.getFloat(“score”);</a:t>
            </a:r>
            <a:endParaRPr/>
          </a:p>
          <a:p>
            <a:pPr indent="-228600" lvl="2" marL="1301750" rtl="0" algn="l">
              <a:lnSpc>
                <a:spcPct val="90000"/>
              </a:lnSpc>
              <a:spcBef>
                <a:spcPts val="320"/>
              </a:spcBef>
              <a:spcAft>
                <a:spcPts val="0"/>
              </a:spcAft>
              <a:buClr>
                <a:srgbClr val="0066FF"/>
              </a:buClr>
              <a:buSzPts val="1600"/>
              <a:buFont typeface="Noto Sans Symbols"/>
              <a:buNone/>
            </a:pPr>
            <a:r>
              <a:rPr lang="en-US" sz="1600">
                <a:solidFill>
                  <a:srgbClr val="0066FF"/>
                </a:solidFill>
                <a:latin typeface="Arial"/>
                <a:ea typeface="Arial"/>
                <a:cs typeface="Arial"/>
                <a:sym typeface="Arial"/>
              </a:rPr>
              <a:t>System.out.println(“ID=” + id + “ ” + name + “ ” + score);}	</a:t>
            </a:r>
            <a:endParaRPr/>
          </a:p>
        </p:txBody>
      </p:sp>
      <p:sp>
        <p:nvSpPr>
          <p:cNvPr id="580" name="Google Shape;580;p27"/>
          <p:cNvSpPr txBox="1"/>
          <p:nvPr/>
        </p:nvSpPr>
        <p:spPr>
          <a:xfrm>
            <a:off x="4284663" y="2708275"/>
            <a:ext cx="4832350" cy="822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FF0066"/>
              </a:buClr>
              <a:buSzPts val="2000"/>
              <a:buFont typeface="Noto Sans Symbols"/>
              <a:buNone/>
            </a:pPr>
            <a:r>
              <a:rPr b="1" lang="en-US" sz="2000">
                <a:solidFill>
                  <a:srgbClr val="FF0066"/>
                </a:solidFill>
                <a:latin typeface="Arial Narrow"/>
                <a:ea typeface="Arial Narrow"/>
                <a:cs typeface="Arial Narrow"/>
                <a:sym typeface="Arial Narrow"/>
              </a:rPr>
              <a:t>NOTE </a:t>
            </a:r>
            <a:endParaRPr b="1" sz="2000">
              <a:solidFill>
                <a:srgbClr val="FF0066"/>
              </a:solidFill>
              <a:latin typeface="Arial Narrow"/>
              <a:ea typeface="Arial Narrow"/>
              <a:cs typeface="Arial Narrow"/>
              <a:sym typeface="Arial Narrow"/>
            </a:endParaRPr>
          </a:p>
          <a:p>
            <a:pPr indent="0" lvl="0" marL="0" marR="0" rtl="0" algn="l">
              <a:spcBef>
                <a:spcPts val="0"/>
              </a:spcBef>
              <a:spcAft>
                <a:spcPts val="0"/>
              </a:spcAft>
              <a:buClr>
                <a:srgbClr val="FF0066"/>
              </a:buClr>
              <a:buSzPts val="1400"/>
              <a:buFont typeface="Noto Sans Symbols"/>
              <a:buNone/>
            </a:pPr>
            <a:r>
              <a:rPr b="1" lang="en-US" sz="1400">
                <a:solidFill>
                  <a:srgbClr val="FF0066"/>
                </a:solidFill>
                <a:latin typeface="Arial Narrow"/>
                <a:ea typeface="Arial Narrow"/>
                <a:cs typeface="Arial Narrow"/>
                <a:sym typeface="Arial Narrow"/>
              </a:rPr>
              <a:t>You must step the cursor to the first record before read the results </a:t>
            </a:r>
            <a:endParaRPr/>
          </a:p>
          <a:p>
            <a:pPr indent="0" lvl="0" marL="0" marR="0" rtl="0" algn="l">
              <a:spcBef>
                <a:spcPts val="0"/>
              </a:spcBef>
              <a:spcAft>
                <a:spcPts val="0"/>
              </a:spcAft>
              <a:buClr>
                <a:srgbClr val="FF0066"/>
              </a:buClr>
              <a:buSzPts val="1400"/>
              <a:buFont typeface="Noto Sans Symbols"/>
              <a:buNone/>
            </a:pPr>
            <a:r>
              <a:rPr b="1" lang="en-US" sz="1400">
                <a:solidFill>
                  <a:srgbClr val="FF0066"/>
                </a:solidFill>
                <a:latin typeface="Arial Narrow"/>
                <a:ea typeface="Arial Narrow"/>
                <a:cs typeface="Arial Narrow"/>
                <a:sym typeface="Arial Narrow"/>
              </a:rPr>
              <a:t>This code will not skip the first record</a:t>
            </a:r>
            <a:endParaRPr/>
          </a:p>
        </p:txBody>
      </p:sp>
      <p:cxnSp>
        <p:nvCxnSpPr>
          <p:cNvPr id="581" name="Google Shape;581;p27"/>
          <p:cNvCxnSpPr/>
          <p:nvPr/>
        </p:nvCxnSpPr>
        <p:spPr>
          <a:xfrm flipH="1">
            <a:off x="2843213" y="3068638"/>
            <a:ext cx="1441450" cy="142875"/>
          </a:xfrm>
          <a:prstGeom prst="straightConnector1">
            <a:avLst/>
          </a:prstGeom>
          <a:noFill/>
          <a:ln cap="flat" cmpd="sng" w="9525">
            <a:solidFill>
              <a:schemeClr val="dk1"/>
            </a:solidFill>
            <a:prstDash val="solid"/>
            <a:round/>
            <a:headEnd len="med" w="med" type="none"/>
            <a:tailEnd len="lg" w="lg" type="triangle"/>
          </a:ln>
        </p:spPr>
      </p:cxnSp>
      <p:graphicFrame>
        <p:nvGraphicFramePr>
          <p:cNvPr id="582" name="Google Shape;582;p27"/>
          <p:cNvGraphicFramePr/>
          <p:nvPr/>
        </p:nvGraphicFramePr>
        <p:xfrm>
          <a:off x="1981200" y="4797425"/>
          <a:ext cx="3000000" cy="3000000"/>
        </p:xfrm>
        <a:graphic>
          <a:graphicData uri="http://schemas.openxmlformats.org/drawingml/2006/table">
            <a:tbl>
              <a:tblPr>
                <a:noFill/>
                <a:tableStyleId>{23B60981-4490-41B4-B5A1-42B63D20DCEB}</a:tableStyleId>
              </a:tblPr>
              <a:tblGrid>
                <a:gridCol w="576275"/>
                <a:gridCol w="863600"/>
                <a:gridCol w="865175"/>
              </a:tblGrid>
              <a:tr h="328625">
                <a:tc>
                  <a:txBody>
                    <a:bodyPr/>
                    <a:lstStyle/>
                    <a:p>
                      <a:pPr indent="0" lvl="0" marL="0" marR="0" rtl="0" algn="ctr">
                        <a:lnSpc>
                          <a:spcPct val="100000"/>
                        </a:lnSpc>
                        <a:spcBef>
                          <a:spcPts val="0"/>
                        </a:spcBef>
                        <a:spcAft>
                          <a:spcPts val="0"/>
                        </a:spcAft>
                        <a:buClr>
                          <a:srgbClr val="990000"/>
                        </a:buClr>
                        <a:buSzPts val="1400"/>
                        <a:buFont typeface="Noto Sans Symbols"/>
                        <a:buNone/>
                      </a:pPr>
                      <a:r>
                        <a:rPr b="1" i="0" lang="en-US" sz="1400" u="none" cap="none" strike="noStrike">
                          <a:solidFill>
                            <a:srgbClr val="003366"/>
                          </a:solidFill>
                          <a:latin typeface="Gill Sans"/>
                          <a:ea typeface="Gill Sans"/>
                          <a:cs typeface="Gill Sans"/>
                          <a:sym typeface="Gill Sans"/>
                        </a:rPr>
                        <a:t>ID</a:t>
                      </a:r>
                      <a:endParaRPr/>
                    </a:p>
                  </a:txBody>
                  <a:tcPr marT="46800" marB="46800" marR="90000" marL="900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990000"/>
                        </a:buClr>
                        <a:buSzPts val="1400"/>
                        <a:buFont typeface="Noto Sans Symbols"/>
                        <a:buNone/>
                      </a:pPr>
                      <a:r>
                        <a:rPr b="1" i="0" lang="en-US" sz="1400" u="none" cap="none" strike="noStrike">
                          <a:solidFill>
                            <a:srgbClr val="003366"/>
                          </a:solidFill>
                          <a:latin typeface="Gill Sans"/>
                          <a:ea typeface="Gill Sans"/>
                          <a:cs typeface="Gill Sans"/>
                          <a:sym typeface="Gill Sans"/>
                        </a:rPr>
                        <a:t>name</a:t>
                      </a:r>
                      <a:endParaRPr/>
                    </a:p>
                  </a:txBody>
                  <a:tcPr marT="46800" marB="46800" marR="90000" marL="900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990000"/>
                        </a:buClr>
                        <a:buSzPts val="1400"/>
                        <a:buFont typeface="Noto Sans Symbols"/>
                        <a:buNone/>
                      </a:pPr>
                      <a:r>
                        <a:rPr b="1" i="0" lang="en-US" sz="1400" u="none" cap="none" strike="noStrike">
                          <a:solidFill>
                            <a:srgbClr val="003366"/>
                          </a:solidFill>
                          <a:latin typeface="Gill Sans"/>
                          <a:ea typeface="Gill Sans"/>
                          <a:cs typeface="Gill Sans"/>
                          <a:sym typeface="Gill Sans"/>
                        </a:rPr>
                        <a:t>score</a:t>
                      </a:r>
                      <a:endParaRPr/>
                    </a:p>
                  </a:txBody>
                  <a:tcPr marT="46800" marB="46800" marR="90000" marL="900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27025">
                <a:tc>
                  <a:txBody>
                    <a:bodyPr/>
                    <a:lstStyle/>
                    <a:p>
                      <a:pPr indent="0" lvl="0" marL="0" marR="0" rtl="0" algn="ctr">
                        <a:lnSpc>
                          <a:spcPct val="100000"/>
                        </a:lnSpc>
                        <a:spcBef>
                          <a:spcPts val="0"/>
                        </a:spcBef>
                        <a:spcAft>
                          <a:spcPts val="0"/>
                        </a:spcAft>
                        <a:buClr>
                          <a:srgbClr val="990000"/>
                        </a:buClr>
                        <a:buSzPts val="1200"/>
                        <a:buFont typeface="Noto Sans Symbols"/>
                        <a:buNone/>
                      </a:pPr>
                      <a:r>
                        <a:rPr b="0" i="0" lang="en-US" sz="1200" u="none" cap="none" strike="noStrike">
                          <a:solidFill>
                            <a:srgbClr val="003366"/>
                          </a:solidFill>
                          <a:latin typeface="Arial"/>
                          <a:ea typeface="Arial"/>
                          <a:cs typeface="Arial"/>
                          <a:sym typeface="Arial"/>
                        </a:rPr>
                        <a:t>1</a:t>
                      </a:r>
                      <a:endParaRPr/>
                    </a:p>
                  </a:txBody>
                  <a:tcPr marT="46800" marB="46800" marR="90000" marL="900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990000"/>
                        </a:buClr>
                        <a:buSzPts val="1200"/>
                        <a:buFont typeface="Noto Sans Symbols"/>
                        <a:buNone/>
                      </a:pPr>
                      <a:r>
                        <a:rPr b="0" i="0" lang="en-US" sz="1200" u="none" cap="none" strike="noStrike">
                          <a:solidFill>
                            <a:srgbClr val="003366"/>
                          </a:solidFill>
                          <a:latin typeface="Arial"/>
                          <a:ea typeface="Arial"/>
                          <a:cs typeface="Arial"/>
                          <a:sym typeface="Arial"/>
                        </a:rPr>
                        <a:t>James</a:t>
                      </a:r>
                      <a:endParaRPr/>
                    </a:p>
                  </a:txBody>
                  <a:tcPr marT="46800" marB="46800" marR="90000" marL="900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990000"/>
                        </a:buClr>
                        <a:buSzPts val="1200"/>
                        <a:buFont typeface="Noto Sans Symbols"/>
                        <a:buNone/>
                      </a:pPr>
                      <a:r>
                        <a:rPr b="0" i="0" lang="en-US" sz="1200" u="none" cap="none" strike="noStrike">
                          <a:solidFill>
                            <a:srgbClr val="003366"/>
                          </a:solidFill>
                          <a:latin typeface="Arial"/>
                          <a:ea typeface="Arial"/>
                          <a:cs typeface="Arial"/>
                          <a:sym typeface="Arial"/>
                        </a:rPr>
                        <a:t>90.5</a:t>
                      </a:r>
                      <a:endParaRPr/>
                    </a:p>
                  </a:txBody>
                  <a:tcPr marT="46800" marB="46800" marR="90000" marL="900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28625">
                <a:tc>
                  <a:txBody>
                    <a:bodyPr/>
                    <a:lstStyle/>
                    <a:p>
                      <a:pPr indent="0" lvl="0" marL="0" marR="0" rtl="0" algn="ctr">
                        <a:lnSpc>
                          <a:spcPct val="100000"/>
                        </a:lnSpc>
                        <a:spcBef>
                          <a:spcPts val="0"/>
                        </a:spcBef>
                        <a:spcAft>
                          <a:spcPts val="0"/>
                        </a:spcAft>
                        <a:buClr>
                          <a:srgbClr val="990000"/>
                        </a:buClr>
                        <a:buSzPts val="1200"/>
                        <a:buFont typeface="Noto Sans Symbols"/>
                        <a:buNone/>
                      </a:pPr>
                      <a:r>
                        <a:rPr b="0" i="0" lang="en-US" sz="1200" u="none" cap="none" strike="noStrike">
                          <a:solidFill>
                            <a:srgbClr val="003366"/>
                          </a:solidFill>
                          <a:latin typeface="Arial"/>
                          <a:ea typeface="Arial"/>
                          <a:cs typeface="Arial"/>
                          <a:sym typeface="Arial"/>
                        </a:rPr>
                        <a:t>2</a:t>
                      </a:r>
                      <a:endParaRPr/>
                    </a:p>
                  </a:txBody>
                  <a:tcPr marT="46800" marB="46800" marR="90000" marL="900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990000"/>
                        </a:buClr>
                        <a:buSzPts val="1200"/>
                        <a:buFont typeface="Noto Sans Symbols"/>
                        <a:buNone/>
                      </a:pPr>
                      <a:r>
                        <a:rPr b="0" i="0" lang="en-US" sz="1200" u="none" cap="none" strike="noStrike">
                          <a:solidFill>
                            <a:srgbClr val="003366"/>
                          </a:solidFill>
                          <a:latin typeface="Arial"/>
                          <a:ea typeface="Arial"/>
                          <a:cs typeface="Arial"/>
                          <a:sym typeface="Arial"/>
                        </a:rPr>
                        <a:t>Smith</a:t>
                      </a:r>
                      <a:endParaRPr/>
                    </a:p>
                  </a:txBody>
                  <a:tcPr marT="46800" marB="46800" marR="90000" marL="900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990000"/>
                        </a:buClr>
                        <a:buSzPts val="1200"/>
                        <a:buFont typeface="Noto Sans Symbols"/>
                        <a:buNone/>
                      </a:pPr>
                      <a:r>
                        <a:rPr b="0" i="0" lang="en-US" sz="1200" u="none" cap="none" strike="noStrike">
                          <a:solidFill>
                            <a:srgbClr val="003366"/>
                          </a:solidFill>
                          <a:latin typeface="Arial"/>
                          <a:ea typeface="Arial"/>
                          <a:cs typeface="Arial"/>
                          <a:sym typeface="Arial"/>
                        </a:rPr>
                        <a:t>45.7</a:t>
                      </a:r>
                      <a:endParaRPr/>
                    </a:p>
                  </a:txBody>
                  <a:tcPr marT="46800" marB="46800" marR="90000" marL="900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27025">
                <a:tc>
                  <a:txBody>
                    <a:bodyPr/>
                    <a:lstStyle/>
                    <a:p>
                      <a:pPr indent="0" lvl="0" marL="0" marR="0" rtl="0" algn="ctr">
                        <a:lnSpc>
                          <a:spcPct val="100000"/>
                        </a:lnSpc>
                        <a:spcBef>
                          <a:spcPts val="0"/>
                        </a:spcBef>
                        <a:spcAft>
                          <a:spcPts val="0"/>
                        </a:spcAft>
                        <a:buClr>
                          <a:srgbClr val="990000"/>
                        </a:buClr>
                        <a:buSzPts val="1200"/>
                        <a:buFont typeface="Noto Sans Symbols"/>
                        <a:buNone/>
                      </a:pPr>
                      <a:r>
                        <a:rPr b="0" i="0" lang="en-US" sz="1200" u="none" cap="none" strike="noStrike">
                          <a:solidFill>
                            <a:srgbClr val="003366"/>
                          </a:solidFill>
                          <a:latin typeface="Arial"/>
                          <a:ea typeface="Arial"/>
                          <a:cs typeface="Arial"/>
                          <a:sym typeface="Arial"/>
                        </a:rPr>
                        <a:t>3</a:t>
                      </a:r>
                      <a:endParaRPr/>
                    </a:p>
                  </a:txBody>
                  <a:tcPr marT="46800" marB="46800" marR="90000" marL="9000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990000"/>
                        </a:buClr>
                        <a:buSzPts val="1200"/>
                        <a:buFont typeface="Noto Sans Symbols"/>
                        <a:buNone/>
                      </a:pPr>
                      <a:r>
                        <a:rPr b="0" i="0" lang="en-US" sz="1200" u="none" cap="none" strike="noStrike">
                          <a:solidFill>
                            <a:srgbClr val="003366"/>
                          </a:solidFill>
                          <a:latin typeface="Arial"/>
                          <a:ea typeface="Arial"/>
                          <a:cs typeface="Arial"/>
                          <a:sym typeface="Arial"/>
                        </a:rPr>
                        <a:t>Donald</a:t>
                      </a:r>
                      <a:endParaRPr/>
                    </a:p>
                  </a:txBody>
                  <a:tcPr marT="46800" marB="46800" marR="90000" marL="900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990000"/>
                        </a:buClr>
                        <a:buSzPts val="1200"/>
                        <a:buFont typeface="Noto Sans Symbols"/>
                        <a:buNone/>
                      </a:pPr>
                      <a:r>
                        <a:rPr b="0" i="0" lang="en-US" sz="1200" u="none" cap="none" strike="noStrike">
                          <a:solidFill>
                            <a:srgbClr val="003366"/>
                          </a:solidFill>
                          <a:latin typeface="Arial"/>
                          <a:ea typeface="Arial"/>
                          <a:cs typeface="Arial"/>
                          <a:sym typeface="Arial"/>
                        </a:rPr>
                        <a:t>80.2</a:t>
                      </a:r>
                      <a:endParaRPr/>
                    </a:p>
                  </a:txBody>
                  <a:tcPr marT="46800" marB="46800" marR="90000" marL="9000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583" name="Google Shape;583;p27"/>
          <p:cNvSpPr txBox="1"/>
          <p:nvPr/>
        </p:nvSpPr>
        <p:spPr>
          <a:xfrm>
            <a:off x="2270125" y="6116638"/>
            <a:ext cx="1655763" cy="336550"/>
          </a:xfrm>
          <a:prstGeom prst="rect">
            <a:avLst/>
          </a:prstGeom>
          <a:noFill/>
          <a:ln>
            <a:noFill/>
          </a:ln>
        </p:spPr>
        <p:txBody>
          <a:bodyPr anchorCtr="0" anchor="t" bIns="46800" lIns="90000" spcFirstLastPara="1" rIns="90000" wrap="square" tIns="46800">
            <a:spAutoFit/>
          </a:bodyPr>
          <a:lstStyle/>
          <a:p>
            <a:pPr indent="0" lvl="0" marL="0" marR="0" rtl="0" algn="ctr">
              <a:spcBef>
                <a:spcPts val="0"/>
              </a:spcBef>
              <a:spcAft>
                <a:spcPts val="0"/>
              </a:spcAft>
              <a:buClr>
                <a:schemeClr val="dk1"/>
              </a:buClr>
              <a:buSzPts val="1600"/>
              <a:buFont typeface="Noto Sans Symbols"/>
              <a:buNone/>
            </a:pPr>
            <a:r>
              <a:rPr lang="en-US" sz="1600">
                <a:solidFill>
                  <a:schemeClr val="dk1"/>
                </a:solidFill>
                <a:latin typeface="Gill Sans"/>
                <a:ea typeface="Gill Sans"/>
                <a:cs typeface="Gill Sans"/>
                <a:sym typeface="Gill Sans"/>
              </a:rPr>
              <a:t>Table1</a:t>
            </a:r>
            <a:endParaRPr/>
          </a:p>
        </p:txBody>
      </p:sp>
      <p:sp>
        <p:nvSpPr>
          <p:cNvPr id="584" name="Google Shape;584;p27"/>
          <p:cNvSpPr txBox="1"/>
          <p:nvPr/>
        </p:nvSpPr>
        <p:spPr>
          <a:xfrm>
            <a:off x="5797550" y="4854575"/>
            <a:ext cx="2374900" cy="1166813"/>
          </a:xfrm>
          <a:prstGeom prst="rect">
            <a:avLst/>
          </a:prstGeom>
          <a:noFill/>
          <a:ln>
            <a:noFill/>
          </a:ln>
        </p:spPr>
        <p:txBody>
          <a:bodyPr anchorCtr="0" anchor="t" bIns="46800" lIns="90000" spcFirstLastPara="1" rIns="90000" wrap="square" tIns="46800">
            <a:spAutoFit/>
          </a:bodyPr>
          <a:lstStyle/>
          <a:p>
            <a:pPr indent="0" lvl="0" marL="0" marR="0" rtl="0" algn="l">
              <a:lnSpc>
                <a:spcPct val="60000"/>
              </a:lnSpc>
              <a:spcBef>
                <a:spcPts val="0"/>
              </a:spcBef>
              <a:spcAft>
                <a:spcPts val="0"/>
              </a:spcAft>
              <a:buClr>
                <a:schemeClr val="dk1"/>
              </a:buClr>
              <a:buSzPts val="1800"/>
              <a:buFont typeface="Noto Sans Symbols"/>
              <a:buNone/>
            </a:pPr>
            <a:r>
              <a:rPr b="1" lang="en-US" sz="1800">
                <a:solidFill>
                  <a:schemeClr val="dk1"/>
                </a:solidFill>
                <a:latin typeface="Arial"/>
                <a:ea typeface="Arial"/>
                <a:cs typeface="Arial"/>
                <a:sym typeface="Arial"/>
              </a:rPr>
              <a:t>Output</a:t>
            </a:r>
            <a:endParaRPr/>
          </a:p>
          <a:p>
            <a:pPr indent="0" lvl="0" marL="0" marR="0" rtl="0" algn="l">
              <a:lnSpc>
                <a:spcPct val="60000"/>
              </a:lnSpc>
              <a:spcBef>
                <a:spcPts val="90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ID=1 James 90.5</a:t>
            </a:r>
            <a:endParaRPr/>
          </a:p>
          <a:p>
            <a:pPr indent="0" lvl="0" marL="0" marR="0" rtl="0" algn="l">
              <a:lnSpc>
                <a:spcPct val="60000"/>
              </a:lnSpc>
              <a:spcBef>
                <a:spcPts val="90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ID=2 Smith 45.7</a:t>
            </a:r>
            <a:endParaRPr/>
          </a:p>
          <a:p>
            <a:pPr indent="0" lvl="0" marL="0" marR="0" rtl="0" algn="l">
              <a:lnSpc>
                <a:spcPct val="60000"/>
              </a:lnSpc>
              <a:spcBef>
                <a:spcPts val="90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ID=3 Donald 80.2</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lang="en-US" sz="3200"/>
              <a:t>Step 5 : Closing Database Connection</a:t>
            </a:r>
            <a:endParaRPr/>
          </a:p>
        </p:txBody>
      </p:sp>
      <p:sp>
        <p:nvSpPr>
          <p:cNvPr id="590" name="Google Shape;590;p28"/>
          <p:cNvSpPr/>
          <p:nvPr/>
        </p:nvSpPr>
        <p:spPr>
          <a:xfrm>
            <a:off x="468313" y="1600200"/>
            <a:ext cx="8675687" cy="3557588"/>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400"/>
              <a:buFont typeface="Noto Sans Symbols"/>
              <a:buChar char="▪"/>
            </a:pPr>
            <a:r>
              <a:rPr lang="en-US" sz="2400">
                <a:solidFill>
                  <a:schemeClr val="dk1"/>
                </a:solidFill>
                <a:latin typeface="Gill Sans"/>
                <a:ea typeface="Gill Sans"/>
                <a:cs typeface="Gill Sans"/>
                <a:sym typeface="Gill Sans"/>
              </a:rPr>
              <a:t>It is a good idea to close the Statement and Connection objects when you have finished with them</a:t>
            </a:r>
            <a:endParaRPr>
              <a:solidFill>
                <a:schemeClr val="dk1"/>
              </a:solidFill>
            </a:endParaRPr>
          </a:p>
          <a:p>
            <a:pPr indent="-342900" lvl="0" marL="342900" marR="0" rtl="0" algn="l">
              <a:spcBef>
                <a:spcPts val="480"/>
              </a:spcBef>
              <a:spcAft>
                <a:spcPts val="0"/>
              </a:spcAft>
              <a:buClr>
                <a:schemeClr val="dk1"/>
              </a:buClr>
              <a:buSzPts val="2400"/>
              <a:buFont typeface="Noto Sans Symbols"/>
              <a:buChar char="▪"/>
            </a:pPr>
            <a:r>
              <a:rPr lang="en-US" sz="2400">
                <a:solidFill>
                  <a:schemeClr val="dk1"/>
                </a:solidFill>
                <a:latin typeface="Gill Sans"/>
                <a:ea typeface="Gill Sans"/>
                <a:cs typeface="Gill Sans"/>
                <a:sym typeface="Gill Sans"/>
              </a:rPr>
              <a:t>Close the ResultSet object</a:t>
            </a:r>
            <a:endParaRPr>
              <a:solidFill>
                <a:schemeClr val="dk1"/>
              </a:solidFill>
            </a:endParaRPr>
          </a:p>
          <a:p>
            <a:pPr indent="-342900" lvl="0" marL="342900" marR="0" rtl="0" algn="l">
              <a:spcBef>
                <a:spcPts val="480"/>
              </a:spcBef>
              <a:spcAft>
                <a:spcPts val="0"/>
              </a:spcAft>
              <a:buClr>
                <a:srgbClr val="990000"/>
              </a:buClr>
              <a:buSzPts val="2400"/>
              <a:buFont typeface="Noto Sans Symbols"/>
              <a:buNone/>
            </a:pPr>
            <a:r>
              <a:rPr lang="en-US" sz="2400">
                <a:solidFill>
                  <a:schemeClr val="dk1"/>
                </a:solidFill>
                <a:latin typeface="Gill Sans"/>
                <a:ea typeface="Gill Sans"/>
                <a:cs typeface="Gill Sans"/>
                <a:sym typeface="Gill Sans"/>
              </a:rPr>
              <a:t>		rs.close();</a:t>
            </a:r>
            <a:endParaRPr>
              <a:solidFill>
                <a:schemeClr val="dk1"/>
              </a:solidFill>
            </a:endParaRPr>
          </a:p>
          <a:p>
            <a:pPr indent="-342900" lvl="0" marL="342900" marR="0" rtl="0" algn="l">
              <a:spcBef>
                <a:spcPts val="480"/>
              </a:spcBef>
              <a:spcAft>
                <a:spcPts val="0"/>
              </a:spcAft>
              <a:buClr>
                <a:schemeClr val="dk1"/>
              </a:buClr>
              <a:buSzPts val="2400"/>
              <a:buFont typeface="Noto Sans Symbols"/>
              <a:buChar char="▪"/>
            </a:pPr>
            <a:r>
              <a:rPr lang="en-US" sz="2400">
                <a:solidFill>
                  <a:schemeClr val="dk1"/>
                </a:solidFill>
                <a:latin typeface="Gill Sans"/>
                <a:ea typeface="Gill Sans"/>
                <a:cs typeface="Gill Sans"/>
                <a:sym typeface="Gill Sans"/>
              </a:rPr>
              <a:t>Close the Statement object</a:t>
            </a:r>
            <a:endParaRPr>
              <a:solidFill>
                <a:schemeClr val="dk1"/>
              </a:solidFill>
            </a:endParaRPr>
          </a:p>
          <a:p>
            <a:pPr indent="-342900" lvl="0" marL="342900" marR="0" rtl="0" algn="l">
              <a:spcBef>
                <a:spcPts val="480"/>
              </a:spcBef>
              <a:spcAft>
                <a:spcPts val="0"/>
              </a:spcAft>
              <a:buClr>
                <a:srgbClr val="990000"/>
              </a:buClr>
              <a:buSzPts val="2400"/>
              <a:buFont typeface="Noto Sans Symbols"/>
              <a:buNone/>
            </a:pPr>
            <a:r>
              <a:rPr lang="en-US" sz="2400">
                <a:solidFill>
                  <a:schemeClr val="dk1"/>
                </a:solidFill>
                <a:latin typeface="Gill Sans"/>
                <a:ea typeface="Gill Sans"/>
                <a:cs typeface="Gill Sans"/>
                <a:sym typeface="Gill Sans"/>
              </a:rPr>
              <a:t>		stmt.close();</a:t>
            </a:r>
            <a:endParaRPr>
              <a:solidFill>
                <a:schemeClr val="dk1"/>
              </a:solidFill>
            </a:endParaRPr>
          </a:p>
          <a:p>
            <a:pPr indent="-342900" lvl="0" marL="342900" marR="0" rtl="0" algn="l">
              <a:spcBef>
                <a:spcPts val="480"/>
              </a:spcBef>
              <a:spcAft>
                <a:spcPts val="0"/>
              </a:spcAft>
              <a:buClr>
                <a:schemeClr val="dk1"/>
              </a:buClr>
              <a:buSzPts val="2400"/>
              <a:buFont typeface="Noto Sans Symbols"/>
              <a:buChar char="▪"/>
            </a:pPr>
            <a:r>
              <a:rPr lang="en-US" sz="2400">
                <a:solidFill>
                  <a:schemeClr val="dk1"/>
                </a:solidFill>
                <a:latin typeface="Gill Sans"/>
                <a:ea typeface="Gill Sans"/>
                <a:cs typeface="Gill Sans"/>
                <a:sym typeface="Gill Sans"/>
              </a:rPr>
              <a:t>Close the connection</a:t>
            </a:r>
            <a:endParaRPr>
              <a:solidFill>
                <a:schemeClr val="dk1"/>
              </a:solidFill>
            </a:endParaRPr>
          </a:p>
          <a:p>
            <a:pPr indent="-285750" lvl="1" marL="808038" marR="0" rtl="0" algn="l">
              <a:spcBef>
                <a:spcPts val="480"/>
              </a:spcBef>
              <a:spcAft>
                <a:spcPts val="0"/>
              </a:spcAft>
              <a:buClr>
                <a:srgbClr val="990000"/>
              </a:buClr>
              <a:buSzPts val="2000"/>
              <a:buFont typeface="Noto Sans Symbols"/>
              <a:buNone/>
            </a:pPr>
            <a:r>
              <a:rPr b="0" i="0" lang="en-US" sz="2000" u="none" cap="none" strike="noStrike">
                <a:solidFill>
                  <a:schemeClr val="dk1"/>
                </a:solidFill>
                <a:latin typeface="Gill Sans"/>
                <a:ea typeface="Gill Sans"/>
                <a:cs typeface="Gill Sans"/>
                <a:sym typeface="Gill Sans"/>
              </a:rPr>
              <a:t>		</a:t>
            </a:r>
            <a:r>
              <a:rPr b="0" i="0" lang="en-US" sz="2400" u="none" cap="none" strike="noStrike">
                <a:solidFill>
                  <a:schemeClr val="dk1"/>
                </a:solidFill>
                <a:latin typeface="Gill Sans"/>
                <a:ea typeface="Gill Sans"/>
                <a:cs typeface="Gill Sans"/>
                <a:sym typeface="Gill Sans"/>
              </a:rPr>
              <a:t>connection.close();</a:t>
            </a:r>
            <a:endParaRPr>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3bcfa7d3686_0_10"/>
          <p:cNvSpPr txBox="1"/>
          <p:nvPr>
            <p:ph type="title"/>
          </p:nvPr>
        </p:nvSpPr>
        <p:spPr>
          <a:xfrm>
            <a:off x="685800" y="304800"/>
            <a:ext cx="7772400" cy="6858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2"/>
              </a:buClr>
              <a:buSzPts val="3000"/>
              <a:buFont typeface="Arial"/>
              <a:buNone/>
            </a:pPr>
            <a:r>
              <a:rPr lang="en-US" sz="3000">
                <a:solidFill>
                  <a:schemeClr val="accent2"/>
                </a:solidFill>
                <a:latin typeface="Arial"/>
                <a:ea typeface="Arial"/>
                <a:cs typeface="Arial"/>
                <a:sym typeface="Arial"/>
              </a:rPr>
              <a:t>Putting It All Together – A Simple Example</a:t>
            </a:r>
            <a:r>
              <a:rPr lang="en-US" sz="3200">
                <a:solidFill>
                  <a:schemeClr val="accent2"/>
                </a:solidFill>
                <a:latin typeface="Arial"/>
                <a:ea typeface="Arial"/>
                <a:cs typeface="Arial"/>
                <a:sym typeface="Arial"/>
              </a:rPr>
              <a:t> </a:t>
            </a:r>
            <a:endParaRPr/>
          </a:p>
        </p:txBody>
      </p:sp>
      <p:sp>
        <p:nvSpPr>
          <p:cNvPr id="596" name="Google Shape;596;g3bcfa7d3686_0_10"/>
          <p:cNvSpPr txBox="1"/>
          <p:nvPr>
            <p:ph idx="1" type="body"/>
          </p:nvPr>
        </p:nvSpPr>
        <p:spPr>
          <a:xfrm>
            <a:off x="304800" y="1143000"/>
            <a:ext cx="8305800" cy="4953000"/>
          </a:xfrm>
          <a:prstGeom prst="rect">
            <a:avLst/>
          </a:prstGeom>
          <a:noFill/>
          <a:ln>
            <a:noFill/>
          </a:ln>
        </p:spPr>
        <p:txBody>
          <a:bodyPr anchorCtr="0" anchor="t" bIns="45700" lIns="91425" spcFirstLastPara="1" rIns="91425" wrap="square" tIns="45700">
            <a:normAutofit/>
          </a:bodyPr>
          <a:lstStyle/>
          <a:p>
            <a:pPr indent="-609600" lvl="0" marL="609600" rtl="0" algn="just">
              <a:spcBef>
                <a:spcPts val="0"/>
              </a:spcBef>
              <a:spcAft>
                <a:spcPts val="0"/>
              </a:spcAft>
              <a:buClr>
                <a:schemeClr val="dk1"/>
              </a:buClr>
              <a:buSzPts val="2400"/>
              <a:buChar char="•"/>
            </a:pPr>
            <a:r>
              <a:rPr lang="en-US" sz="2400"/>
              <a:t>Let’s put all these pieces together and develop a Java application that will connect to our </a:t>
            </a:r>
            <a:r>
              <a:rPr lang="en-US" sz="2400">
                <a:latin typeface="Courier New"/>
                <a:ea typeface="Courier New"/>
                <a:cs typeface="Courier New"/>
                <a:sym typeface="Courier New"/>
              </a:rPr>
              <a:t>college</a:t>
            </a:r>
            <a:r>
              <a:rPr lang="en-US" sz="2400"/>
              <a:t> database , execute a query, and return the results.</a:t>
            </a:r>
            <a:endParaRPr/>
          </a:p>
          <a:p>
            <a:pPr indent="-609600" lvl="0" marL="609600" rtl="0" algn="just">
              <a:spcBef>
                <a:spcPts val="1440"/>
              </a:spcBef>
              <a:spcAft>
                <a:spcPts val="0"/>
              </a:spcAft>
              <a:buClr>
                <a:schemeClr val="dk1"/>
              </a:buClr>
              <a:buSzPts val="2400"/>
              <a:buChar char="•"/>
            </a:pPr>
            <a:r>
              <a:rPr lang="en-US" sz="2400"/>
              <a:t>This application will show, in the simplest terms, how to load the JDBC driver, establish a connection, create a statement, have the statement executed, and return the results to the application.</a:t>
            </a:r>
            <a:endParaRPr/>
          </a:p>
          <a:p>
            <a:pPr indent="-609600" lvl="0" marL="609600" rtl="0" algn="just">
              <a:spcBef>
                <a:spcPts val="1440"/>
              </a:spcBef>
              <a:spcAft>
                <a:spcPts val="0"/>
              </a:spcAft>
              <a:buClr>
                <a:schemeClr val="dk1"/>
              </a:buClr>
              <a:buSzPts val="2400"/>
              <a:buChar char="•"/>
            </a:pPr>
            <a:r>
              <a:t/>
            </a:r>
            <a:endParaRPr/>
          </a:p>
        </p:txBody>
      </p:sp>
      <p:sp>
        <p:nvSpPr>
          <p:cNvPr id="597" name="Google Shape;597;g3bcfa7d3686_0_10"/>
          <p:cNvSpPr txBox="1"/>
          <p:nvPr/>
        </p:nvSpPr>
        <p:spPr>
          <a:xfrm>
            <a:off x="228600" y="1828800"/>
            <a:ext cx="1842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3366"/>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g3bcfa7d3686_0_16"/>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Console based JDBC example</a:t>
            </a:r>
            <a:endParaRPr/>
          </a:p>
        </p:txBody>
      </p:sp>
      <p:sp>
        <p:nvSpPr>
          <p:cNvPr id="604" name="Google Shape;604;g3bcfa7d3686_0_16"/>
          <p:cNvSpPr txBox="1"/>
          <p:nvPr>
            <p:ph idx="1" type="body"/>
          </p:nvPr>
        </p:nvSpPr>
        <p:spPr>
          <a:xfrm>
            <a:off x="457200" y="1417650"/>
            <a:ext cx="4038600" cy="5304000"/>
          </a:xfrm>
          <a:prstGeom prst="rect">
            <a:avLst/>
          </a:prstGeom>
        </p:spPr>
        <p:txBody>
          <a:bodyPr anchorCtr="0" anchor="t" bIns="45700" lIns="91425" spcFirstLastPara="1" rIns="91425" wrap="square" tIns="45700">
            <a:normAutofit fontScale="47500" lnSpcReduction="10000"/>
          </a:bodyPr>
          <a:lstStyle/>
          <a:p>
            <a:pPr indent="0" lvl="0" marL="0" rtl="0" algn="l">
              <a:spcBef>
                <a:spcPts val="560"/>
              </a:spcBef>
              <a:spcAft>
                <a:spcPts val="0"/>
              </a:spcAft>
              <a:buNone/>
            </a:pPr>
            <a:r>
              <a:rPr lang="en-US"/>
              <a:t>import java.sql.Connection;</a:t>
            </a:r>
            <a:endParaRPr/>
          </a:p>
          <a:p>
            <a:pPr indent="0" lvl="0" marL="0" rtl="0" algn="l">
              <a:spcBef>
                <a:spcPts val="560"/>
              </a:spcBef>
              <a:spcAft>
                <a:spcPts val="0"/>
              </a:spcAft>
              <a:buNone/>
            </a:pPr>
            <a:r>
              <a:rPr lang="en-US"/>
              <a:t>import java.sql.DriverManager;</a:t>
            </a:r>
            <a:endParaRPr/>
          </a:p>
          <a:p>
            <a:pPr indent="0" lvl="0" marL="0" rtl="0" algn="l">
              <a:spcBef>
                <a:spcPts val="560"/>
              </a:spcBef>
              <a:spcAft>
                <a:spcPts val="0"/>
              </a:spcAft>
              <a:buNone/>
            </a:pPr>
            <a:r>
              <a:rPr lang="en-US"/>
              <a:t>import java.sql.ResultSet;</a:t>
            </a:r>
            <a:endParaRPr/>
          </a:p>
          <a:p>
            <a:pPr indent="0" lvl="0" marL="0" rtl="0" algn="l">
              <a:spcBef>
                <a:spcPts val="560"/>
              </a:spcBef>
              <a:spcAft>
                <a:spcPts val="0"/>
              </a:spcAft>
              <a:buNone/>
            </a:pPr>
            <a:r>
              <a:rPr lang="en-US"/>
              <a:t>import java.sql.Statement;</a:t>
            </a:r>
            <a:endParaRPr/>
          </a:p>
          <a:p>
            <a:pPr indent="0" lvl="0" marL="0" rtl="0" algn="l">
              <a:spcBef>
                <a:spcPts val="560"/>
              </a:spcBef>
              <a:spcAft>
                <a:spcPts val="0"/>
              </a:spcAft>
              <a:buNone/>
            </a:pPr>
            <a:r>
              <a:rPr lang="en-US"/>
              <a:t>public class DBTestClass {</a:t>
            </a:r>
            <a:endParaRPr/>
          </a:p>
          <a:p>
            <a:pPr indent="0" lvl="0" marL="0" rtl="0" algn="l">
              <a:spcBef>
                <a:spcPts val="560"/>
              </a:spcBef>
              <a:spcAft>
                <a:spcPts val="0"/>
              </a:spcAft>
              <a:buNone/>
            </a:pPr>
            <a:r>
              <a:rPr lang="en-US"/>
              <a:t>		    public static void main(String[] args) {</a:t>
            </a:r>
            <a:endParaRPr/>
          </a:p>
          <a:p>
            <a:pPr indent="0" lvl="0" marL="0" rtl="0" algn="l">
              <a:spcBef>
                <a:spcPts val="560"/>
              </a:spcBef>
              <a:spcAft>
                <a:spcPts val="0"/>
              </a:spcAft>
              <a:buNone/>
            </a:pPr>
            <a:r>
              <a:rPr lang="en-US"/>
              <a:t>	        try {</a:t>
            </a:r>
            <a:endParaRPr/>
          </a:p>
          <a:p>
            <a:pPr indent="0" lvl="0" marL="0" rtl="0" algn="l">
              <a:spcBef>
                <a:spcPts val="560"/>
              </a:spcBef>
              <a:spcAft>
                <a:spcPts val="0"/>
              </a:spcAft>
              <a:buNone/>
            </a:pPr>
            <a:r>
              <a:rPr lang="en-US"/>
              <a:t>	            // 1. Load JDBC Driver</a:t>
            </a:r>
            <a:endParaRPr/>
          </a:p>
          <a:p>
            <a:pPr indent="0" lvl="0" marL="0" rtl="0" algn="l">
              <a:spcBef>
                <a:spcPts val="560"/>
              </a:spcBef>
              <a:spcAft>
                <a:spcPts val="0"/>
              </a:spcAft>
              <a:buNone/>
            </a:pPr>
            <a:r>
              <a:rPr lang="en-US"/>
              <a:t>	                       </a:t>
            </a:r>
            <a:endParaRPr/>
          </a:p>
          <a:p>
            <a:pPr indent="0" lvl="0" marL="0" rtl="0" algn="l">
              <a:spcBef>
                <a:spcPts val="560"/>
              </a:spcBef>
              <a:spcAft>
                <a:spcPts val="0"/>
              </a:spcAft>
              <a:buNone/>
            </a:pPr>
            <a:r>
              <a:rPr lang="en-US"/>
              <a:t>                           Class.forName("com.mysql.cj.jdbc.Driver");</a:t>
            </a:r>
            <a:endParaRPr/>
          </a:p>
          <a:p>
            <a:pPr indent="0" lvl="0" marL="0" rtl="0" algn="l">
              <a:spcBef>
                <a:spcPts val="560"/>
              </a:spcBef>
              <a:spcAft>
                <a:spcPts val="0"/>
              </a:spcAft>
              <a:buNone/>
            </a:pPr>
            <a:r>
              <a:rPr lang="en-US"/>
              <a:t>	            // 2. Establish Connection</a:t>
            </a:r>
            <a:endParaRPr/>
          </a:p>
          <a:p>
            <a:pPr indent="0" lvl="0" marL="0" rtl="0" algn="l">
              <a:spcBef>
                <a:spcPts val="560"/>
              </a:spcBef>
              <a:spcAft>
                <a:spcPts val="0"/>
              </a:spcAft>
              <a:buNone/>
            </a:pPr>
            <a:r>
              <a:rPr lang="en-US"/>
              <a:t>	            Connection con = DriverManager.getConnection(</a:t>
            </a:r>
            <a:endParaRPr/>
          </a:p>
          <a:p>
            <a:pPr indent="0" lvl="0" marL="0" rtl="0" algn="l">
              <a:spcBef>
                <a:spcPts val="560"/>
              </a:spcBef>
              <a:spcAft>
                <a:spcPts val="0"/>
              </a:spcAft>
              <a:buNone/>
            </a:pPr>
            <a:r>
              <a:rPr lang="en-US"/>
              <a:t>	                    "jdbc:mysql://localhost:3306/college",</a:t>
            </a:r>
            <a:endParaRPr/>
          </a:p>
          <a:p>
            <a:pPr indent="0" lvl="0" marL="0" rtl="0" algn="l">
              <a:spcBef>
                <a:spcPts val="560"/>
              </a:spcBef>
              <a:spcAft>
                <a:spcPts val="0"/>
              </a:spcAft>
              <a:buNone/>
            </a:pPr>
            <a:r>
              <a:rPr lang="en-US"/>
              <a:t>	                    "root",</a:t>
            </a:r>
            <a:endParaRPr/>
          </a:p>
          <a:p>
            <a:pPr indent="0" lvl="0" marL="0" rtl="0" algn="l">
              <a:spcBef>
                <a:spcPts val="560"/>
              </a:spcBef>
              <a:spcAft>
                <a:spcPts val="0"/>
              </a:spcAft>
              <a:buNone/>
            </a:pPr>
            <a:r>
              <a:rPr lang="en-US"/>
              <a:t>	                    "Mysql@1234"</a:t>
            </a:r>
            <a:endParaRPr/>
          </a:p>
          <a:p>
            <a:pPr indent="0" lvl="0" marL="0" rtl="0" algn="l">
              <a:spcBef>
                <a:spcPts val="560"/>
              </a:spcBef>
              <a:spcAft>
                <a:spcPts val="0"/>
              </a:spcAft>
              <a:buNone/>
            </a:pPr>
            <a:r>
              <a:rPr lang="en-US"/>
              <a:t>	            );</a:t>
            </a:r>
            <a:endParaRPr/>
          </a:p>
          <a:p>
            <a:pPr indent="0" lvl="0" marL="0" rtl="0" algn="l">
              <a:spcBef>
                <a:spcPts val="560"/>
              </a:spcBef>
              <a:spcAft>
                <a:spcPts val="0"/>
              </a:spcAft>
              <a:buNone/>
            </a:pPr>
            <a:r>
              <a:t/>
            </a:r>
            <a:endParaRPr/>
          </a:p>
          <a:p>
            <a:pPr indent="0" lvl="0" marL="0" rtl="0" algn="l">
              <a:spcBef>
                <a:spcPts val="560"/>
              </a:spcBef>
              <a:spcAft>
                <a:spcPts val="0"/>
              </a:spcAft>
              <a:buNone/>
            </a:pPr>
            <a:r>
              <a:rPr lang="en-US"/>
              <a:t>	         </a:t>
            </a:r>
            <a:endParaRPr/>
          </a:p>
        </p:txBody>
      </p:sp>
      <p:sp>
        <p:nvSpPr>
          <p:cNvPr id="605" name="Google Shape;605;g3bcfa7d3686_0_16"/>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06" name="Google Shape;606;g3bcfa7d3686_0_16"/>
          <p:cNvSpPr txBox="1"/>
          <p:nvPr>
            <p:ph idx="2" type="body"/>
          </p:nvPr>
        </p:nvSpPr>
        <p:spPr>
          <a:xfrm>
            <a:off x="4648200" y="1417500"/>
            <a:ext cx="4038600" cy="5304000"/>
          </a:xfrm>
          <a:prstGeom prst="rect">
            <a:avLst/>
          </a:prstGeom>
        </p:spPr>
        <p:txBody>
          <a:bodyPr anchorCtr="0" anchor="t" bIns="45700" lIns="91425" spcFirstLastPara="1" rIns="91425" wrap="square" tIns="45700">
            <a:normAutofit fontScale="40000" lnSpcReduction="20000"/>
          </a:bodyPr>
          <a:lstStyle/>
          <a:p>
            <a:pPr indent="0" lvl="0" marL="0" rtl="0" algn="l">
              <a:spcBef>
                <a:spcPts val="560"/>
              </a:spcBef>
              <a:spcAft>
                <a:spcPts val="0"/>
              </a:spcAft>
              <a:buNone/>
            </a:pPr>
            <a:r>
              <a:rPr lang="en-US"/>
              <a:t>// 3. Create Statement</a:t>
            </a:r>
            <a:endParaRPr/>
          </a:p>
          <a:p>
            <a:pPr indent="0" lvl="0" marL="0" rtl="0" algn="l">
              <a:spcBef>
                <a:spcPts val="560"/>
              </a:spcBef>
              <a:spcAft>
                <a:spcPts val="0"/>
              </a:spcAft>
              <a:buNone/>
            </a:pPr>
            <a:r>
              <a:rPr lang="en-US"/>
              <a:t>	            Statement stmt = con.createStatement();</a:t>
            </a:r>
            <a:endParaRPr/>
          </a:p>
          <a:p>
            <a:pPr indent="0" lvl="0" marL="0" rtl="0" algn="l">
              <a:spcBef>
                <a:spcPts val="560"/>
              </a:spcBef>
              <a:spcAft>
                <a:spcPts val="0"/>
              </a:spcAft>
              <a:buNone/>
            </a:pPr>
            <a:r>
              <a:t/>
            </a:r>
            <a:endParaRPr/>
          </a:p>
          <a:p>
            <a:pPr indent="0" lvl="0" marL="0" rtl="0" algn="l">
              <a:spcBef>
                <a:spcPts val="560"/>
              </a:spcBef>
              <a:spcAft>
                <a:spcPts val="0"/>
              </a:spcAft>
              <a:buNone/>
            </a:pPr>
            <a:r>
              <a:rPr lang="en-US"/>
              <a:t>	            // 4. Execute Query</a:t>
            </a:r>
            <a:endParaRPr/>
          </a:p>
          <a:p>
            <a:pPr indent="0" lvl="0" marL="0" rtl="0" algn="l">
              <a:spcBef>
                <a:spcPts val="560"/>
              </a:spcBef>
              <a:spcAft>
                <a:spcPts val="0"/>
              </a:spcAft>
              <a:buNone/>
            </a:pPr>
            <a:r>
              <a:rPr lang="en-US"/>
              <a:t>	            ResultSet rs = stmt.executeQuery("SELECT * FROM student");</a:t>
            </a:r>
            <a:endParaRPr/>
          </a:p>
          <a:p>
            <a:pPr indent="0" lvl="0" marL="0" rtl="0" algn="l">
              <a:spcBef>
                <a:spcPts val="560"/>
              </a:spcBef>
              <a:spcAft>
                <a:spcPts val="0"/>
              </a:spcAft>
              <a:buNone/>
            </a:pPr>
            <a:r>
              <a:t/>
            </a:r>
            <a:endParaRPr/>
          </a:p>
          <a:p>
            <a:pPr indent="0" lvl="0" marL="0" rtl="0" algn="l">
              <a:spcBef>
                <a:spcPts val="560"/>
              </a:spcBef>
              <a:spcAft>
                <a:spcPts val="0"/>
              </a:spcAft>
              <a:buNone/>
            </a:pPr>
            <a:r>
              <a:rPr lang="en-US"/>
              <a:t>	            // 5. Process Result</a:t>
            </a:r>
            <a:endParaRPr/>
          </a:p>
          <a:p>
            <a:pPr indent="0" lvl="0" marL="0" rtl="0" algn="l">
              <a:spcBef>
                <a:spcPts val="560"/>
              </a:spcBef>
              <a:spcAft>
                <a:spcPts val="0"/>
              </a:spcAft>
              <a:buNone/>
            </a:pPr>
            <a:r>
              <a:rPr lang="en-US"/>
              <a:t>	            while (rs.next()) {</a:t>
            </a:r>
            <a:endParaRPr/>
          </a:p>
          <a:p>
            <a:pPr indent="0" lvl="0" marL="0" rtl="0" algn="l">
              <a:spcBef>
                <a:spcPts val="560"/>
              </a:spcBef>
              <a:spcAft>
                <a:spcPts val="0"/>
              </a:spcAft>
              <a:buNone/>
            </a:pPr>
            <a:r>
              <a:rPr lang="en-US"/>
              <a:t>	                System.out.println(</a:t>
            </a:r>
            <a:endParaRPr/>
          </a:p>
          <a:p>
            <a:pPr indent="0" lvl="0" marL="0" rtl="0" algn="l">
              <a:spcBef>
                <a:spcPts val="560"/>
              </a:spcBef>
              <a:spcAft>
                <a:spcPts val="0"/>
              </a:spcAft>
              <a:buNone/>
            </a:pPr>
            <a:r>
              <a:rPr lang="en-US"/>
              <a:t>	                        rs.getInt("id") + "  " + rs.getString("name")</a:t>
            </a:r>
            <a:endParaRPr/>
          </a:p>
          <a:p>
            <a:pPr indent="0" lvl="0" marL="0" rtl="0" algn="l">
              <a:spcBef>
                <a:spcPts val="560"/>
              </a:spcBef>
              <a:spcAft>
                <a:spcPts val="0"/>
              </a:spcAft>
              <a:buNone/>
            </a:pPr>
            <a:r>
              <a:rPr lang="en-US"/>
              <a:t>	                );</a:t>
            </a:r>
            <a:endParaRPr/>
          </a:p>
          <a:p>
            <a:pPr indent="0" lvl="0" marL="0" rtl="0" algn="l">
              <a:spcBef>
                <a:spcPts val="560"/>
              </a:spcBef>
              <a:spcAft>
                <a:spcPts val="0"/>
              </a:spcAft>
              <a:buNone/>
            </a:pPr>
            <a:r>
              <a:rPr lang="en-US"/>
              <a:t>	            }</a:t>
            </a:r>
            <a:endParaRPr/>
          </a:p>
          <a:p>
            <a:pPr indent="0" lvl="0" marL="0" rtl="0" algn="l">
              <a:spcBef>
                <a:spcPts val="560"/>
              </a:spcBef>
              <a:spcAft>
                <a:spcPts val="0"/>
              </a:spcAft>
              <a:buNone/>
            </a:pPr>
            <a:r>
              <a:t/>
            </a:r>
            <a:endParaRPr/>
          </a:p>
          <a:p>
            <a:pPr indent="0" lvl="0" marL="0" rtl="0" algn="l">
              <a:spcBef>
                <a:spcPts val="560"/>
              </a:spcBef>
              <a:spcAft>
                <a:spcPts val="0"/>
              </a:spcAft>
              <a:buNone/>
            </a:pPr>
            <a:r>
              <a:rPr lang="en-US"/>
              <a:t>	            // 6. Close Connection</a:t>
            </a:r>
            <a:endParaRPr/>
          </a:p>
          <a:p>
            <a:pPr indent="0" lvl="0" marL="0" rtl="0" algn="l">
              <a:spcBef>
                <a:spcPts val="560"/>
              </a:spcBef>
              <a:spcAft>
                <a:spcPts val="0"/>
              </a:spcAft>
              <a:buNone/>
            </a:pPr>
            <a:r>
              <a:rPr lang="en-US"/>
              <a:t>	            rs.close();</a:t>
            </a:r>
            <a:endParaRPr/>
          </a:p>
          <a:p>
            <a:pPr indent="0" lvl="0" marL="0" rtl="0" algn="l">
              <a:spcBef>
                <a:spcPts val="560"/>
              </a:spcBef>
              <a:spcAft>
                <a:spcPts val="0"/>
              </a:spcAft>
              <a:buNone/>
            </a:pPr>
            <a:r>
              <a:rPr lang="en-US"/>
              <a:t>	            stmt.close();</a:t>
            </a:r>
            <a:endParaRPr/>
          </a:p>
          <a:p>
            <a:pPr indent="0" lvl="0" marL="0" rtl="0" algn="l">
              <a:spcBef>
                <a:spcPts val="560"/>
              </a:spcBef>
              <a:spcAft>
                <a:spcPts val="0"/>
              </a:spcAft>
              <a:buNone/>
            </a:pPr>
            <a:r>
              <a:rPr lang="en-US"/>
              <a:t>	            con.close();</a:t>
            </a:r>
            <a:endParaRPr/>
          </a:p>
          <a:p>
            <a:pPr indent="0" lvl="0" marL="0" rtl="0" algn="l">
              <a:spcBef>
                <a:spcPts val="560"/>
              </a:spcBef>
              <a:spcAft>
                <a:spcPts val="0"/>
              </a:spcAft>
              <a:buNone/>
            </a:pPr>
            <a:r>
              <a:rPr lang="en-US"/>
              <a:t>	        } catch (Exception e) {</a:t>
            </a:r>
            <a:endParaRPr/>
          </a:p>
          <a:p>
            <a:pPr indent="0" lvl="0" marL="0" rtl="0" algn="l">
              <a:spcBef>
                <a:spcPts val="560"/>
              </a:spcBef>
              <a:spcAft>
                <a:spcPts val="0"/>
              </a:spcAft>
              <a:buNone/>
            </a:pPr>
            <a:r>
              <a:rPr lang="en-US"/>
              <a:t>	            e.printStackTrace();</a:t>
            </a:r>
            <a:endParaRPr/>
          </a:p>
          <a:p>
            <a:pPr indent="0" lvl="0" marL="0" rtl="0" algn="l">
              <a:spcBef>
                <a:spcPts val="560"/>
              </a:spcBef>
              <a:spcAft>
                <a:spcPts val="0"/>
              </a:spcAft>
              <a:buNone/>
            </a:pPr>
            <a:r>
              <a:rPr lang="en-US"/>
              <a:t>	        }</a:t>
            </a:r>
            <a:endParaRPr/>
          </a:p>
          <a:p>
            <a:pPr indent="0" lvl="0" marL="0" rtl="0" algn="l">
              <a:spcBef>
                <a:spcPts val="560"/>
              </a:spcBef>
              <a:spcAft>
                <a:spcPts val="0"/>
              </a:spcAft>
              <a:buNone/>
            </a:pPr>
            <a:r>
              <a:rPr lang="en-US"/>
              <a:t>	    }</a:t>
            </a:r>
            <a:endParaRPr/>
          </a:p>
          <a:p>
            <a:pPr indent="0" lvl="0" marL="0" rtl="0" algn="l">
              <a:spcBef>
                <a:spcPts val="560"/>
              </a:spcBef>
              <a:spcAft>
                <a:spcPts val="0"/>
              </a:spcAft>
              <a:buNone/>
            </a:pPr>
            <a:r>
              <a:rPr lang="en-US"/>
              <a:t>	}</a:t>
            </a:r>
            <a:endParaRPr/>
          </a:p>
          <a:p>
            <a:pPr indent="0" lvl="0" marL="0" rtl="0" algn="l">
              <a:spcBef>
                <a:spcPts val="560"/>
              </a:spcBef>
              <a:spcAft>
                <a:spcPts val="0"/>
              </a:spcAft>
              <a:buNone/>
            </a:pPr>
            <a:r>
              <a:t/>
            </a:r>
            <a:endParaRPr/>
          </a:p>
          <a:p>
            <a:pPr indent="0" lvl="0" marL="0" rtl="0" algn="l">
              <a:spcBef>
                <a:spcPts val="560"/>
              </a:spcBef>
              <a:spcAft>
                <a:spcPts val="0"/>
              </a:spcAft>
              <a:buNone/>
            </a:pPr>
            <a:r>
              <a:t/>
            </a:r>
            <a:endParaRPr/>
          </a:p>
        </p:txBody>
      </p:sp>
      <p:pic>
        <p:nvPicPr>
          <p:cNvPr id="607" name="Google Shape;607;g3bcfa7d3686_0_16"/>
          <p:cNvPicPr preferRelativeResize="0"/>
          <p:nvPr/>
        </p:nvPicPr>
        <p:blipFill>
          <a:blip r:embed="rId3">
            <a:alphaModFix/>
          </a:blip>
          <a:stretch>
            <a:fillRect/>
          </a:stretch>
        </p:blipFill>
        <p:spPr>
          <a:xfrm>
            <a:off x="6871750" y="5440125"/>
            <a:ext cx="2000250" cy="12001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g3bd14058c71_0_40"/>
          <p:cNvSpPr txBox="1"/>
          <p:nvPr>
            <p:ph type="title"/>
          </p:nvPr>
        </p:nvSpPr>
        <p:spPr>
          <a:xfrm>
            <a:off x="685800" y="304800"/>
            <a:ext cx="7772400" cy="6858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2"/>
              </a:buClr>
              <a:buSzPts val="3200"/>
              <a:buFont typeface="Arial"/>
              <a:buNone/>
            </a:pPr>
            <a:r>
              <a:rPr lang="en-US" sz="3200">
                <a:solidFill>
                  <a:schemeClr val="accent2"/>
                </a:solidFill>
                <a:latin typeface="Arial"/>
                <a:ea typeface="Arial"/>
                <a:cs typeface="Arial"/>
                <a:sym typeface="Arial"/>
              </a:rPr>
              <a:t>Note Regarding Static Method </a:t>
            </a:r>
            <a:r>
              <a:rPr lang="en-US" sz="3200">
                <a:solidFill>
                  <a:schemeClr val="accent2"/>
                </a:solidFill>
                <a:latin typeface="Courier New"/>
                <a:ea typeface="Courier New"/>
                <a:cs typeface="Courier New"/>
                <a:sym typeface="Courier New"/>
              </a:rPr>
              <a:t>forName</a:t>
            </a:r>
            <a:endParaRPr/>
          </a:p>
        </p:txBody>
      </p:sp>
      <p:sp>
        <p:nvSpPr>
          <p:cNvPr id="613" name="Google Shape;613;g3bd14058c71_0_40"/>
          <p:cNvSpPr txBox="1"/>
          <p:nvPr>
            <p:ph idx="1" type="body"/>
          </p:nvPr>
        </p:nvSpPr>
        <p:spPr>
          <a:xfrm>
            <a:off x="304800" y="1143000"/>
            <a:ext cx="8305800" cy="4953000"/>
          </a:xfrm>
          <a:prstGeom prst="rect">
            <a:avLst/>
          </a:prstGeom>
          <a:noFill/>
          <a:ln>
            <a:noFill/>
          </a:ln>
        </p:spPr>
        <p:txBody>
          <a:bodyPr anchorCtr="0" anchor="t" bIns="45700" lIns="91425" spcFirstLastPara="1" rIns="91425" wrap="square" tIns="45700">
            <a:normAutofit/>
          </a:bodyPr>
          <a:lstStyle/>
          <a:p>
            <a:pPr indent="-609600" lvl="0" marL="609600" rtl="0" algn="just">
              <a:lnSpc>
                <a:spcPct val="90000"/>
              </a:lnSpc>
              <a:spcBef>
                <a:spcPts val="0"/>
              </a:spcBef>
              <a:spcAft>
                <a:spcPts val="0"/>
              </a:spcAft>
              <a:buClr>
                <a:schemeClr val="dk2"/>
              </a:buClr>
              <a:buSzPts val="2400"/>
              <a:buChar char="•"/>
            </a:pPr>
            <a:r>
              <a:rPr lang="en-US" sz="2400">
                <a:solidFill>
                  <a:schemeClr val="dk2"/>
                </a:solidFill>
              </a:rPr>
              <a:t>The database driver must be loaded before connecting to the database.    The static method </a:t>
            </a:r>
            <a:r>
              <a:rPr lang="en-US" sz="2400">
                <a:solidFill>
                  <a:schemeClr val="dk2"/>
                </a:solidFill>
                <a:latin typeface="Courier New"/>
                <a:ea typeface="Courier New"/>
                <a:cs typeface="Courier New"/>
                <a:sym typeface="Courier New"/>
              </a:rPr>
              <a:t>forName</a:t>
            </a:r>
            <a:r>
              <a:rPr lang="en-US" sz="2400">
                <a:solidFill>
                  <a:schemeClr val="dk2"/>
                </a:solidFill>
              </a:rPr>
              <a:t> of class </a:t>
            </a:r>
            <a:r>
              <a:rPr lang="en-US" sz="2400">
                <a:solidFill>
                  <a:schemeClr val="dk2"/>
                </a:solidFill>
                <a:latin typeface="Courier New"/>
                <a:ea typeface="Courier New"/>
                <a:cs typeface="Courier New"/>
                <a:sym typeface="Courier New"/>
              </a:rPr>
              <a:t>Class</a:t>
            </a:r>
            <a:r>
              <a:rPr lang="en-US" sz="2400">
                <a:solidFill>
                  <a:schemeClr val="dk2"/>
                </a:solidFill>
              </a:rPr>
              <a:t> is used to load the class for the database driver.  </a:t>
            </a:r>
            <a:endParaRPr/>
          </a:p>
          <a:p>
            <a:pPr indent="-609600" lvl="0" marL="609600" rtl="0" algn="just">
              <a:lnSpc>
                <a:spcPct val="90000"/>
              </a:lnSpc>
              <a:spcBef>
                <a:spcPts val="1440"/>
              </a:spcBef>
              <a:spcAft>
                <a:spcPts val="0"/>
              </a:spcAft>
              <a:buClr>
                <a:schemeClr val="dk2"/>
              </a:buClr>
              <a:buSzPts val="2400"/>
              <a:buChar char="•"/>
            </a:pPr>
            <a:r>
              <a:rPr lang="en-US" sz="2400">
                <a:solidFill>
                  <a:schemeClr val="dk2"/>
                </a:solidFill>
              </a:rPr>
              <a:t>This method throws a checked exception of type </a:t>
            </a:r>
            <a:r>
              <a:rPr lang="en-US" sz="2400">
                <a:solidFill>
                  <a:schemeClr val="dk2"/>
                </a:solidFill>
                <a:latin typeface="Courier New"/>
                <a:ea typeface="Courier New"/>
                <a:cs typeface="Courier New"/>
                <a:sym typeface="Courier New"/>
              </a:rPr>
              <a:t>java.lang.ClassNotFoundException</a:t>
            </a:r>
            <a:r>
              <a:rPr lang="en-US" sz="2400">
                <a:solidFill>
                  <a:schemeClr val="dk2"/>
                </a:solidFill>
              </a:rPr>
              <a:t> if the class loader cannot locate the driver class.</a:t>
            </a:r>
            <a:endParaRPr/>
          </a:p>
          <a:p>
            <a:pPr indent="-609600" lvl="0" marL="609600" rtl="0" algn="just">
              <a:lnSpc>
                <a:spcPct val="90000"/>
              </a:lnSpc>
              <a:spcBef>
                <a:spcPts val="1440"/>
              </a:spcBef>
              <a:spcAft>
                <a:spcPts val="0"/>
              </a:spcAft>
              <a:buClr>
                <a:schemeClr val="dk2"/>
              </a:buClr>
              <a:buSzPts val="2400"/>
              <a:buChar char="•"/>
            </a:pPr>
            <a:r>
              <a:rPr lang="en-US" sz="2400">
                <a:solidFill>
                  <a:schemeClr val="dk2"/>
                </a:solidFill>
              </a:rPr>
              <a:t>To avoid this exception, you need to include the </a:t>
            </a:r>
            <a:r>
              <a:rPr lang="en-US" sz="2400">
                <a:solidFill>
                  <a:schemeClr val="dk2"/>
                </a:solidFill>
                <a:latin typeface="Courier New"/>
                <a:ea typeface="Courier New"/>
                <a:cs typeface="Courier New"/>
                <a:sym typeface="Courier New"/>
              </a:rPr>
              <a:t>mysql-connector-j-9.6.0.jar</a:t>
            </a:r>
            <a:r>
              <a:rPr lang="en-US" sz="2400">
                <a:solidFill>
                  <a:schemeClr val="dk2"/>
                </a:solidFill>
              </a:rPr>
              <a:t> in your program’s classpath when you execute the program. </a:t>
            </a:r>
            <a:endParaRPr/>
          </a:p>
          <a:p>
            <a:pPr indent="0" lvl="0" marL="342900" rtl="0" algn="just">
              <a:lnSpc>
                <a:spcPct val="90000"/>
              </a:lnSpc>
              <a:spcBef>
                <a:spcPts val="1440"/>
              </a:spcBef>
              <a:spcAft>
                <a:spcPts val="0"/>
              </a:spcAft>
              <a:buNone/>
            </a:pPr>
            <a:r>
              <a:t/>
            </a:r>
            <a:endParaRPr/>
          </a:p>
        </p:txBody>
      </p:sp>
      <p:sp>
        <p:nvSpPr>
          <p:cNvPr id="614" name="Google Shape;614;g3bd14058c71_0_40"/>
          <p:cNvSpPr txBox="1"/>
          <p:nvPr/>
        </p:nvSpPr>
        <p:spPr>
          <a:xfrm>
            <a:off x="228600" y="1828800"/>
            <a:ext cx="1842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3366"/>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g3bcfa7d3686_0_25"/>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Connection Interface</a:t>
            </a:r>
            <a:endParaRPr/>
          </a:p>
        </p:txBody>
      </p:sp>
      <p:sp>
        <p:nvSpPr>
          <p:cNvPr id="621" name="Google Shape;621;g3bcfa7d3686_0_25"/>
          <p:cNvSpPr/>
          <p:nvPr>
            <p:ph idx="2" type="tbl"/>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2400"/>
              <a:t>The </a:t>
            </a:r>
            <a:r>
              <a:rPr b="1" lang="en-US" sz="2400"/>
              <a:t>Connection interface</a:t>
            </a:r>
            <a:r>
              <a:rPr lang="en-US" sz="2400"/>
              <a:t> is part of the </a:t>
            </a:r>
            <a:r>
              <a:rPr lang="en-US" sz="2400">
                <a:solidFill>
                  <a:srgbClr val="188038"/>
                </a:solidFill>
              </a:rPr>
              <a:t>java.sql</a:t>
            </a:r>
            <a:r>
              <a:rPr lang="en-US" sz="2400"/>
              <a:t> package.</a:t>
            </a:r>
            <a:br>
              <a:rPr lang="en-US" sz="2400"/>
            </a:br>
            <a:r>
              <a:rPr lang="en-US" sz="2400"/>
              <a:t> It represents a </a:t>
            </a:r>
            <a:r>
              <a:rPr b="1" lang="en-US" sz="2400"/>
              <a:t>session between a Java application and a database</a:t>
            </a:r>
            <a:r>
              <a:rPr lang="en-US" sz="2400"/>
              <a:t>.</a:t>
            </a:r>
            <a:endParaRPr sz="2400"/>
          </a:p>
          <a:p>
            <a:pPr indent="0" lvl="0" marL="0" rtl="0" algn="l">
              <a:lnSpc>
                <a:spcPct val="115000"/>
              </a:lnSpc>
              <a:spcBef>
                <a:spcPts val="1200"/>
              </a:spcBef>
              <a:spcAft>
                <a:spcPts val="0"/>
              </a:spcAft>
              <a:buClr>
                <a:schemeClr val="dk1"/>
              </a:buClr>
              <a:buSzPts val="1100"/>
              <a:buFont typeface="Arial"/>
              <a:buNone/>
            </a:pPr>
            <a:r>
              <a:rPr lang="en-US" sz="2400"/>
              <a:t>A </a:t>
            </a:r>
            <a:r>
              <a:rPr lang="en-US" sz="2400">
                <a:solidFill>
                  <a:srgbClr val="188038"/>
                </a:solidFill>
              </a:rPr>
              <a:t>Connection</a:t>
            </a:r>
            <a:r>
              <a:rPr lang="en-US" sz="2400"/>
              <a:t> object is used to:</a:t>
            </a:r>
            <a:endParaRPr sz="2400"/>
          </a:p>
          <a:p>
            <a:pPr indent="-381000" lvl="0" marL="457200" rtl="0" algn="l">
              <a:lnSpc>
                <a:spcPct val="115000"/>
              </a:lnSpc>
              <a:spcBef>
                <a:spcPts val="1200"/>
              </a:spcBef>
              <a:spcAft>
                <a:spcPts val="0"/>
              </a:spcAft>
              <a:buClr>
                <a:schemeClr val="dk1"/>
              </a:buClr>
              <a:buSzPts val="2400"/>
              <a:buFont typeface="Calibri"/>
              <a:buChar char="●"/>
            </a:pPr>
            <a:r>
              <a:rPr lang="en-US" sz="2400"/>
              <a:t>Establish communication with the database</a:t>
            </a:r>
            <a:endParaRPr sz="2400"/>
          </a:p>
          <a:p>
            <a:pPr indent="-381000" lvl="0" marL="457200" rtl="0" algn="l">
              <a:lnSpc>
                <a:spcPct val="115000"/>
              </a:lnSpc>
              <a:spcBef>
                <a:spcPts val="0"/>
              </a:spcBef>
              <a:spcAft>
                <a:spcPts val="0"/>
              </a:spcAft>
              <a:buClr>
                <a:schemeClr val="dk1"/>
              </a:buClr>
              <a:buSzPts val="2400"/>
              <a:buFont typeface="Calibri"/>
              <a:buChar char="●"/>
            </a:pPr>
            <a:r>
              <a:rPr lang="en-US" sz="2400"/>
              <a:t>Create SQL statements</a:t>
            </a:r>
            <a:endParaRPr sz="2400"/>
          </a:p>
          <a:p>
            <a:pPr indent="-381000" lvl="0" marL="457200" rtl="0" algn="l">
              <a:lnSpc>
                <a:spcPct val="115000"/>
              </a:lnSpc>
              <a:spcBef>
                <a:spcPts val="0"/>
              </a:spcBef>
              <a:spcAft>
                <a:spcPts val="0"/>
              </a:spcAft>
              <a:buClr>
                <a:schemeClr val="dk1"/>
              </a:buClr>
              <a:buSzPts val="2400"/>
              <a:buFont typeface="Calibri"/>
              <a:buChar char="●"/>
            </a:pPr>
            <a:r>
              <a:rPr lang="en-US" sz="2400"/>
              <a:t>Manage transactions</a:t>
            </a:r>
            <a:endParaRPr sz="2400"/>
          </a:p>
          <a:p>
            <a:pPr indent="0" lvl="0" marL="0" rtl="0" algn="l">
              <a:lnSpc>
                <a:spcPct val="115000"/>
              </a:lnSpc>
              <a:spcBef>
                <a:spcPts val="1200"/>
              </a:spcBef>
              <a:spcAft>
                <a:spcPts val="0"/>
              </a:spcAft>
              <a:buNone/>
            </a:pPr>
            <a:r>
              <a:rPr lang="en-US" sz="2400"/>
              <a:t>The </a:t>
            </a:r>
            <a:r>
              <a:rPr lang="en-US" sz="2400">
                <a:solidFill>
                  <a:srgbClr val="188038"/>
                </a:solidFill>
              </a:rPr>
              <a:t>Connection</a:t>
            </a:r>
            <a:r>
              <a:rPr lang="en-US" sz="2400"/>
              <a:t> object is obtained using the </a:t>
            </a:r>
            <a:r>
              <a:rPr b="1" lang="en-US" sz="2400"/>
              <a:t>DriverManager</a:t>
            </a:r>
            <a:r>
              <a:rPr lang="en-US" sz="2400"/>
              <a:t> class.</a:t>
            </a:r>
            <a:endParaRPr sz="2400"/>
          </a:p>
          <a:p>
            <a:pPr indent="0" lvl="0" marL="0" marR="0" rtl="0" algn="l">
              <a:lnSpc>
                <a:spcPct val="100000"/>
              </a:lnSpc>
              <a:spcBef>
                <a:spcPts val="1200"/>
              </a:spcBef>
              <a:spcAft>
                <a:spcPts val="0"/>
              </a:spcAft>
              <a:buClr>
                <a:schemeClr val="dk1"/>
              </a:buClr>
              <a:buSzPts val="1100"/>
              <a:buFont typeface="Arial"/>
              <a:buNone/>
            </a:pPr>
            <a:r>
              <a:rPr lang="en-US" sz="2300"/>
              <a:t>Connection con = DriverManager.getConnection(</a:t>
            </a:r>
            <a:endParaRPr sz="2300"/>
          </a:p>
          <a:p>
            <a:pPr indent="0" lvl="0" marL="0" rtl="0" algn="l">
              <a:spcBef>
                <a:spcPts val="0"/>
              </a:spcBef>
              <a:spcAft>
                <a:spcPts val="0"/>
              </a:spcAft>
              <a:buClr>
                <a:schemeClr val="dk1"/>
              </a:buClr>
              <a:buSzPts val="1100"/>
              <a:buFont typeface="Arial"/>
              <a:buNone/>
            </a:pPr>
            <a:r>
              <a:rPr lang="en-US" sz="2300"/>
              <a:t>    "jdbc:mysql://localhost:3306/college",  "root",   "" );</a:t>
            </a:r>
            <a:endParaRPr sz="2300"/>
          </a:p>
          <a:p>
            <a:pPr indent="0" lvl="0" marL="0" rtl="0" algn="l">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30"/>
          <p:cNvSpPr txBox="1"/>
          <p:nvPr>
            <p:ph type="title"/>
          </p:nvPr>
        </p:nvSpPr>
        <p:spPr>
          <a:xfrm>
            <a:off x="457200" y="131194"/>
            <a:ext cx="8229600" cy="5814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2"/>
              </a:buClr>
              <a:buSzPts val="3000"/>
              <a:buFont typeface="Arial"/>
              <a:buNone/>
            </a:pPr>
            <a:r>
              <a:rPr lang="en-US" sz="3000">
                <a:solidFill>
                  <a:schemeClr val="accent2"/>
                </a:solidFill>
                <a:latin typeface="Arial"/>
                <a:ea typeface="Arial"/>
                <a:cs typeface="Arial"/>
                <a:sym typeface="Arial"/>
              </a:rPr>
              <a:t>Selected Methods In </a:t>
            </a:r>
            <a:r>
              <a:rPr lang="en-US" sz="3000">
                <a:solidFill>
                  <a:schemeClr val="accent2"/>
                </a:solidFill>
                <a:latin typeface="Courier New"/>
                <a:ea typeface="Courier New"/>
                <a:cs typeface="Courier New"/>
                <a:sym typeface="Courier New"/>
              </a:rPr>
              <a:t>java.sql.Connection</a:t>
            </a:r>
            <a:endParaRPr/>
          </a:p>
        </p:txBody>
      </p:sp>
      <p:sp>
        <p:nvSpPr>
          <p:cNvPr id="627" name="Google Shape;627;p30"/>
          <p:cNvSpPr txBox="1"/>
          <p:nvPr/>
        </p:nvSpPr>
        <p:spPr>
          <a:xfrm>
            <a:off x="228600" y="1828800"/>
            <a:ext cx="1841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3366"/>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graphicFrame>
        <p:nvGraphicFramePr>
          <p:cNvPr id="628" name="Google Shape;628;p30"/>
          <p:cNvGraphicFramePr/>
          <p:nvPr/>
        </p:nvGraphicFramePr>
        <p:xfrm>
          <a:off x="112850" y="856050"/>
          <a:ext cx="3000000" cy="3000000"/>
        </p:xfrm>
        <a:graphic>
          <a:graphicData uri="http://schemas.openxmlformats.org/drawingml/2006/table">
            <a:tbl>
              <a:tblPr>
                <a:noFill/>
                <a:tableStyleId>{23B60981-4490-41B4-B5A1-42B63D20DCEB}</a:tableStyleId>
              </a:tblPr>
              <a:tblGrid>
                <a:gridCol w="3709975"/>
                <a:gridCol w="5193975"/>
              </a:tblGrid>
              <a:tr h="381900">
                <a:tc>
                  <a:txBody>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Method</a:t>
                      </a:r>
                      <a:endParaRPr/>
                    </a:p>
                  </a:txBody>
                  <a:tcPr marT="45700" marB="45700"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folHlink"/>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Purpose</a:t>
                      </a:r>
                      <a:endParaRPr/>
                    </a:p>
                  </a:txBody>
                  <a:tcPr marT="45700" marB="45700"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folHlink"/>
                    </a:solidFill>
                  </a:tcPr>
                </a:tc>
              </a:tr>
              <a:tr h="652475">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Statement  createStatement()</a:t>
                      </a:r>
                      <a:endParaRPr/>
                    </a:p>
                  </a:txBody>
                  <a:tcPr marT="45700" marB="45700"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Returns a statement object that is used to send SQL to the database.</a:t>
                      </a:r>
                      <a:endParaRPr/>
                    </a:p>
                  </a:txBody>
                  <a:tcPr marT="45700" marB="45700"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29625">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PreparedStatement</a:t>
                      </a:r>
                      <a:endParaRPr/>
                    </a:p>
                    <a:p>
                      <a:pPr indent="0" lvl="0" marL="0" marR="0" rtl="0" algn="l">
                        <a:lnSpc>
                          <a:spcPct val="100000"/>
                        </a:lnSpc>
                        <a:spcBef>
                          <a:spcPts val="32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     prepareStatement(String sql)</a:t>
                      </a:r>
                      <a:endParaRPr/>
                    </a:p>
                  </a:txBody>
                  <a:tcPr marT="45700" marB="45700"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Returns an object that can be used for sending parameterized SQL statements.</a:t>
                      </a:r>
                      <a:endParaRPr/>
                    </a:p>
                  </a:txBody>
                  <a:tcPr marT="45700" marB="45700"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29625">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CallableStatement</a:t>
                      </a:r>
                      <a:endParaRPr/>
                    </a:p>
                    <a:p>
                      <a:pPr indent="0" lvl="0" marL="0" marR="0" rtl="0" algn="l">
                        <a:lnSpc>
                          <a:spcPct val="100000"/>
                        </a:lnSpc>
                        <a:spcBef>
                          <a:spcPts val="32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     prepar</a:t>
                      </a:r>
                      <a:r>
                        <a:rPr lang="en-US" sz="1600">
                          <a:solidFill>
                            <a:schemeClr val="dk1"/>
                          </a:solidFill>
                        </a:rPr>
                        <a:t>e</a:t>
                      </a:r>
                      <a:r>
                        <a:rPr b="0" i="0" lang="en-US" sz="1600" u="none" cap="none" strike="noStrike">
                          <a:solidFill>
                            <a:schemeClr val="dk1"/>
                          </a:solidFill>
                          <a:latin typeface="Arial"/>
                          <a:ea typeface="Arial"/>
                          <a:cs typeface="Arial"/>
                          <a:sym typeface="Arial"/>
                        </a:rPr>
                        <a:t>Call(String sql)</a:t>
                      </a:r>
                      <a:endParaRPr/>
                    </a:p>
                  </a:txBody>
                  <a:tcPr marT="45700" marB="45700"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Returns an object that can be used for calling stored procedures.</a:t>
                      </a:r>
                      <a:endParaRPr/>
                    </a:p>
                  </a:txBody>
                  <a:tcPr marT="45700" marB="45700"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80725">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DatabaseMetaData  getMetaData()</a:t>
                      </a:r>
                      <a:endParaRPr/>
                    </a:p>
                  </a:txBody>
                  <a:tcPr marT="45700" marB="45700"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Gets an object that supplied database configuration information.</a:t>
                      </a:r>
                      <a:endParaRPr/>
                    </a:p>
                  </a:txBody>
                  <a:tcPr marT="45700" marB="45700"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95175">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boolean  isClosed()</a:t>
                      </a:r>
                      <a:endParaRPr/>
                    </a:p>
                  </a:txBody>
                  <a:tcPr marT="45700" marB="45700"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Reports whether the database is currently open or not.</a:t>
                      </a:r>
                      <a:endParaRPr/>
                    </a:p>
                  </a:txBody>
                  <a:tcPr marT="45700" marB="45700"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80725">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void commit()</a:t>
                      </a:r>
                      <a:endParaRPr/>
                    </a:p>
                  </a:txBody>
                  <a:tcPr marT="45700" marB="45700"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Makes all changes permanent since previous commit.rollback.</a:t>
                      </a:r>
                      <a:endParaRPr/>
                    </a:p>
                  </a:txBody>
                  <a:tcPr marT="45700" marB="45700"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80725">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void rollback()</a:t>
                      </a:r>
                      <a:endParaRPr/>
                    </a:p>
                  </a:txBody>
                  <a:tcPr marT="45700" marB="45700"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Undoes and discards all changes done since the previous commit/rollback.</a:t>
                      </a:r>
                      <a:endParaRPr/>
                    </a:p>
                  </a:txBody>
                  <a:tcPr marT="45700" marB="45700"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04725">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void setAutoCommit (boolean yn)</a:t>
                      </a:r>
                      <a:endParaRPr b="0" i="0" sz="1600" u="none" cap="none" strike="noStrike">
                        <a:solidFill>
                          <a:schemeClr val="dk1"/>
                        </a:solidFill>
                        <a:latin typeface="Arial"/>
                        <a:ea typeface="Arial"/>
                        <a:cs typeface="Arial"/>
                        <a:sym typeface="Arial"/>
                      </a:endParaRPr>
                    </a:p>
                  </a:txBody>
                  <a:tcPr marT="45725" marB="45725"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Restores/removes auto-commit mode, which does an automatic commit after each statement.  The default case is AutoCommit is on.</a:t>
                      </a:r>
                      <a:endParaRPr b="0" i="0" sz="16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66300">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void close()</a:t>
                      </a:r>
                      <a:endParaRPr b="0" i="0" sz="1600" u="none" cap="none" strike="noStrike">
                        <a:solidFill>
                          <a:schemeClr val="dk1"/>
                        </a:solidFill>
                        <a:latin typeface="Arial"/>
                        <a:ea typeface="Arial"/>
                        <a:cs typeface="Arial"/>
                        <a:sym typeface="Arial"/>
                      </a:endParaRPr>
                    </a:p>
                  </a:txBody>
                  <a:tcPr marT="45725" marB="45725"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Closes the connection and releases the JDBC resources for the connection.</a:t>
                      </a:r>
                      <a:endParaRPr b="0" i="0" sz="1600" u="none" cap="none" strike="noStrike">
                        <a:solidFill>
                          <a:schemeClr val="dk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29"/>
          <p:cNvSpPr txBox="1"/>
          <p:nvPr>
            <p:ph type="title"/>
          </p:nvPr>
        </p:nvSpPr>
        <p:spPr>
          <a:xfrm>
            <a:off x="685800" y="304800"/>
            <a:ext cx="7772400" cy="685800"/>
          </a:xfrm>
          <a:prstGeom prst="rect">
            <a:avLst/>
          </a:prstGeom>
          <a:noFill/>
          <a:ln>
            <a:noFill/>
          </a:ln>
        </p:spPr>
        <p:txBody>
          <a:bodyPr anchorCtr="0" anchor="t" bIns="45700" lIns="91425" spcFirstLastPara="1" rIns="91425" wrap="square" tIns="45700">
            <a:normAutofit fontScale="90000"/>
          </a:bodyPr>
          <a:lstStyle/>
          <a:p>
            <a:pPr indent="0" lvl="0" marL="0" rtl="0" algn="ctr">
              <a:spcBef>
                <a:spcPts val="0"/>
              </a:spcBef>
              <a:spcAft>
                <a:spcPts val="0"/>
              </a:spcAft>
              <a:buClr>
                <a:schemeClr val="accent2"/>
              </a:buClr>
              <a:buSzPct val="100000"/>
              <a:buFont typeface="Arial"/>
              <a:buNone/>
            </a:pPr>
            <a:r>
              <a:rPr lang="en-US">
                <a:solidFill>
                  <a:schemeClr val="accent2"/>
                </a:solidFill>
                <a:latin typeface="Arial"/>
                <a:ea typeface="Arial"/>
                <a:cs typeface="Arial"/>
                <a:sym typeface="Arial"/>
              </a:rPr>
              <a:t>JDBC</a:t>
            </a:r>
            <a:r>
              <a:rPr lang="en-US">
                <a:solidFill>
                  <a:schemeClr val="accent2"/>
                </a:solidFill>
                <a:latin typeface="Arial"/>
                <a:ea typeface="Arial"/>
                <a:cs typeface="Arial"/>
                <a:sym typeface="Arial"/>
              </a:rPr>
              <a:t> Statements </a:t>
            </a:r>
            <a:endParaRPr/>
          </a:p>
        </p:txBody>
      </p:sp>
      <p:sp>
        <p:nvSpPr>
          <p:cNvPr id="634" name="Google Shape;634;p29"/>
          <p:cNvSpPr txBox="1"/>
          <p:nvPr>
            <p:ph idx="1" type="body"/>
          </p:nvPr>
        </p:nvSpPr>
        <p:spPr>
          <a:xfrm>
            <a:off x="304800" y="1143000"/>
            <a:ext cx="8305800" cy="4953000"/>
          </a:xfrm>
          <a:prstGeom prst="rect">
            <a:avLst/>
          </a:prstGeom>
          <a:noFill/>
          <a:ln>
            <a:noFill/>
          </a:ln>
        </p:spPr>
        <p:txBody>
          <a:bodyPr anchorCtr="0" anchor="t" bIns="45700" lIns="91425" spcFirstLastPara="1" rIns="91425" wrap="square" tIns="45700">
            <a:normAutofit lnSpcReduction="20000"/>
          </a:bodyPr>
          <a:lstStyle/>
          <a:p>
            <a:pPr indent="-609600" lvl="0" marL="609600" rtl="0" algn="just">
              <a:lnSpc>
                <a:spcPct val="90000"/>
              </a:lnSpc>
              <a:spcBef>
                <a:spcPts val="0"/>
              </a:spcBef>
              <a:spcAft>
                <a:spcPts val="0"/>
              </a:spcAft>
              <a:buClr>
                <a:schemeClr val="dk2"/>
              </a:buClr>
              <a:buSzPts val="2400"/>
              <a:buChar char="•"/>
            </a:pPr>
            <a:r>
              <a:rPr lang="en-US" sz="2400">
                <a:solidFill>
                  <a:schemeClr val="dk2"/>
                </a:solidFill>
              </a:rPr>
              <a:t>If the </a:t>
            </a:r>
            <a:r>
              <a:rPr lang="en-US" sz="2400">
                <a:solidFill>
                  <a:schemeClr val="dk2"/>
                </a:solidFill>
                <a:latin typeface="Courier New"/>
                <a:ea typeface="Courier New"/>
                <a:cs typeface="Courier New"/>
                <a:sym typeface="Courier New"/>
              </a:rPr>
              <a:t>Connection</a:t>
            </a:r>
            <a:r>
              <a:rPr lang="en-US" sz="2400">
                <a:solidFill>
                  <a:schemeClr val="dk2"/>
                </a:solidFill>
              </a:rPr>
              <a:t> object can be viewed as a cable between your application program and the database, an object of Statement can be viewed as a cart that delivers SQL statements for execution by the database and brings the result back to the application program.</a:t>
            </a:r>
            <a:endParaRPr/>
          </a:p>
          <a:p>
            <a:pPr indent="-609600" lvl="0" marL="609600" rtl="0" algn="just">
              <a:lnSpc>
                <a:spcPct val="90000"/>
              </a:lnSpc>
              <a:spcBef>
                <a:spcPts val="1440"/>
              </a:spcBef>
              <a:spcAft>
                <a:spcPts val="0"/>
              </a:spcAft>
              <a:buClr>
                <a:schemeClr val="dk2"/>
              </a:buClr>
              <a:buSzPts val="2400"/>
              <a:buChar char="•"/>
            </a:pPr>
            <a:r>
              <a:rPr lang="en-US" sz="2400">
                <a:solidFill>
                  <a:schemeClr val="dk2"/>
                </a:solidFill>
              </a:rPr>
              <a:t>Once a </a:t>
            </a:r>
            <a:r>
              <a:rPr lang="en-US" sz="2400">
                <a:solidFill>
                  <a:schemeClr val="dk2"/>
                </a:solidFill>
                <a:latin typeface="Courier New"/>
                <a:ea typeface="Courier New"/>
                <a:cs typeface="Courier New"/>
                <a:sym typeface="Courier New"/>
              </a:rPr>
              <a:t>Connection</a:t>
            </a:r>
            <a:r>
              <a:rPr lang="en-US" sz="2400">
                <a:solidFill>
                  <a:schemeClr val="dk2"/>
                </a:solidFill>
              </a:rPr>
              <a:t> object is created, you can create statements for executing SQL statements as follows:</a:t>
            </a:r>
            <a:endParaRPr/>
          </a:p>
          <a:p>
            <a:pPr indent="-609600" lvl="0" marL="609600" rtl="0" algn="just">
              <a:lnSpc>
                <a:spcPct val="90000"/>
              </a:lnSpc>
              <a:spcBef>
                <a:spcPts val="1440"/>
              </a:spcBef>
              <a:spcAft>
                <a:spcPts val="0"/>
              </a:spcAft>
              <a:buClr>
                <a:schemeClr val="dk2"/>
              </a:buClr>
              <a:buSzPts val="2400"/>
              <a:buFont typeface="Calibri"/>
              <a:buNone/>
            </a:pPr>
            <a:r>
              <a:rPr lang="en-US" sz="2400">
                <a:solidFill>
                  <a:schemeClr val="dk2"/>
                </a:solidFill>
              </a:rPr>
              <a:t>		</a:t>
            </a:r>
            <a:r>
              <a:rPr lang="en-US" sz="1800">
                <a:solidFill>
                  <a:srgbClr val="000066"/>
                </a:solidFill>
                <a:latin typeface="Courier New"/>
                <a:ea typeface="Courier New"/>
                <a:cs typeface="Courier New"/>
                <a:sym typeface="Courier New"/>
              </a:rPr>
              <a:t>Statement statement = connection.createStatement();</a:t>
            </a:r>
            <a:endParaRPr/>
          </a:p>
          <a:p>
            <a:pPr indent="-609600" lvl="0" marL="609600" marR="0" rtl="0" algn="just">
              <a:lnSpc>
                <a:spcPct val="90000"/>
              </a:lnSpc>
              <a:spcBef>
                <a:spcPts val="1440"/>
              </a:spcBef>
              <a:spcAft>
                <a:spcPts val="0"/>
              </a:spcAft>
              <a:buClr>
                <a:schemeClr val="dk2"/>
              </a:buClr>
              <a:buSzPts val="2400"/>
              <a:buChar char="•"/>
            </a:pPr>
            <a:r>
              <a:rPr lang="en-US" sz="2400">
                <a:solidFill>
                  <a:schemeClr val="dk2"/>
                </a:solidFill>
              </a:rPr>
              <a:t>JDBC provides three types of statements:</a:t>
            </a:r>
            <a:endParaRPr sz="2400">
              <a:solidFill>
                <a:schemeClr val="dk2"/>
              </a:solidFill>
            </a:endParaRPr>
          </a:p>
          <a:p>
            <a:pPr indent="-323850" lvl="1" marL="742950" marR="0" rtl="0" algn="just">
              <a:lnSpc>
                <a:spcPct val="90000"/>
              </a:lnSpc>
              <a:spcBef>
                <a:spcPts val="1440"/>
              </a:spcBef>
              <a:spcAft>
                <a:spcPts val="0"/>
              </a:spcAft>
              <a:buClr>
                <a:schemeClr val="dk2"/>
              </a:buClr>
              <a:buSzPts val="2400"/>
              <a:buChar char="–"/>
            </a:pPr>
            <a:r>
              <a:rPr lang="en-US" sz="2400">
                <a:solidFill>
                  <a:schemeClr val="dk2"/>
                </a:solidFill>
              </a:rPr>
              <a:t>Statement</a:t>
            </a:r>
            <a:endParaRPr sz="2400">
              <a:solidFill>
                <a:schemeClr val="dk2"/>
              </a:solidFill>
            </a:endParaRPr>
          </a:p>
          <a:p>
            <a:pPr indent="-323850" lvl="1" marL="742950" marR="0" rtl="0" algn="just">
              <a:lnSpc>
                <a:spcPct val="90000"/>
              </a:lnSpc>
              <a:spcBef>
                <a:spcPts val="1440"/>
              </a:spcBef>
              <a:spcAft>
                <a:spcPts val="0"/>
              </a:spcAft>
              <a:buClr>
                <a:schemeClr val="dk2"/>
              </a:buClr>
              <a:buSzPts val="2400"/>
              <a:buChar char="–"/>
            </a:pPr>
            <a:r>
              <a:rPr lang="en-US" sz="2400">
                <a:solidFill>
                  <a:schemeClr val="dk2"/>
                </a:solidFill>
              </a:rPr>
              <a:t>PreparedStatement</a:t>
            </a:r>
            <a:endParaRPr sz="2400">
              <a:solidFill>
                <a:schemeClr val="dk2"/>
              </a:solidFill>
            </a:endParaRPr>
          </a:p>
          <a:p>
            <a:pPr indent="-323850" lvl="1" marL="742950" marR="0" rtl="0" algn="just">
              <a:lnSpc>
                <a:spcPct val="90000"/>
              </a:lnSpc>
              <a:spcBef>
                <a:spcPts val="1440"/>
              </a:spcBef>
              <a:spcAft>
                <a:spcPts val="0"/>
              </a:spcAft>
              <a:buClr>
                <a:schemeClr val="dk2"/>
              </a:buClr>
              <a:buSzPts val="2400"/>
              <a:buChar char="–"/>
            </a:pPr>
            <a:r>
              <a:rPr lang="en-US" sz="2400">
                <a:solidFill>
                  <a:schemeClr val="dk2"/>
                </a:solidFill>
              </a:rPr>
              <a:t>CallableStatement</a:t>
            </a:r>
            <a:endParaRPr sz="2400">
              <a:solidFill>
                <a:schemeClr val="dk2"/>
              </a:solidFill>
            </a:endParaRPr>
          </a:p>
          <a:p>
            <a:pPr indent="0" lvl="0" marL="0" rtl="0" algn="just">
              <a:lnSpc>
                <a:spcPct val="90000"/>
              </a:lnSpc>
              <a:spcBef>
                <a:spcPts val="1440"/>
              </a:spcBef>
              <a:spcAft>
                <a:spcPts val="0"/>
              </a:spcAft>
              <a:buNone/>
            </a:pPr>
            <a:r>
              <a:t/>
            </a:r>
            <a:endParaRPr sz="2400"/>
          </a:p>
        </p:txBody>
      </p:sp>
      <p:sp>
        <p:nvSpPr>
          <p:cNvPr id="635" name="Google Shape;635;p29"/>
          <p:cNvSpPr txBox="1"/>
          <p:nvPr/>
        </p:nvSpPr>
        <p:spPr>
          <a:xfrm>
            <a:off x="228600" y="1828800"/>
            <a:ext cx="1841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3366"/>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32"/>
          <p:cNvSpPr txBox="1"/>
          <p:nvPr>
            <p:ph type="title"/>
          </p:nvPr>
        </p:nvSpPr>
        <p:spPr>
          <a:xfrm>
            <a:off x="685800" y="304800"/>
            <a:ext cx="7772400" cy="685800"/>
          </a:xfrm>
          <a:prstGeom prst="rect">
            <a:avLst/>
          </a:prstGeom>
          <a:noFill/>
          <a:ln>
            <a:noFill/>
          </a:ln>
        </p:spPr>
        <p:txBody>
          <a:bodyPr anchorCtr="0" anchor="t" bIns="45700" lIns="91425" spcFirstLastPara="1" rIns="91425" wrap="square" tIns="45700">
            <a:normAutofit fontScale="90000"/>
          </a:bodyPr>
          <a:lstStyle/>
          <a:p>
            <a:pPr indent="0" lvl="0" marL="0" rtl="0" algn="ctr">
              <a:spcBef>
                <a:spcPts val="0"/>
              </a:spcBef>
              <a:spcAft>
                <a:spcPts val="0"/>
              </a:spcAft>
              <a:buClr>
                <a:schemeClr val="accent2"/>
              </a:buClr>
              <a:buSzPct val="100000"/>
              <a:buFont typeface="Arial"/>
              <a:buNone/>
            </a:pPr>
            <a:r>
              <a:rPr lang="en-US">
                <a:solidFill>
                  <a:schemeClr val="accent2"/>
                </a:solidFill>
                <a:latin typeface="Arial"/>
                <a:ea typeface="Arial"/>
                <a:cs typeface="Arial"/>
                <a:sym typeface="Arial"/>
              </a:rPr>
              <a:t>Creating Statements </a:t>
            </a:r>
            <a:r>
              <a:rPr lang="en-US" sz="2000">
                <a:solidFill>
                  <a:schemeClr val="accent2"/>
                </a:solidFill>
                <a:latin typeface="Arial"/>
                <a:ea typeface="Arial"/>
                <a:cs typeface="Arial"/>
                <a:sym typeface="Arial"/>
              </a:rPr>
              <a:t>(cont.)</a:t>
            </a:r>
            <a:r>
              <a:rPr lang="en-US">
                <a:solidFill>
                  <a:schemeClr val="accent2"/>
                </a:solidFill>
                <a:latin typeface="Arial"/>
                <a:ea typeface="Arial"/>
                <a:cs typeface="Arial"/>
                <a:sym typeface="Arial"/>
              </a:rPr>
              <a:t> </a:t>
            </a:r>
            <a:endParaRPr/>
          </a:p>
        </p:txBody>
      </p:sp>
      <p:sp>
        <p:nvSpPr>
          <p:cNvPr id="641" name="Google Shape;641;p32"/>
          <p:cNvSpPr txBox="1"/>
          <p:nvPr>
            <p:ph idx="1" type="body"/>
          </p:nvPr>
        </p:nvSpPr>
        <p:spPr>
          <a:xfrm>
            <a:off x="304800" y="1143000"/>
            <a:ext cx="8305800" cy="4953000"/>
          </a:xfrm>
          <a:prstGeom prst="rect">
            <a:avLst/>
          </a:prstGeom>
          <a:noFill/>
          <a:ln>
            <a:noFill/>
          </a:ln>
        </p:spPr>
        <p:txBody>
          <a:bodyPr anchorCtr="0" anchor="t" bIns="45700" lIns="91425" spcFirstLastPara="1" rIns="91425" wrap="square" tIns="45700">
            <a:normAutofit/>
          </a:bodyPr>
          <a:lstStyle/>
          <a:p>
            <a:pPr indent="-609600" lvl="0" marL="609600" rtl="0" algn="just">
              <a:spcBef>
                <a:spcPts val="0"/>
              </a:spcBef>
              <a:spcAft>
                <a:spcPts val="0"/>
              </a:spcAft>
              <a:buClr>
                <a:schemeClr val="dk1"/>
              </a:buClr>
              <a:buSzPts val="2000"/>
              <a:buChar char="•"/>
            </a:pPr>
            <a:r>
              <a:rPr lang="en-US" sz="2000"/>
              <a:t>The methods illustrated in the previous table are invoked on the Connection object returned by the JDBC driver manager.</a:t>
            </a:r>
            <a:endParaRPr/>
          </a:p>
          <a:p>
            <a:pPr indent="-609600" lvl="0" marL="609600" rtl="0" algn="just">
              <a:spcBef>
                <a:spcPts val="1200"/>
              </a:spcBef>
              <a:spcAft>
                <a:spcPts val="0"/>
              </a:spcAft>
              <a:buClr>
                <a:schemeClr val="dk1"/>
              </a:buClr>
              <a:buSzPts val="2000"/>
              <a:buChar char="•"/>
            </a:pPr>
            <a:r>
              <a:rPr lang="en-US" sz="2000"/>
              <a:t>The connection is used to create a Statement object.</a:t>
            </a:r>
            <a:endParaRPr/>
          </a:p>
          <a:p>
            <a:pPr indent="-609600" lvl="0" marL="609600" rtl="0" algn="just">
              <a:spcBef>
                <a:spcPts val="1200"/>
              </a:spcBef>
              <a:spcAft>
                <a:spcPts val="0"/>
              </a:spcAft>
              <a:buClr>
                <a:schemeClr val="dk1"/>
              </a:buClr>
              <a:buSzPts val="2000"/>
              <a:buChar char="•"/>
            </a:pPr>
            <a:r>
              <a:rPr lang="en-US" sz="2000"/>
              <a:t>The Statement object contains the methods that allow you to send the SQL statements to the database.</a:t>
            </a:r>
            <a:endParaRPr/>
          </a:p>
          <a:p>
            <a:pPr indent="-609600" lvl="0" marL="609600" rtl="0" algn="just">
              <a:spcBef>
                <a:spcPts val="1200"/>
              </a:spcBef>
              <a:spcAft>
                <a:spcPts val="0"/>
              </a:spcAft>
              <a:buClr>
                <a:schemeClr val="dk1"/>
              </a:buClr>
              <a:buSzPts val="2000"/>
              <a:buChar char="•"/>
            </a:pPr>
            <a:r>
              <a:rPr lang="en-US" sz="2000"/>
              <a:t>Statement objects are very simple objects which allow you to send SQL statements as Strings.</a:t>
            </a:r>
            <a:endParaRPr/>
          </a:p>
          <a:p>
            <a:pPr indent="-609600" lvl="0" marL="609600" rtl="0" algn="just">
              <a:spcBef>
                <a:spcPts val="1200"/>
              </a:spcBef>
              <a:spcAft>
                <a:spcPts val="0"/>
              </a:spcAft>
              <a:buClr>
                <a:schemeClr val="dk1"/>
              </a:buClr>
              <a:buSzPts val="2000"/>
              <a:buChar char="•"/>
            </a:pPr>
            <a:r>
              <a:rPr lang="en-US" sz="2000"/>
              <a:t>Here is how you would send a select query to the database:</a:t>
            </a:r>
            <a:endParaRPr/>
          </a:p>
          <a:p>
            <a:pPr indent="-609600" lvl="0" marL="609600" rtl="0" algn="just">
              <a:spcBef>
                <a:spcPts val="1080"/>
              </a:spcBef>
              <a:spcAft>
                <a:spcPts val="0"/>
              </a:spcAft>
              <a:buClr>
                <a:srgbClr val="000066"/>
              </a:buClr>
              <a:buSzPts val="1600"/>
              <a:buFont typeface="Courier New"/>
              <a:buNone/>
            </a:pPr>
            <a:r>
              <a:rPr lang="en-US" sz="1600">
                <a:solidFill>
                  <a:srgbClr val="000066"/>
                </a:solidFill>
                <a:latin typeface="Courier New"/>
                <a:ea typeface="Courier New"/>
                <a:cs typeface="Courier New"/>
                <a:sym typeface="Courier New"/>
              </a:rPr>
              <a:t>		Statement myStmt = connection.createStatement();</a:t>
            </a:r>
            <a:endParaRPr/>
          </a:p>
          <a:p>
            <a:pPr indent="-609600" lvl="0" marL="609600" rtl="0" algn="just">
              <a:spcBef>
                <a:spcPts val="960"/>
              </a:spcBef>
              <a:spcAft>
                <a:spcPts val="0"/>
              </a:spcAft>
              <a:buClr>
                <a:srgbClr val="000066"/>
              </a:buClr>
              <a:buSzPts val="1600"/>
              <a:buFont typeface="Courier New"/>
              <a:buNone/>
            </a:pPr>
            <a:r>
              <a:rPr lang="en-US" sz="1600">
                <a:solidFill>
                  <a:srgbClr val="000066"/>
                </a:solidFill>
                <a:latin typeface="Courier New"/>
                <a:ea typeface="Courier New"/>
                <a:cs typeface="Courier New"/>
                <a:sym typeface="Courier New"/>
              </a:rPr>
              <a:t>	 	ResultSet myResult;</a:t>
            </a:r>
            <a:endParaRPr/>
          </a:p>
          <a:p>
            <a:pPr indent="-609600" lvl="0" marL="609600" rtl="0" algn="just">
              <a:spcBef>
                <a:spcPts val="960"/>
              </a:spcBef>
              <a:spcAft>
                <a:spcPts val="0"/>
              </a:spcAft>
              <a:buClr>
                <a:srgbClr val="000066"/>
              </a:buClr>
              <a:buSzPts val="1600"/>
              <a:buFont typeface="Courier New"/>
              <a:buNone/>
            </a:pPr>
            <a:r>
              <a:rPr lang="en-US" sz="1600">
                <a:solidFill>
                  <a:srgbClr val="000066"/>
                </a:solidFill>
                <a:latin typeface="Courier New"/>
                <a:ea typeface="Courier New"/>
                <a:cs typeface="Courier New"/>
                <a:sym typeface="Courier New"/>
              </a:rPr>
              <a:t>		myResult = myStmt.executeQuery( “SELECT * FROM bikes;”);</a:t>
            </a:r>
            <a:endParaRPr/>
          </a:p>
          <a:p>
            <a:pPr indent="-609600" lvl="0" marL="609600" rtl="0" algn="just">
              <a:spcBef>
                <a:spcPts val="1080"/>
              </a:spcBef>
              <a:spcAft>
                <a:spcPts val="0"/>
              </a:spcAft>
              <a:buClr>
                <a:schemeClr val="dk1"/>
              </a:buClr>
              <a:buSzPts val="2000"/>
              <a:buFont typeface="Calibri"/>
              <a:buNone/>
            </a:pPr>
            <a:r>
              <a:rPr lang="en-US" sz="2000"/>
              <a:t>	   </a:t>
            </a:r>
            <a:endParaRPr/>
          </a:p>
        </p:txBody>
      </p:sp>
      <p:sp>
        <p:nvSpPr>
          <p:cNvPr id="642" name="Google Shape;642;p32"/>
          <p:cNvSpPr txBox="1"/>
          <p:nvPr/>
        </p:nvSpPr>
        <p:spPr>
          <a:xfrm>
            <a:off x="228600" y="1828800"/>
            <a:ext cx="1841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3366"/>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
        <p:nvSpPr>
          <p:cNvPr id="643" name="Google Shape;643;p32"/>
          <p:cNvSpPr txBox="1"/>
          <p:nvPr/>
        </p:nvSpPr>
        <p:spPr>
          <a:xfrm>
            <a:off x="7315200" y="4572000"/>
            <a:ext cx="1447800" cy="530225"/>
          </a:xfrm>
          <a:prstGeom prst="rect">
            <a:avLst/>
          </a:prstGeom>
          <a:solidFill>
            <a:srgbClr val="DDDDDD"/>
          </a:solidFill>
          <a:ln cap="flat" cmpd="sng" w="12700">
            <a:solidFill>
              <a:srgbClr val="8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More on ResultSet later</a:t>
            </a:r>
            <a:endParaRPr/>
          </a:p>
        </p:txBody>
      </p:sp>
      <p:cxnSp>
        <p:nvCxnSpPr>
          <p:cNvPr id="644" name="Google Shape;644;p32"/>
          <p:cNvCxnSpPr/>
          <p:nvPr/>
        </p:nvCxnSpPr>
        <p:spPr>
          <a:xfrm flipH="1">
            <a:off x="3657600" y="4953000"/>
            <a:ext cx="3657600" cy="76200"/>
          </a:xfrm>
          <a:prstGeom prst="straightConnector1">
            <a:avLst/>
          </a:prstGeom>
          <a:noFill/>
          <a:ln cap="flat" cmpd="sng" w="12700">
            <a:solidFill>
              <a:srgbClr val="800000"/>
            </a:solidFill>
            <a:prstDash val="solid"/>
            <a:round/>
            <a:headEnd len="med" w="med" type="none"/>
            <a:tailEnd len="med" w="med" type="triangle"/>
          </a:ln>
        </p:spPr>
      </p:cxn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33"/>
          <p:cNvSpPr txBox="1"/>
          <p:nvPr>
            <p:ph type="title"/>
          </p:nvPr>
        </p:nvSpPr>
        <p:spPr>
          <a:xfrm>
            <a:off x="685800" y="304800"/>
            <a:ext cx="7772400" cy="685800"/>
          </a:xfrm>
          <a:prstGeom prst="rect">
            <a:avLst/>
          </a:prstGeom>
          <a:noFill/>
          <a:ln>
            <a:noFill/>
          </a:ln>
        </p:spPr>
        <p:txBody>
          <a:bodyPr anchorCtr="0" anchor="t" bIns="45700" lIns="91425" spcFirstLastPara="1" rIns="91425" wrap="square" tIns="45700">
            <a:normAutofit fontScale="90000"/>
          </a:bodyPr>
          <a:lstStyle/>
          <a:p>
            <a:pPr indent="0" lvl="0" marL="0" rtl="0" algn="ctr">
              <a:spcBef>
                <a:spcPts val="0"/>
              </a:spcBef>
              <a:spcAft>
                <a:spcPts val="0"/>
              </a:spcAft>
              <a:buClr>
                <a:schemeClr val="accent2"/>
              </a:buClr>
              <a:buSzPct val="100000"/>
              <a:buFont typeface="Arial"/>
              <a:buNone/>
            </a:pPr>
            <a:r>
              <a:rPr lang="en-US">
                <a:solidFill>
                  <a:schemeClr val="accent2"/>
                </a:solidFill>
                <a:latin typeface="Arial"/>
                <a:ea typeface="Arial"/>
                <a:cs typeface="Arial"/>
                <a:sym typeface="Arial"/>
              </a:rPr>
              <a:t>Creating Statements </a:t>
            </a:r>
            <a:r>
              <a:rPr lang="en-US" sz="2000">
                <a:solidFill>
                  <a:schemeClr val="accent2"/>
                </a:solidFill>
                <a:latin typeface="Arial"/>
                <a:ea typeface="Arial"/>
                <a:cs typeface="Arial"/>
                <a:sym typeface="Arial"/>
              </a:rPr>
              <a:t>(cont.)</a:t>
            </a:r>
            <a:r>
              <a:rPr lang="en-US">
                <a:solidFill>
                  <a:schemeClr val="accent2"/>
                </a:solidFill>
                <a:latin typeface="Arial"/>
                <a:ea typeface="Arial"/>
                <a:cs typeface="Arial"/>
                <a:sym typeface="Arial"/>
              </a:rPr>
              <a:t> </a:t>
            </a:r>
            <a:endParaRPr/>
          </a:p>
        </p:txBody>
      </p:sp>
      <p:sp>
        <p:nvSpPr>
          <p:cNvPr id="650" name="Google Shape;650;p33"/>
          <p:cNvSpPr txBox="1"/>
          <p:nvPr>
            <p:ph idx="1" type="body"/>
          </p:nvPr>
        </p:nvSpPr>
        <p:spPr>
          <a:xfrm>
            <a:off x="304800" y="1143000"/>
            <a:ext cx="8305800" cy="4953000"/>
          </a:xfrm>
          <a:prstGeom prst="rect">
            <a:avLst/>
          </a:prstGeom>
          <a:noFill/>
          <a:ln>
            <a:noFill/>
          </a:ln>
        </p:spPr>
        <p:txBody>
          <a:bodyPr anchorCtr="0" anchor="t" bIns="45700" lIns="91425" spcFirstLastPara="1" rIns="91425" wrap="square" tIns="45700">
            <a:normAutofit/>
          </a:bodyPr>
          <a:lstStyle/>
          <a:p>
            <a:pPr indent="-609600" lvl="0" marL="609600" rtl="0" algn="just">
              <a:spcBef>
                <a:spcPts val="0"/>
              </a:spcBef>
              <a:spcAft>
                <a:spcPts val="0"/>
              </a:spcAft>
              <a:buClr>
                <a:schemeClr val="dk1"/>
              </a:buClr>
              <a:buSzPts val="2400"/>
              <a:buChar char="•"/>
            </a:pPr>
            <a:r>
              <a:rPr lang="en-US" sz="2400"/>
              <a:t>The different SQL statements have different return values.  Some of them have no return value, some of them return the number of rows affected by the statement, and others return all the data extracted by the query.</a:t>
            </a:r>
            <a:endParaRPr/>
          </a:p>
          <a:p>
            <a:pPr indent="-609600" lvl="0" marL="609600" rtl="0" algn="just">
              <a:spcBef>
                <a:spcPts val="1440"/>
              </a:spcBef>
              <a:spcAft>
                <a:spcPts val="0"/>
              </a:spcAft>
              <a:buClr>
                <a:schemeClr val="dk1"/>
              </a:buClr>
              <a:buSzPts val="2400"/>
              <a:buChar char="•"/>
            </a:pPr>
            <a:r>
              <a:rPr lang="en-US" sz="2400"/>
              <a:t>To handle these varied return results, you’ll need to invoke a different method depending on what type of SQL statement you are executing.</a:t>
            </a:r>
            <a:endParaRPr/>
          </a:p>
          <a:p>
            <a:pPr indent="-609600" lvl="0" marL="609600" rtl="0" algn="just">
              <a:spcBef>
                <a:spcPts val="1440"/>
              </a:spcBef>
              <a:spcAft>
                <a:spcPts val="0"/>
              </a:spcAft>
              <a:buClr>
                <a:schemeClr val="dk1"/>
              </a:buClr>
              <a:buSzPts val="2400"/>
              <a:buChar char="•"/>
            </a:pPr>
            <a:r>
              <a:rPr lang="en-US" sz="2400"/>
              <a:t>The most interesting of these is the SELECT statement that returns an entire result set of data.</a:t>
            </a:r>
            <a:endParaRPr/>
          </a:p>
          <a:p>
            <a:pPr indent="-609600" lvl="0" marL="609600" rtl="0" algn="just">
              <a:spcBef>
                <a:spcPts val="1440"/>
              </a:spcBef>
              <a:spcAft>
                <a:spcPts val="0"/>
              </a:spcAft>
              <a:buClr>
                <a:schemeClr val="dk1"/>
              </a:buClr>
              <a:buSzPts val="2400"/>
              <a:buChar char="•"/>
            </a:pPr>
            <a:r>
              <a:rPr lang="en-US" sz="2400"/>
              <a:t>The following table highlights some of the methods in </a:t>
            </a:r>
            <a:r>
              <a:rPr lang="en-US" sz="2400">
                <a:latin typeface="Courier New"/>
                <a:ea typeface="Courier New"/>
                <a:cs typeface="Courier New"/>
                <a:sym typeface="Courier New"/>
              </a:rPr>
              <a:t>java.sql.statement</a:t>
            </a:r>
            <a:r>
              <a:rPr lang="en-US" sz="2400"/>
              <a:t> to execute SQL statements.</a:t>
            </a:r>
            <a:endParaRPr/>
          </a:p>
        </p:txBody>
      </p:sp>
      <p:sp>
        <p:nvSpPr>
          <p:cNvPr id="651" name="Google Shape;651;p33"/>
          <p:cNvSpPr txBox="1"/>
          <p:nvPr/>
        </p:nvSpPr>
        <p:spPr>
          <a:xfrm>
            <a:off x="228600" y="1828800"/>
            <a:ext cx="1841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3366"/>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3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2"/>
              </a:buClr>
              <a:buSzPts val="3200"/>
              <a:buFont typeface="Arial"/>
              <a:buNone/>
            </a:pPr>
            <a:r>
              <a:rPr lang="en-US" sz="3200">
                <a:solidFill>
                  <a:schemeClr val="accent2"/>
                </a:solidFill>
                <a:latin typeface="Arial"/>
                <a:ea typeface="Arial"/>
                <a:cs typeface="Arial"/>
                <a:sym typeface="Arial"/>
              </a:rPr>
              <a:t>Some Methods in java.sql.statement to Execute SQL Statements </a:t>
            </a:r>
            <a:endParaRPr/>
          </a:p>
        </p:txBody>
      </p:sp>
      <p:sp>
        <p:nvSpPr>
          <p:cNvPr id="657" name="Google Shape;657;p34"/>
          <p:cNvSpPr txBox="1"/>
          <p:nvPr/>
        </p:nvSpPr>
        <p:spPr>
          <a:xfrm>
            <a:off x="228600" y="1828800"/>
            <a:ext cx="1841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3366"/>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graphicFrame>
        <p:nvGraphicFramePr>
          <p:cNvPr id="658" name="Google Shape;658;p34"/>
          <p:cNvGraphicFramePr/>
          <p:nvPr/>
        </p:nvGraphicFramePr>
        <p:xfrm>
          <a:off x="457200" y="1447800"/>
          <a:ext cx="3000000" cy="3000000"/>
        </p:xfrm>
        <a:graphic>
          <a:graphicData uri="http://schemas.openxmlformats.org/drawingml/2006/table">
            <a:tbl>
              <a:tblPr>
                <a:noFill/>
                <a:tableStyleId>{23B60981-4490-41B4-B5A1-42B63D20DCEB}</a:tableStyleId>
              </a:tblPr>
              <a:tblGrid>
                <a:gridCol w="1524000"/>
                <a:gridCol w="2590800"/>
                <a:gridCol w="2057400"/>
                <a:gridCol w="2057400"/>
              </a:tblGrid>
              <a:tr h="838000">
                <a:tc>
                  <a:txBody>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SQL statement</a:t>
                      </a:r>
                      <a:endParaRPr/>
                    </a:p>
                  </a:txBody>
                  <a:tcPr marT="45700" marB="45700"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folHlink"/>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JDBC statement to use</a:t>
                      </a:r>
                      <a:endParaRPr/>
                    </a:p>
                  </a:txBody>
                  <a:tcPr marT="45700" marB="4570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folHlink"/>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Return Type</a:t>
                      </a:r>
                      <a:endParaRPr/>
                    </a:p>
                  </a:txBody>
                  <a:tcPr marT="45700" marB="4570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folHlink"/>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Comment</a:t>
                      </a:r>
                      <a:endParaRPr/>
                    </a:p>
                  </a:txBody>
                  <a:tcPr marT="45700" marB="45700"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folHlink"/>
                    </a:solidFill>
                  </a:tcPr>
                </a:tc>
              </a:tr>
              <a:tr h="1131625">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SELECT</a:t>
                      </a:r>
                      <a:endParaRPr/>
                    </a:p>
                  </a:txBody>
                  <a:tcPr marT="45700" marB="45700"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executeQuery(String sql)</a:t>
                      </a:r>
                      <a:endParaRPr/>
                    </a:p>
                  </a:txBody>
                  <a:tcPr marT="45700" marB="4570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ResultSet</a:t>
                      </a:r>
                      <a:endParaRPr/>
                    </a:p>
                  </a:txBody>
                  <a:tcPr marT="45700" marB="4570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The return value will hold the data extracted from the database.</a:t>
                      </a:r>
                      <a:endParaRPr/>
                    </a:p>
                  </a:txBody>
                  <a:tcPr marT="45700" marB="45700"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505700">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INSERT,</a:t>
                      </a:r>
                      <a:endParaRPr/>
                    </a:p>
                    <a:p>
                      <a:pPr indent="0" lvl="0" marL="0" marR="0" rtl="0" algn="l">
                        <a:lnSpc>
                          <a:spcPct val="100000"/>
                        </a:lnSpc>
                        <a:spcBef>
                          <a:spcPts val="32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UPDATE,</a:t>
                      </a:r>
                      <a:endParaRPr/>
                    </a:p>
                    <a:p>
                      <a:pPr indent="0" lvl="0" marL="0" marR="0" rtl="0" algn="l">
                        <a:lnSpc>
                          <a:spcPct val="100000"/>
                        </a:lnSpc>
                        <a:spcBef>
                          <a:spcPts val="32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DELETE,</a:t>
                      </a:r>
                      <a:endParaRPr/>
                    </a:p>
                    <a:p>
                      <a:pPr indent="0" lvl="0" marL="0" marR="0" rtl="0" algn="l">
                        <a:lnSpc>
                          <a:spcPct val="100000"/>
                        </a:lnSpc>
                        <a:spcBef>
                          <a:spcPts val="32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CREATE,</a:t>
                      </a:r>
                      <a:endParaRPr/>
                    </a:p>
                    <a:p>
                      <a:pPr indent="0" lvl="0" marL="0" marR="0" rtl="0" algn="l">
                        <a:lnSpc>
                          <a:spcPct val="100000"/>
                        </a:lnSpc>
                        <a:spcBef>
                          <a:spcPts val="32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DROP</a:t>
                      </a:r>
                      <a:endParaRPr/>
                    </a:p>
                  </a:txBody>
                  <a:tcPr marT="45700" marB="45700"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executeUpdate(String sql)</a:t>
                      </a:r>
                      <a:endParaRPr/>
                    </a:p>
                  </a:txBody>
                  <a:tcPr marT="45700" marB="4570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int</a:t>
                      </a:r>
                      <a:endParaRPr/>
                    </a:p>
                  </a:txBody>
                  <a:tcPr marT="45700" marB="4570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The return value will give the count of the number of rows changed , or zero otherwise.</a:t>
                      </a:r>
                      <a:endParaRPr/>
                    </a:p>
                  </a:txBody>
                  <a:tcPr marT="45700" marB="45700"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131625">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Stored procedure with multiple results</a:t>
                      </a:r>
                      <a:endParaRPr/>
                    </a:p>
                  </a:txBody>
                  <a:tcPr marT="45700" marB="45700"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execute(String sql)</a:t>
                      </a:r>
                      <a:endParaRPr/>
                    </a:p>
                  </a:txBody>
                  <a:tcPr marT="45700" marB="4570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boolean</a:t>
                      </a:r>
                      <a:endParaRPr/>
                    </a:p>
                  </a:txBody>
                  <a:tcPr marT="45700" marB="4570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The return value is true if the first result is a ResultSet, false otherwise.</a:t>
                      </a:r>
                      <a:endParaRPr/>
                    </a:p>
                  </a:txBody>
                  <a:tcPr marT="45700" marB="45700"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659" name="Google Shape;659;p34"/>
          <p:cNvSpPr/>
          <p:nvPr>
            <p:ph idx="2" type="tbl"/>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g3bd14058c71_0_47"/>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Exercise</a:t>
            </a:r>
            <a:r>
              <a:rPr lang="en-US"/>
              <a:t> Questions</a:t>
            </a:r>
            <a:endParaRPr/>
          </a:p>
        </p:txBody>
      </p:sp>
      <p:sp>
        <p:nvSpPr>
          <p:cNvPr id="666" name="Google Shape;666;g3bd14058c71_0_47"/>
          <p:cNvSpPr/>
          <p:nvPr>
            <p:ph idx="2" type="tbl"/>
          </p:nvPr>
        </p:nvSpPr>
        <p:spPr>
          <a:xfrm>
            <a:off x="457200" y="1354375"/>
            <a:ext cx="8229600" cy="47718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Write a console-based JDBC program to:</a:t>
            </a:r>
            <a:endParaRPr/>
          </a:p>
          <a:p>
            <a:pPr indent="-342900" lvl="0" marL="457200" rtl="0" algn="l">
              <a:lnSpc>
                <a:spcPct val="115000"/>
              </a:lnSpc>
              <a:spcBef>
                <a:spcPts val="1200"/>
              </a:spcBef>
              <a:spcAft>
                <a:spcPts val="0"/>
              </a:spcAft>
              <a:buClr>
                <a:schemeClr val="dk1"/>
              </a:buClr>
              <a:buSzPts val="1800"/>
              <a:buFont typeface="Calibri"/>
              <a:buChar char="●"/>
            </a:pPr>
            <a:r>
              <a:rPr lang="en-US"/>
              <a:t>Connect to MySQL database</a:t>
            </a:r>
            <a:endParaRPr/>
          </a:p>
          <a:p>
            <a:pPr indent="-342900" lvl="0" marL="457200" rtl="0" algn="l">
              <a:lnSpc>
                <a:spcPct val="115000"/>
              </a:lnSpc>
              <a:spcBef>
                <a:spcPts val="0"/>
              </a:spcBef>
              <a:spcAft>
                <a:spcPts val="0"/>
              </a:spcAft>
              <a:buClr>
                <a:schemeClr val="dk1"/>
              </a:buClr>
              <a:buSzPts val="1800"/>
              <a:buChar char="●"/>
            </a:pPr>
            <a:r>
              <a:rPr lang="en-US"/>
              <a:t>Display all records from the </a:t>
            </a:r>
            <a:r>
              <a:rPr lang="en-US">
                <a:solidFill>
                  <a:srgbClr val="188038"/>
                </a:solidFill>
              </a:rPr>
              <a:t>student</a:t>
            </a:r>
            <a:r>
              <a:rPr lang="en-US"/>
              <a:t> table</a:t>
            </a:r>
            <a:endParaRPr/>
          </a:p>
          <a:p>
            <a:pPr indent="0" lvl="0" marL="0" rtl="0" algn="l">
              <a:lnSpc>
                <a:spcPct val="115000"/>
              </a:lnSpc>
              <a:spcBef>
                <a:spcPts val="1200"/>
              </a:spcBef>
              <a:spcAft>
                <a:spcPts val="0"/>
              </a:spcAft>
              <a:buClr>
                <a:schemeClr val="dk1"/>
              </a:buClr>
              <a:buSzPts val="1100"/>
              <a:buFont typeface="Arial"/>
              <a:buNone/>
            </a:pPr>
            <a:r>
              <a:rPr b="1" lang="en-US"/>
              <a:t>Table:</a:t>
            </a:r>
            <a:br>
              <a:rPr b="1" lang="en-US"/>
            </a:br>
            <a:r>
              <a:rPr lang="en-US"/>
              <a:t> </a:t>
            </a:r>
            <a:r>
              <a:rPr lang="en-US">
                <a:solidFill>
                  <a:srgbClr val="188038"/>
                </a:solidFill>
              </a:rPr>
              <a:t>student(id, name, marks)</a:t>
            </a:r>
            <a:endParaRPr>
              <a:solidFill>
                <a:srgbClr val="188038"/>
              </a:solidFill>
            </a:endParaRPr>
          </a:p>
          <a:p>
            <a:pPr indent="0" lvl="0" marL="0" rtl="0" algn="l">
              <a:lnSpc>
                <a:spcPct val="115000"/>
              </a:lnSpc>
              <a:spcBef>
                <a:spcPts val="1200"/>
              </a:spcBef>
              <a:spcAft>
                <a:spcPts val="0"/>
              </a:spcAft>
              <a:buNone/>
            </a:pPr>
            <a:r>
              <a:rPr lang="en-US"/>
              <a:t>Write a console-based JDBC program to:</a:t>
            </a:r>
            <a:endParaRPr/>
          </a:p>
          <a:p>
            <a:pPr indent="-342900" lvl="0" marL="457200" rtl="0" algn="l">
              <a:lnSpc>
                <a:spcPct val="115000"/>
              </a:lnSpc>
              <a:spcBef>
                <a:spcPts val="1200"/>
              </a:spcBef>
              <a:spcAft>
                <a:spcPts val="0"/>
              </a:spcAft>
              <a:buClr>
                <a:schemeClr val="dk1"/>
              </a:buClr>
              <a:buSzPts val="1800"/>
              <a:buChar char="●"/>
            </a:pPr>
            <a:r>
              <a:rPr lang="en-US"/>
              <a:t>Insert  record into the database</a:t>
            </a:r>
            <a:endParaRPr>
              <a:solidFill>
                <a:srgbClr val="188038"/>
              </a:solidFill>
            </a:endParaRPr>
          </a:p>
          <a:p>
            <a:pPr indent="0" lvl="0" marL="0" rtl="0" algn="l">
              <a:lnSpc>
                <a:spcPct val="115000"/>
              </a:lnSpc>
              <a:spcBef>
                <a:spcPts val="1200"/>
              </a:spcBef>
              <a:spcAft>
                <a:spcPts val="0"/>
              </a:spcAft>
              <a:buNone/>
            </a:pPr>
            <a:r>
              <a:rPr lang="en-US"/>
              <a:t>Write a JDBC program to:</a:t>
            </a:r>
            <a:endParaRPr/>
          </a:p>
          <a:p>
            <a:pPr indent="-342900" lvl="0" marL="457200" rtl="0" algn="l">
              <a:lnSpc>
                <a:spcPct val="115000"/>
              </a:lnSpc>
              <a:spcBef>
                <a:spcPts val="1200"/>
              </a:spcBef>
              <a:spcAft>
                <a:spcPts val="0"/>
              </a:spcAft>
              <a:buClr>
                <a:schemeClr val="dk1"/>
              </a:buClr>
              <a:buSzPts val="1800"/>
              <a:buFont typeface="Calibri"/>
              <a:buChar char="●"/>
            </a:pPr>
            <a:r>
              <a:rPr lang="en-US"/>
              <a:t>Accept student ID from user</a:t>
            </a:r>
            <a:endParaRPr/>
          </a:p>
          <a:p>
            <a:pPr indent="-342900" lvl="0" marL="457200" rtl="0" algn="l">
              <a:lnSpc>
                <a:spcPct val="115000"/>
              </a:lnSpc>
              <a:spcBef>
                <a:spcPts val="0"/>
              </a:spcBef>
              <a:spcAft>
                <a:spcPts val="0"/>
              </a:spcAft>
              <a:buClr>
                <a:schemeClr val="dk1"/>
              </a:buClr>
              <a:buSzPts val="1800"/>
              <a:buFont typeface="Calibri"/>
              <a:buChar char="●"/>
            </a:pPr>
            <a:r>
              <a:rPr lang="en-US"/>
              <a:t>Display student details if found</a:t>
            </a:r>
            <a:endParaRPr/>
          </a:p>
          <a:p>
            <a:pPr indent="-342900" lvl="0" marL="457200" rtl="0" algn="l">
              <a:lnSpc>
                <a:spcPct val="115000"/>
              </a:lnSpc>
              <a:spcBef>
                <a:spcPts val="0"/>
              </a:spcBef>
              <a:spcAft>
                <a:spcPts val="0"/>
              </a:spcAft>
              <a:buClr>
                <a:schemeClr val="dk1"/>
              </a:buClr>
              <a:buSzPts val="1800"/>
              <a:buFont typeface="Calibri"/>
              <a:buChar char="●"/>
            </a:pPr>
            <a:r>
              <a:rPr lang="en-US"/>
              <a:t>Display message if record does not exist</a:t>
            </a:r>
            <a:endParaRPr/>
          </a:p>
          <a:p>
            <a:pPr indent="0" lvl="0" marL="0" rtl="0" algn="l">
              <a:lnSpc>
                <a:spcPct val="115000"/>
              </a:lnSpc>
              <a:spcBef>
                <a:spcPts val="1200"/>
              </a:spcBef>
              <a:spcAft>
                <a:spcPts val="0"/>
              </a:spcAft>
              <a:buNone/>
            </a:pPr>
            <a:r>
              <a:rPr lang="en-US"/>
              <a:t>Add GUI to  all programs .</a:t>
            </a:r>
            <a:br>
              <a:rPr lang="en-US"/>
            </a:br>
            <a:endParaRPr/>
          </a:p>
          <a:p>
            <a:pPr indent="0" lvl="0" marL="0" rtl="0" algn="l">
              <a:spcBef>
                <a:spcPts val="120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45"/>
          <p:cNvSpPr txBox="1"/>
          <p:nvPr>
            <p:ph type="title"/>
          </p:nvPr>
        </p:nvSpPr>
        <p:spPr>
          <a:xfrm>
            <a:off x="457200" y="304800"/>
            <a:ext cx="8001000" cy="6858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accent2"/>
              </a:buClr>
              <a:buSzPts val="3960"/>
              <a:buFont typeface="Arial"/>
              <a:buNone/>
            </a:pPr>
            <a:r>
              <a:rPr lang="en-US" sz="3559">
                <a:solidFill>
                  <a:schemeClr val="accent2"/>
                </a:solidFill>
                <a:latin typeface="Arial"/>
                <a:ea typeface="Arial"/>
                <a:cs typeface="Arial"/>
                <a:sym typeface="Arial"/>
              </a:rPr>
              <a:t>The </a:t>
            </a:r>
            <a:r>
              <a:rPr lang="en-US" sz="3559">
                <a:solidFill>
                  <a:schemeClr val="accent2"/>
                </a:solidFill>
                <a:latin typeface="Courier New"/>
                <a:ea typeface="Courier New"/>
                <a:cs typeface="Courier New"/>
                <a:sym typeface="Courier New"/>
              </a:rPr>
              <a:t>PreparedStatement </a:t>
            </a:r>
            <a:r>
              <a:rPr lang="en-US" sz="3559">
                <a:solidFill>
                  <a:schemeClr val="accent2"/>
                </a:solidFill>
                <a:latin typeface="Arial"/>
                <a:ea typeface="Arial"/>
                <a:cs typeface="Arial"/>
                <a:sym typeface="Arial"/>
              </a:rPr>
              <a:t>Interface</a:t>
            </a:r>
            <a:endParaRPr sz="3559"/>
          </a:p>
        </p:txBody>
      </p:sp>
      <p:sp>
        <p:nvSpPr>
          <p:cNvPr id="672" name="Google Shape;672;p45"/>
          <p:cNvSpPr txBox="1"/>
          <p:nvPr>
            <p:ph idx="1" type="body"/>
          </p:nvPr>
        </p:nvSpPr>
        <p:spPr>
          <a:xfrm>
            <a:off x="304800" y="1143000"/>
            <a:ext cx="8305800" cy="4953000"/>
          </a:xfrm>
          <a:prstGeom prst="rect">
            <a:avLst/>
          </a:prstGeom>
          <a:noFill/>
          <a:ln>
            <a:noFill/>
          </a:ln>
        </p:spPr>
        <p:txBody>
          <a:bodyPr anchorCtr="0" anchor="t" bIns="45700" lIns="91425" spcFirstLastPara="1" rIns="91425" wrap="square" tIns="45700">
            <a:normAutofit/>
          </a:bodyPr>
          <a:lstStyle/>
          <a:p>
            <a:pPr indent="-609600" lvl="0" marL="609600" rtl="0" algn="just">
              <a:spcBef>
                <a:spcPts val="0"/>
              </a:spcBef>
              <a:spcAft>
                <a:spcPts val="0"/>
              </a:spcAft>
              <a:buClr>
                <a:schemeClr val="dk2"/>
              </a:buClr>
              <a:buSzPts val="2400"/>
              <a:buChar char="•"/>
            </a:pPr>
            <a:r>
              <a:rPr lang="en-US" sz="2400">
                <a:solidFill>
                  <a:schemeClr val="dk2"/>
                </a:solidFill>
              </a:rPr>
              <a:t>In the previous examples, once we established a connection to a particular database, it was used to send an SQL statement from the application to the database.  </a:t>
            </a:r>
            <a:endParaRPr/>
          </a:p>
          <a:p>
            <a:pPr indent="-609600" lvl="0" marL="609600" rtl="0" algn="just">
              <a:spcBef>
                <a:spcPts val="1440"/>
              </a:spcBef>
              <a:spcAft>
                <a:spcPts val="0"/>
              </a:spcAft>
              <a:buClr>
                <a:schemeClr val="dk2"/>
              </a:buClr>
              <a:buSzPts val="2400"/>
              <a:buChar char="•"/>
            </a:pPr>
            <a:r>
              <a:rPr lang="en-US" sz="2400">
                <a:solidFill>
                  <a:schemeClr val="dk2"/>
                </a:solidFill>
              </a:rPr>
              <a:t>The </a:t>
            </a:r>
            <a:r>
              <a:rPr lang="en-US" sz="2400">
                <a:solidFill>
                  <a:schemeClr val="dk2"/>
                </a:solidFill>
                <a:latin typeface="Courier New"/>
                <a:ea typeface="Courier New"/>
                <a:cs typeface="Courier New"/>
                <a:sym typeface="Courier New"/>
              </a:rPr>
              <a:t>Statement</a:t>
            </a:r>
            <a:r>
              <a:rPr lang="en-US" sz="2400">
                <a:solidFill>
                  <a:schemeClr val="dk2"/>
                </a:solidFill>
              </a:rPr>
              <a:t> interface is used to execute static SQL statements that contain no parameters.</a:t>
            </a:r>
            <a:endParaRPr/>
          </a:p>
          <a:p>
            <a:pPr indent="-609600" lvl="0" marL="609600" rtl="0" algn="just">
              <a:spcBef>
                <a:spcPts val="1440"/>
              </a:spcBef>
              <a:spcAft>
                <a:spcPts val="0"/>
              </a:spcAft>
              <a:buClr>
                <a:schemeClr val="dk2"/>
              </a:buClr>
              <a:buSzPts val="2400"/>
              <a:buChar char="•"/>
            </a:pPr>
            <a:r>
              <a:rPr lang="en-US" sz="2400">
                <a:solidFill>
                  <a:schemeClr val="dk2"/>
                </a:solidFill>
              </a:rPr>
              <a:t>The </a:t>
            </a:r>
            <a:r>
              <a:rPr lang="en-US" sz="2400">
                <a:solidFill>
                  <a:schemeClr val="dk2"/>
                </a:solidFill>
                <a:latin typeface="Courier New"/>
                <a:ea typeface="Courier New"/>
                <a:cs typeface="Courier New"/>
                <a:sym typeface="Courier New"/>
              </a:rPr>
              <a:t>PreparedStatement</a:t>
            </a:r>
            <a:r>
              <a:rPr lang="en-US" sz="2400">
                <a:solidFill>
                  <a:schemeClr val="dk2"/>
                </a:solidFill>
              </a:rPr>
              <a:t> interface, which extends the Statement interface, is used to execute a precompiled SQL statement with or without </a:t>
            </a:r>
            <a:r>
              <a:rPr lang="en-US" sz="2400">
                <a:solidFill>
                  <a:schemeClr val="dk2"/>
                </a:solidFill>
                <a:latin typeface="Courier New"/>
                <a:ea typeface="Courier New"/>
                <a:cs typeface="Courier New"/>
                <a:sym typeface="Courier New"/>
              </a:rPr>
              <a:t>IN</a:t>
            </a:r>
            <a:r>
              <a:rPr lang="en-US" sz="2400">
                <a:solidFill>
                  <a:schemeClr val="dk2"/>
                </a:solidFill>
              </a:rPr>
              <a:t> parameters.</a:t>
            </a:r>
            <a:endParaRPr/>
          </a:p>
          <a:p>
            <a:pPr indent="-609600" lvl="0" marL="609600" rtl="0" algn="just">
              <a:spcBef>
                <a:spcPts val="1440"/>
              </a:spcBef>
              <a:spcAft>
                <a:spcPts val="0"/>
              </a:spcAft>
              <a:buClr>
                <a:schemeClr val="dk2"/>
              </a:buClr>
              <a:buSzPts val="2400"/>
              <a:buChar char="•"/>
            </a:pPr>
            <a:r>
              <a:rPr lang="en-US" sz="2400">
                <a:solidFill>
                  <a:schemeClr val="dk2"/>
                </a:solidFill>
              </a:rPr>
              <a:t>Since the SQL statements are precompiled, they are extremely efficient for repeated execution.</a:t>
            </a:r>
            <a:endParaRPr/>
          </a:p>
        </p:txBody>
      </p:sp>
      <p:sp>
        <p:nvSpPr>
          <p:cNvPr id="673" name="Google Shape;673;p45"/>
          <p:cNvSpPr txBox="1"/>
          <p:nvPr/>
        </p:nvSpPr>
        <p:spPr>
          <a:xfrm>
            <a:off x="228600" y="1828800"/>
            <a:ext cx="1841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3366"/>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The PreparedStatement Object</a:t>
            </a:r>
            <a:endParaRPr/>
          </a:p>
        </p:txBody>
      </p:sp>
      <p:sp>
        <p:nvSpPr>
          <p:cNvPr id="679" name="Google Shape;679;p46"/>
          <p:cNvSpPr txBox="1"/>
          <p:nvPr>
            <p:ph idx="1" type="body"/>
          </p:nvPr>
        </p:nvSpPr>
        <p:spPr>
          <a:xfrm>
            <a:off x="457200" y="1600200"/>
            <a:ext cx="8178800" cy="24765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A PreparedStatement object holds precompiled SQL statements</a:t>
            </a:r>
            <a:endParaRPr/>
          </a:p>
          <a:p>
            <a:pPr indent="-342900" lvl="0" marL="342900" rtl="0" algn="l">
              <a:spcBef>
                <a:spcPts val="480"/>
              </a:spcBef>
              <a:spcAft>
                <a:spcPts val="0"/>
              </a:spcAft>
              <a:buClr>
                <a:schemeClr val="dk1"/>
              </a:buClr>
              <a:buSzPts val="2400"/>
              <a:buChar char="•"/>
            </a:pPr>
            <a:r>
              <a:rPr lang="en-US" sz="2400"/>
              <a:t>Use this object for statements you want to execute more than once</a:t>
            </a:r>
            <a:endParaRPr/>
          </a:p>
          <a:p>
            <a:pPr indent="-342900" lvl="0" marL="342900" rtl="0" algn="l">
              <a:spcBef>
                <a:spcPts val="480"/>
              </a:spcBef>
              <a:spcAft>
                <a:spcPts val="0"/>
              </a:spcAft>
              <a:buClr>
                <a:schemeClr val="dk1"/>
              </a:buClr>
              <a:buSzPts val="2400"/>
              <a:buChar char="•"/>
            </a:pPr>
            <a:r>
              <a:rPr lang="en-US" sz="2400"/>
              <a:t>A PreparedStatement can contain variables (?) that you supply each time you execute the statement</a:t>
            </a:r>
            <a:endParaRPr/>
          </a:p>
        </p:txBody>
      </p:sp>
      <p:sp>
        <p:nvSpPr>
          <p:cNvPr id="680" name="Google Shape;680;p46"/>
          <p:cNvSpPr/>
          <p:nvPr/>
        </p:nvSpPr>
        <p:spPr>
          <a:xfrm>
            <a:off x="1981200" y="4221163"/>
            <a:ext cx="6335713" cy="2289175"/>
          </a:xfrm>
          <a:prstGeom prst="rect">
            <a:avLst/>
          </a:prstGeom>
          <a:noFill/>
          <a:ln>
            <a:noFill/>
          </a:ln>
        </p:spPr>
        <p:txBody>
          <a:bodyPr anchorCtr="0" anchor="t" bIns="46800" lIns="90000" spcFirstLastPara="1" rIns="90000" wrap="square" tIns="46800">
            <a:spAutoFit/>
          </a:bodyPr>
          <a:lstStyle/>
          <a:p>
            <a:pPr indent="0" lvl="0" marL="0" marR="0" rtl="0" algn="l">
              <a:spcBef>
                <a:spcPts val="0"/>
              </a:spcBef>
              <a:spcAft>
                <a:spcPts val="0"/>
              </a:spcAft>
              <a:buClr>
                <a:srgbClr val="00CC00"/>
              </a:buClr>
              <a:buSzPts val="1800"/>
              <a:buFont typeface="Noto Sans Symbols"/>
              <a:buNone/>
            </a:pPr>
            <a:r>
              <a:rPr lang="en-US" sz="1800">
                <a:solidFill>
                  <a:srgbClr val="00CC00"/>
                </a:solidFill>
                <a:latin typeface="Gill Sans"/>
                <a:ea typeface="Gill Sans"/>
                <a:cs typeface="Gill Sans"/>
                <a:sym typeface="Gill Sans"/>
              </a:rPr>
              <a:t>// Create the prepared statement</a:t>
            </a:r>
            <a:endParaRPr/>
          </a:p>
          <a:p>
            <a:pPr indent="0" lvl="0" marL="0" marR="0" rtl="0" algn="l">
              <a:spcBef>
                <a:spcPts val="0"/>
              </a:spcBef>
              <a:spcAft>
                <a:spcPts val="0"/>
              </a:spcAft>
              <a:buClr>
                <a:schemeClr val="dk1"/>
              </a:buClr>
              <a:buSzPts val="1800"/>
              <a:buFont typeface="Noto Sans Symbols"/>
              <a:buNone/>
            </a:pPr>
            <a:r>
              <a:rPr lang="en-US" sz="1800">
                <a:solidFill>
                  <a:schemeClr val="dk1"/>
                </a:solidFill>
                <a:latin typeface="Gill Sans"/>
                <a:ea typeface="Gill Sans"/>
                <a:cs typeface="Gill Sans"/>
                <a:sym typeface="Gill Sans"/>
              </a:rPr>
              <a:t>PreparedStatement pstmt = con.prepareStatement(“</a:t>
            </a:r>
            <a:endParaRPr/>
          </a:p>
          <a:p>
            <a:pPr indent="0" lvl="0" marL="0" marR="0" rtl="0" algn="l">
              <a:spcBef>
                <a:spcPts val="0"/>
              </a:spcBef>
              <a:spcAft>
                <a:spcPts val="0"/>
              </a:spcAft>
              <a:buClr>
                <a:schemeClr val="dk1"/>
              </a:buClr>
              <a:buSzPts val="1800"/>
              <a:buFont typeface="Noto Sans Symbols"/>
              <a:buNone/>
            </a:pPr>
            <a:r>
              <a:rPr lang="en-US" sz="1800">
                <a:solidFill>
                  <a:schemeClr val="dk1"/>
                </a:solidFill>
                <a:latin typeface="Gill Sans"/>
                <a:ea typeface="Gill Sans"/>
                <a:cs typeface="Gill Sans"/>
                <a:sym typeface="Gill Sans"/>
              </a:rPr>
              <a:t>	UPDATE table1 SET status = ? WHERE id =?”)</a:t>
            </a:r>
            <a:endParaRPr/>
          </a:p>
          <a:p>
            <a:pPr indent="0" lvl="0" marL="0" marR="0" rtl="0" algn="l">
              <a:spcBef>
                <a:spcPts val="0"/>
              </a:spcBef>
              <a:spcAft>
                <a:spcPts val="0"/>
              </a:spcAft>
              <a:buClr>
                <a:srgbClr val="00CC00"/>
              </a:buClr>
              <a:buSzPts val="1800"/>
              <a:buFont typeface="Noto Sans Symbols"/>
              <a:buNone/>
            </a:pPr>
            <a:r>
              <a:rPr lang="en-US" sz="1800">
                <a:solidFill>
                  <a:srgbClr val="00CC00"/>
                </a:solidFill>
                <a:latin typeface="Gill Sans"/>
                <a:ea typeface="Gill Sans"/>
                <a:cs typeface="Gill Sans"/>
                <a:sym typeface="Gill Sans"/>
              </a:rPr>
              <a:t>// Supply values for the variables</a:t>
            </a:r>
            <a:endParaRPr/>
          </a:p>
          <a:p>
            <a:pPr indent="0" lvl="0" marL="0" marR="0" rtl="0" algn="l">
              <a:spcBef>
                <a:spcPts val="0"/>
              </a:spcBef>
              <a:spcAft>
                <a:spcPts val="0"/>
              </a:spcAft>
              <a:buClr>
                <a:schemeClr val="dk1"/>
              </a:buClr>
              <a:buSzPts val="1800"/>
              <a:buFont typeface="Noto Sans Symbols"/>
              <a:buNone/>
            </a:pPr>
            <a:r>
              <a:rPr lang="en-US" sz="1800">
                <a:solidFill>
                  <a:schemeClr val="dk1"/>
                </a:solidFill>
                <a:latin typeface="Gill Sans"/>
                <a:ea typeface="Gill Sans"/>
                <a:cs typeface="Gill Sans"/>
                <a:sym typeface="Gill Sans"/>
              </a:rPr>
              <a:t>pstmt.setString (1, “out”);</a:t>
            </a:r>
            <a:endParaRPr/>
          </a:p>
          <a:p>
            <a:pPr indent="0" lvl="0" marL="0" marR="0" rtl="0" algn="l">
              <a:spcBef>
                <a:spcPts val="0"/>
              </a:spcBef>
              <a:spcAft>
                <a:spcPts val="0"/>
              </a:spcAft>
              <a:buClr>
                <a:schemeClr val="dk1"/>
              </a:buClr>
              <a:buSzPts val="1800"/>
              <a:buFont typeface="Noto Sans Symbols"/>
              <a:buNone/>
            </a:pPr>
            <a:r>
              <a:rPr lang="en-US" sz="1800">
                <a:solidFill>
                  <a:schemeClr val="dk1"/>
                </a:solidFill>
                <a:latin typeface="Gill Sans"/>
                <a:ea typeface="Gill Sans"/>
                <a:cs typeface="Gill Sans"/>
                <a:sym typeface="Gill Sans"/>
              </a:rPr>
              <a:t>pstmt.setInt(2, id);</a:t>
            </a:r>
            <a:endParaRPr/>
          </a:p>
          <a:p>
            <a:pPr indent="0" lvl="0" marL="0" marR="0" rtl="0" algn="l">
              <a:spcBef>
                <a:spcPts val="0"/>
              </a:spcBef>
              <a:spcAft>
                <a:spcPts val="0"/>
              </a:spcAft>
              <a:buClr>
                <a:srgbClr val="00CC00"/>
              </a:buClr>
              <a:buSzPts val="1800"/>
              <a:buFont typeface="Noto Sans Symbols"/>
              <a:buNone/>
            </a:pPr>
            <a:r>
              <a:rPr lang="en-US" sz="1800">
                <a:solidFill>
                  <a:srgbClr val="00CC00"/>
                </a:solidFill>
                <a:latin typeface="Gill Sans"/>
                <a:ea typeface="Gill Sans"/>
                <a:cs typeface="Gill Sans"/>
                <a:sym typeface="Gill Sans"/>
              </a:rPr>
              <a:t>// Execute the statement</a:t>
            </a:r>
            <a:endParaRPr/>
          </a:p>
          <a:p>
            <a:pPr indent="0" lvl="0" marL="0" marR="0" rtl="0" algn="l">
              <a:spcBef>
                <a:spcPts val="0"/>
              </a:spcBef>
              <a:spcAft>
                <a:spcPts val="0"/>
              </a:spcAft>
              <a:buClr>
                <a:schemeClr val="dk1"/>
              </a:buClr>
              <a:buSzPts val="1800"/>
              <a:buFont typeface="Noto Sans Symbols"/>
              <a:buNone/>
            </a:pPr>
            <a:r>
              <a:rPr lang="en-US" sz="1800">
                <a:solidFill>
                  <a:schemeClr val="dk1"/>
                </a:solidFill>
                <a:latin typeface="Gill Sans"/>
                <a:ea typeface="Gill Sans"/>
                <a:cs typeface="Gill Sans"/>
                <a:sym typeface="Gill Sans"/>
              </a:rPr>
              <a:t>pstmt.executeUpdate();</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47"/>
          <p:cNvSpPr txBox="1"/>
          <p:nvPr>
            <p:ph type="title"/>
          </p:nvPr>
        </p:nvSpPr>
        <p:spPr>
          <a:xfrm>
            <a:off x="228600" y="304800"/>
            <a:ext cx="8915400" cy="685800"/>
          </a:xfrm>
          <a:prstGeom prst="rect">
            <a:avLst/>
          </a:prstGeom>
          <a:noFill/>
          <a:ln>
            <a:noFill/>
          </a:ln>
        </p:spPr>
        <p:txBody>
          <a:bodyPr anchorCtr="0" anchor="t" bIns="45700" lIns="91425" spcFirstLastPara="1" rIns="91425" wrap="square" tIns="45700">
            <a:normAutofit fontScale="90000"/>
          </a:bodyPr>
          <a:lstStyle/>
          <a:p>
            <a:pPr indent="0" lvl="0" marL="0" rtl="0" algn="ctr">
              <a:spcBef>
                <a:spcPts val="0"/>
              </a:spcBef>
              <a:spcAft>
                <a:spcPts val="0"/>
              </a:spcAft>
              <a:buClr>
                <a:schemeClr val="accent2"/>
              </a:buClr>
              <a:buSzPct val="100000"/>
              <a:buFont typeface="Arial"/>
              <a:buNone/>
            </a:pPr>
            <a:r>
              <a:rPr lang="en-US">
                <a:solidFill>
                  <a:schemeClr val="accent2"/>
                </a:solidFill>
                <a:latin typeface="Arial"/>
                <a:ea typeface="Arial"/>
                <a:cs typeface="Arial"/>
                <a:sym typeface="Arial"/>
              </a:rPr>
              <a:t>The </a:t>
            </a:r>
            <a:r>
              <a:rPr lang="en-US">
                <a:solidFill>
                  <a:schemeClr val="accent2"/>
                </a:solidFill>
                <a:latin typeface="Courier New"/>
                <a:ea typeface="Courier New"/>
                <a:cs typeface="Courier New"/>
                <a:sym typeface="Courier New"/>
              </a:rPr>
              <a:t>PreparedStatement </a:t>
            </a:r>
            <a:r>
              <a:rPr lang="en-US">
                <a:solidFill>
                  <a:schemeClr val="accent2"/>
                </a:solidFill>
                <a:latin typeface="Arial"/>
                <a:ea typeface="Arial"/>
                <a:cs typeface="Arial"/>
                <a:sym typeface="Arial"/>
              </a:rPr>
              <a:t>Interface </a:t>
            </a:r>
            <a:r>
              <a:rPr lang="en-US" sz="2000">
                <a:solidFill>
                  <a:schemeClr val="accent2"/>
                </a:solidFill>
                <a:latin typeface="Arial"/>
                <a:ea typeface="Arial"/>
                <a:cs typeface="Arial"/>
                <a:sym typeface="Arial"/>
              </a:rPr>
              <a:t>(cont.)</a:t>
            </a:r>
            <a:endParaRPr>
              <a:solidFill>
                <a:schemeClr val="accent2"/>
              </a:solidFill>
              <a:latin typeface="Arial"/>
              <a:ea typeface="Arial"/>
              <a:cs typeface="Arial"/>
              <a:sym typeface="Arial"/>
            </a:endParaRPr>
          </a:p>
        </p:txBody>
      </p:sp>
      <p:sp>
        <p:nvSpPr>
          <p:cNvPr id="686" name="Google Shape;686;p47"/>
          <p:cNvSpPr txBox="1"/>
          <p:nvPr>
            <p:ph idx="1" type="body"/>
          </p:nvPr>
        </p:nvSpPr>
        <p:spPr>
          <a:xfrm>
            <a:off x="228600" y="1447800"/>
            <a:ext cx="8305800" cy="4953000"/>
          </a:xfrm>
          <a:prstGeom prst="rect">
            <a:avLst/>
          </a:prstGeom>
          <a:noFill/>
          <a:ln>
            <a:noFill/>
          </a:ln>
        </p:spPr>
        <p:txBody>
          <a:bodyPr anchorCtr="0" anchor="t" bIns="45700" lIns="91425" spcFirstLastPara="1" rIns="91425" wrap="square" tIns="45700">
            <a:normAutofit/>
          </a:bodyPr>
          <a:lstStyle/>
          <a:p>
            <a:pPr indent="-609600" lvl="0" marL="609600" rtl="0" algn="just">
              <a:spcBef>
                <a:spcPts val="0"/>
              </a:spcBef>
              <a:spcAft>
                <a:spcPts val="0"/>
              </a:spcAft>
              <a:buClr>
                <a:schemeClr val="dk2"/>
              </a:buClr>
              <a:buSzPts val="2400"/>
              <a:buChar char="•"/>
            </a:pPr>
            <a:r>
              <a:rPr lang="en-US" sz="2400">
                <a:solidFill>
                  <a:schemeClr val="dk2"/>
                </a:solidFill>
              </a:rPr>
              <a:t>A </a:t>
            </a:r>
            <a:r>
              <a:rPr lang="en-US" sz="2400">
                <a:solidFill>
                  <a:schemeClr val="dk2"/>
                </a:solidFill>
                <a:latin typeface="Courier New"/>
                <a:ea typeface="Courier New"/>
                <a:cs typeface="Courier New"/>
                <a:sym typeface="Courier New"/>
              </a:rPr>
              <a:t>PreparedStatement</a:t>
            </a:r>
            <a:r>
              <a:rPr lang="en-US" sz="2400">
                <a:solidFill>
                  <a:schemeClr val="dk2"/>
                </a:solidFill>
              </a:rPr>
              <a:t> object is created using the </a:t>
            </a:r>
            <a:r>
              <a:rPr lang="en-US" sz="2400">
                <a:solidFill>
                  <a:schemeClr val="dk2"/>
                </a:solidFill>
                <a:latin typeface="Courier New"/>
                <a:ea typeface="Courier New"/>
                <a:cs typeface="Courier New"/>
                <a:sym typeface="Courier New"/>
              </a:rPr>
              <a:t>prepareStatement</a:t>
            </a:r>
            <a:r>
              <a:rPr lang="en-US" sz="2400">
                <a:solidFill>
                  <a:schemeClr val="dk2"/>
                </a:solidFill>
              </a:rPr>
              <a:t> method in the </a:t>
            </a:r>
            <a:r>
              <a:rPr lang="en-US" sz="2400">
                <a:solidFill>
                  <a:schemeClr val="dk2"/>
                </a:solidFill>
                <a:latin typeface="Courier New"/>
                <a:ea typeface="Courier New"/>
                <a:cs typeface="Courier New"/>
                <a:sym typeface="Courier New"/>
              </a:rPr>
              <a:t>Connection</a:t>
            </a:r>
            <a:r>
              <a:rPr lang="en-US" sz="2400">
                <a:solidFill>
                  <a:schemeClr val="dk2"/>
                </a:solidFill>
              </a:rPr>
              <a:t> interface.</a:t>
            </a:r>
            <a:endParaRPr/>
          </a:p>
          <a:p>
            <a:pPr indent="-609600" lvl="0" marL="609600" rtl="0" algn="just">
              <a:spcBef>
                <a:spcPts val="1440"/>
              </a:spcBef>
              <a:spcAft>
                <a:spcPts val="0"/>
              </a:spcAft>
              <a:buClr>
                <a:schemeClr val="dk2"/>
              </a:buClr>
              <a:buSzPts val="2400"/>
              <a:buFont typeface="Calibri"/>
              <a:buNone/>
            </a:pPr>
            <a:r>
              <a:rPr lang="en-US" sz="2400">
                <a:solidFill>
                  <a:schemeClr val="dk2"/>
                </a:solidFill>
              </a:rPr>
              <a:t>		</a:t>
            </a:r>
            <a:r>
              <a:rPr lang="en-US" sz="1600">
                <a:solidFill>
                  <a:schemeClr val="dk2"/>
                </a:solidFill>
                <a:latin typeface="Courier New"/>
                <a:ea typeface="Courier New"/>
                <a:cs typeface="Courier New"/>
                <a:sym typeface="Courier New"/>
              </a:rPr>
              <a:t>PreparedStatement pstmt = connection.prepareStatement</a:t>
            </a:r>
            <a:endParaRPr/>
          </a:p>
          <a:p>
            <a:pPr indent="-609600" lvl="0" marL="609600" rtl="0" algn="just">
              <a:spcBef>
                <a:spcPts val="1200"/>
              </a:spcBef>
              <a:spcAft>
                <a:spcPts val="0"/>
              </a:spcAft>
              <a:buClr>
                <a:schemeClr val="dk2"/>
              </a:buClr>
              <a:buSzPts val="1600"/>
              <a:buFont typeface="Courier New"/>
              <a:buNone/>
            </a:pPr>
            <a:r>
              <a:rPr lang="en-US" sz="1600">
                <a:solidFill>
                  <a:schemeClr val="dk2"/>
                </a:solidFill>
                <a:latin typeface="Courier New"/>
                <a:ea typeface="Courier New"/>
                <a:cs typeface="Courier New"/>
                <a:sym typeface="Courier New"/>
              </a:rPr>
              <a:t>         (“insert into bikes (bikename, size, color,</a:t>
            </a:r>
            <a:endParaRPr/>
          </a:p>
          <a:p>
            <a:pPr indent="-609600" lvl="0" marL="609600" rtl="0" algn="just">
              <a:spcBef>
                <a:spcPts val="960"/>
              </a:spcBef>
              <a:spcAft>
                <a:spcPts val="0"/>
              </a:spcAft>
              <a:buClr>
                <a:schemeClr val="dk2"/>
              </a:buClr>
              <a:buSzPts val="1600"/>
              <a:buFont typeface="Courier New"/>
              <a:buNone/>
            </a:pPr>
            <a:r>
              <a:rPr lang="en-US" sz="1600">
                <a:solidFill>
                  <a:schemeClr val="dk2"/>
                </a:solidFill>
                <a:latin typeface="Courier New"/>
                <a:ea typeface="Courier New"/>
                <a:cs typeface="Courier New"/>
                <a:sym typeface="Courier New"/>
              </a:rPr>
              <a:t>		      cost, purchased, mileage) + </a:t>
            </a:r>
            <a:endParaRPr/>
          </a:p>
          <a:p>
            <a:pPr indent="-609600" lvl="0" marL="609600" rtl="0" algn="just">
              <a:spcBef>
                <a:spcPts val="960"/>
              </a:spcBef>
              <a:spcAft>
                <a:spcPts val="0"/>
              </a:spcAft>
              <a:buClr>
                <a:schemeClr val="dk2"/>
              </a:buClr>
              <a:buSzPts val="1600"/>
              <a:buFont typeface="Courier New"/>
              <a:buNone/>
            </a:pPr>
            <a:r>
              <a:rPr lang="en-US" sz="1600">
                <a:solidFill>
                  <a:schemeClr val="dk2"/>
                </a:solidFill>
                <a:latin typeface="Courier New"/>
                <a:ea typeface="Courier New"/>
                <a:cs typeface="Courier New"/>
                <a:sym typeface="Courier New"/>
              </a:rPr>
              <a:t>			values ( ?, ?, ?, ?, ?, ?)” );</a:t>
            </a:r>
            <a:endParaRPr sz="2400">
              <a:solidFill>
                <a:schemeClr val="dk2"/>
              </a:solidFill>
            </a:endParaRPr>
          </a:p>
        </p:txBody>
      </p:sp>
      <p:sp>
        <p:nvSpPr>
          <p:cNvPr id="687" name="Google Shape;687;p47"/>
          <p:cNvSpPr txBox="1"/>
          <p:nvPr/>
        </p:nvSpPr>
        <p:spPr>
          <a:xfrm>
            <a:off x="228600" y="1828800"/>
            <a:ext cx="1841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3366"/>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
        <p:nvSpPr>
          <p:cNvPr id="688" name="Google Shape;688;p47"/>
          <p:cNvSpPr txBox="1"/>
          <p:nvPr/>
        </p:nvSpPr>
        <p:spPr>
          <a:xfrm>
            <a:off x="2133600" y="5257800"/>
            <a:ext cx="3886200" cy="584200"/>
          </a:xfrm>
          <a:prstGeom prst="rect">
            <a:avLst/>
          </a:prstGeom>
          <a:noFill/>
          <a:ln cap="flat" cmpd="sng" w="12700">
            <a:solidFill>
              <a:schemeClr val="dk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Placeholders for the values that will be dynamically provided by the user.</a:t>
            </a:r>
            <a:endParaRPr/>
          </a:p>
        </p:txBody>
      </p:sp>
      <p:cxnSp>
        <p:nvCxnSpPr>
          <p:cNvPr id="689" name="Google Shape;689;p47"/>
          <p:cNvCxnSpPr/>
          <p:nvPr/>
        </p:nvCxnSpPr>
        <p:spPr>
          <a:xfrm rot="10800000">
            <a:off x="4419600" y="4419600"/>
            <a:ext cx="0" cy="762000"/>
          </a:xfrm>
          <a:prstGeom prst="straightConnector1">
            <a:avLst/>
          </a:prstGeom>
          <a:noFill/>
          <a:ln cap="flat" cmpd="sng" w="12700">
            <a:solidFill>
              <a:srgbClr val="000099"/>
            </a:solidFill>
            <a:prstDash val="solid"/>
            <a:round/>
            <a:headEnd len="med" w="med" type="none"/>
            <a:tailEnd len="med" w="med" type="triangle"/>
          </a:ln>
        </p:spPr>
      </p:cxnSp>
      <p:cxnSp>
        <p:nvCxnSpPr>
          <p:cNvPr id="690" name="Google Shape;690;p47"/>
          <p:cNvCxnSpPr/>
          <p:nvPr/>
        </p:nvCxnSpPr>
        <p:spPr>
          <a:xfrm flipH="1" rot="10800000">
            <a:off x="4419600" y="4419600"/>
            <a:ext cx="304800" cy="762000"/>
          </a:xfrm>
          <a:prstGeom prst="straightConnector1">
            <a:avLst/>
          </a:prstGeom>
          <a:noFill/>
          <a:ln cap="flat" cmpd="sng" w="12700">
            <a:solidFill>
              <a:srgbClr val="000099"/>
            </a:solidFill>
            <a:prstDash val="solid"/>
            <a:round/>
            <a:headEnd len="med" w="med" type="none"/>
            <a:tailEnd len="med" w="med" type="triangle"/>
          </a:ln>
        </p:spPr>
      </p:cxnSp>
      <p:cxnSp>
        <p:nvCxnSpPr>
          <p:cNvPr id="691" name="Google Shape;691;p47"/>
          <p:cNvCxnSpPr/>
          <p:nvPr/>
        </p:nvCxnSpPr>
        <p:spPr>
          <a:xfrm flipH="1" rot="10800000">
            <a:off x="4419600" y="4419600"/>
            <a:ext cx="685800" cy="762000"/>
          </a:xfrm>
          <a:prstGeom prst="straightConnector1">
            <a:avLst/>
          </a:prstGeom>
          <a:noFill/>
          <a:ln cap="flat" cmpd="sng" w="12700">
            <a:solidFill>
              <a:srgbClr val="000099"/>
            </a:solidFill>
            <a:prstDash val="solid"/>
            <a:round/>
            <a:headEnd len="med" w="med" type="none"/>
            <a:tailEnd len="med" w="med" type="triangle"/>
          </a:ln>
        </p:spPr>
      </p:cxnSp>
      <p:cxnSp>
        <p:nvCxnSpPr>
          <p:cNvPr id="692" name="Google Shape;692;p47"/>
          <p:cNvCxnSpPr/>
          <p:nvPr/>
        </p:nvCxnSpPr>
        <p:spPr>
          <a:xfrm rot="10800000">
            <a:off x="4038600" y="4343400"/>
            <a:ext cx="381000" cy="838200"/>
          </a:xfrm>
          <a:prstGeom prst="straightConnector1">
            <a:avLst/>
          </a:prstGeom>
          <a:noFill/>
          <a:ln cap="flat" cmpd="sng" w="12700">
            <a:solidFill>
              <a:srgbClr val="000099"/>
            </a:solidFill>
            <a:prstDash val="solid"/>
            <a:round/>
            <a:headEnd len="med" w="med" type="none"/>
            <a:tailEnd len="med" w="med" type="triangle"/>
          </a:ln>
        </p:spPr>
      </p:cxnSp>
      <p:cxnSp>
        <p:nvCxnSpPr>
          <p:cNvPr id="693" name="Google Shape;693;p47"/>
          <p:cNvCxnSpPr/>
          <p:nvPr/>
        </p:nvCxnSpPr>
        <p:spPr>
          <a:xfrm rot="10800000">
            <a:off x="3657600" y="4419600"/>
            <a:ext cx="762000" cy="762000"/>
          </a:xfrm>
          <a:prstGeom prst="straightConnector1">
            <a:avLst/>
          </a:prstGeom>
          <a:noFill/>
          <a:ln cap="flat" cmpd="sng" w="12700">
            <a:solidFill>
              <a:srgbClr val="000099"/>
            </a:solidFill>
            <a:prstDash val="solid"/>
            <a:round/>
            <a:headEnd len="med" w="med" type="none"/>
            <a:tailEnd len="med" w="med" type="triangle"/>
          </a:ln>
        </p:spPr>
      </p:cxnSp>
      <p:cxnSp>
        <p:nvCxnSpPr>
          <p:cNvPr id="694" name="Google Shape;694;p47"/>
          <p:cNvCxnSpPr/>
          <p:nvPr/>
        </p:nvCxnSpPr>
        <p:spPr>
          <a:xfrm rot="10800000">
            <a:off x="3276600" y="4419600"/>
            <a:ext cx="1143000" cy="762000"/>
          </a:xfrm>
          <a:prstGeom prst="straightConnector1">
            <a:avLst/>
          </a:prstGeom>
          <a:noFill/>
          <a:ln cap="flat" cmpd="sng" w="12700">
            <a:solidFill>
              <a:srgbClr val="000099"/>
            </a:solidFill>
            <a:prstDash val="solid"/>
            <a:round/>
            <a:headEnd len="med" w="med" type="none"/>
            <a:tailEnd len="med" w="med" type="triangle"/>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48"/>
          <p:cNvSpPr txBox="1"/>
          <p:nvPr>
            <p:ph type="title"/>
          </p:nvPr>
        </p:nvSpPr>
        <p:spPr>
          <a:xfrm>
            <a:off x="152400" y="304800"/>
            <a:ext cx="8839200" cy="685800"/>
          </a:xfrm>
          <a:prstGeom prst="rect">
            <a:avLst/>
          </a:prstGeom>
          <a:noFill/>
          <a:ln>
            <a:noFill/>
          </a:ln>
        </p:spPr>
        <p:txBody>
          <a:bodyPr anchorCtr="0" anchor="t" bIns="45700" lIns="91425" spcFirstLastPara="1" rIns="91425" wrap="square" tIns="45700">
            <a:normAutofit fontScale="90000"/>
          </a:bodyPr>
          <a:lstStyle/>
          <a:p>
            <a:pPr indent="0" lvl="0" marL="0" rtl="0" algn="ctr">
              <a:spcBef>
                <a:spcPts val="0"/>
              </a:spcBef>
              <a:spcAft>
                <a:spcPts val="0"/>
              </a:spcAft>
              <a:buClr>
                <a:schemeClr val="accent2"/>
              </a:buClr>
              <a:buSzPct val="100000"/>
              <a:buFont typeface="Arial"/>
              <a:buNone/>
            </a:pPr>
            <a:r>
              <a:rPr lang="en-US">
                <a:solidFill>
                  <a:schemeClr val="accent2"/>
                </a:solidFill>
                <a:latin typeface="Arial"/>
                <a:ea typeface="Arial"/>
                <a:cs typeface="Arial"/>
                <a:sym typeface="Arial"/>
              </a:rPr>
              <a:t>The </a:t>
            </a:r>
            <a:r>
              <a:rPr lang="en-US">
                <a:solidFill>
                  <a:schemeClr val="accent2"/>
                </a:solidFill>
                <a:latin typeface="Courier New"/>
                <a:ea typeface="Courier New"/>
                <a:cs typeface="Courier New"/>
                <a:sym typeface="Courier New"/>
              </a:rPr>
              <a:t>PreparedStatement</a:t>
            </a:r>
            <a:r>
              <a:rPr lang="en-US">
                <a:solidFill>
                  <a:schemeClr val="accent2"/>
                </a:solidFill>
                <a:latin typeface="Arimo"/>
                <a:ea typeface="Arimo"/>
                <a:cs typeface="Arimo"/>
                <a:sym typeface="Arimo"/>
              </a:rPr>
              <a:t> </a:t>
            </a:r>
            <a:r>
              <a:rPr lang="en-US">
                <a:solidFill>
                  <a:schemeClr val="accent2"/>
                </a:solidFill>
                <a:latin typeface="Arial"/>
                <a:ea typeface="Arial"/>
                <a:cs typeface="Arial"/>
                <a:sym typeface="Arial"/>
              </a:rPr>
              <a:t>Interface </a:t>
            </a:r>
            <a:r>
              <a:rPr lang="en-US" sz="2000">
                <a:solidFill>
                  <a:schemeClr val="accent2"/>
                </a:solidFill>
                <a:latin typeface="Arial"/>
                <a:ea typeface="Arial"/>
                <a:cs typeface="Arial"/>
                <a:sym typeface="Arial"/>
              </a:rPr>
              <a:t>(cont.)</a:t>
            </a:r>
            <a:endParaRPr>
              <a:solidFill>
                <a:schemeClr val="accent2"/>
              </a:solidFill>
              <a:latin typeface="Arial"/>
              <a:ea typeface="Arial"/>
              <a:cs typeface="Arial"/>
              <a:sym typeface="Arial"/>
            </a:endParaRPr>
          </a:p>
        </p:txBody>
      </p:sp>
      <p:sp>
        <p:nvSpPr>
          <p:cNvPr id="700" name="Google Shape;700;p48"/>
          <p:cNvSpPr txBox="1"/>
          <p:nvPr>
            <p:ph idx="1" type="body"/>
          </p:nvPr>
        </p:nvSpPr>
        <p:spPr>
          <a:xfrm>
            <a:off x="228600" y="1447800"/>
            <a:ext cx="8305800" cy="4953000"/>
          </a:xfrm>
          <a:prstGeom prst="rect">
            <a:avLst/>
          </a:prstGeom>
          <a:noFill/>
          <a:ln>
            <a:noFill/>
          </a:ln>
        </p:spPr>
        <p:txBody>
          <a:bodyPr anchorCtr="0" anchor="t" bIns="45700" lIns="91425" spcFirstLastPara="1" rIns="91425" wrap="square" tIns="45700">
            <a:normAutofit/>
          </a:bodyPr>
          <a:lstStyle/>
          <a:p>
            <a:pPr indent="-609600" lvl="0" marL="609600" rtl="0" algn="just">
              <a:spcBef>
                <a:spcPts val="0"/>
              </a:spcBef>
              <a:spcAft>
                <a:spcPts val="0"/>
              </a:spcAft>
              <a:buClr>
                <a:schemeClr val="dk2"/>
              </a:buClr>
              <a:buSzPts val="2200"/>
              <a:buChar char="•"/>
            </a:pPr>
            <a:r>
              <a:rPr lang="en-US" sz="2200">
                <a:solidFill>
                  <a:schemeClr val="dk2"/>
                </a:solidFill>
              </a:rPr>
              <a:t>As a subinterface of </a:t>
            </a:r>
            <a:r>
              <a:rPr lang="en-US" sz="2200">
                <a:solidFill>
                  <a:schemeClr val="dk2"/>
                </a:solidFill>
                <a:latin typeface="Courier New"/>
                <a:ea typeface="Courier New"/>
                <a:cs typeface="Courier New"/>
                <a:sym typeface="Courier New"/>
              </a:rPr>
              <a:t>Statement</a:t>
            </a:r>
            <a:r>
              <a:rPr lang="en-US" sz="2200">
                <a:solidFill>
                  <a:schemeClr val="dk2"/>
                </a:solidFill>
              </a:rPr>
              <a:t>, the </a:t>
            </a:r>
            <a:r>
              <a:rPr lang="en-US" sz="2200">
                <a:solidFill>
                  <a:schemeClr val="dk2"/>
                </a:solidFill>
                <a:latin typeface="Courier New"/>
                <a:ea typeface="Courier New"/>
                <a:cs typeface="Courier New"/>
                <a:sym typeface="Courier New"/>
              </a:rPr>
              <a:t>PreparedStatement</a:t>
            </a:r>
            <a:r>
              <a:rPr lang="en-US" sz="2200">
                <a:solidFill>
                  <a:schemeClr val="dk2"/>
                </a:solidFill>
              </a:rPr>
              <a:t> interface inherits all the methods defined in </a:t>
            </a:r>
            <a:r>
              <a:rPr lang="en-US" sz="2200">
                <a:solidFill>
                  <a:schemeClr val="dk2"/>
                </a:solidFill>
                <a:latin typeface="Courier New"/>
                <a:ea typeface="Courier New"/>
                <a:cs typeface="Courier New"/>
                <a:sym typeface="Courier New"/>
              </a:rPr>
              <a:t>Statement</a:t>
            </a:r>
            <a:r>
              <a:rPr lang="en-US" sz="2200">
                <a:solidFill>
                  <a:schemeClr val="dk2"/>
                </a:solidFill>
              </a:rPr>
              <a:t>.  It also provides the methods for setting parameters in the object of </a:t>
            </a:r>
            <a:r>
              <a:rPr lang="en-US" sz="2200">
                <a:solidFill>
                  <a:schemeClr val="dk2"/>
                </a:solidFill>
                <a:latin typeface="Courier New"/>
                <a:ea typeface="Courier New"/>
                <a:cs typeface="Courier New"/>
                <a:sym typeface="Courier New"/>
              </a:rPr>
              <a:t>PreparedStatement</a:t>
            </a:r>
            <a:r>
              <a:rPr lang="en-US" sz="2200">
                <a:solidFill>
                  <a:schemeClr val="dk2"/>
                </a:solidFill>
              </a:rPr>
              <a:t>.  </a:t>
            </a:r>
            <a:endParaRPr/>
          </a:p>
          <a:p>
            <a:pPr indent="-609600" lvl="0" marL="609600" rtl="0" algn="just">
              <a:spcBef>
                <a:spcPts val="1320"/>
              </a:spcBef>
              <a:spcAft>
                <a:spcPts val="0"/>
              </a:spcAft>
              <a:buClr>
                <a:schemeClr val="dk2"/>
              </a:buClr>
              <a:buSzPts val="2200"/>
              <a:buChar char="•"/>
            </a:pPr>
            <a:r>
              <a:rPr lang="en-US" sz="2200">
                <a:solidFill>
                  <a:schemeClr val="dk2"/>
                </a:solidFill>
              </a:rPr>
              <a:t>These methods are used to set the values for the parameters before executing statements or procedures.</a:t>
            </a:r>
            <a:endParaRPr/>
          </a:p>
          <a:p>
            <a:pPr indent="-609600" lvl="0" marL="609600" rtl="0" algn="just">
              <a:spcBef>
                <a:spcPts val="1320"/>
              </a:spcBef>
              <a:spcAft>
                <a:spcPts val="0"/>
              </a:spcAft>
              <a:buClr>
                <a:schemeClr val="dk2"/>
              </a:buClr>
              <a:buSzPts val="2200"/>
              <a:buChar char="•"/>
            </a:pPr>
            <a:r>
              <a:rPr lang="en-US" sz="2200">
                <a:solidFill>
                  <a:schemeClr val="dk2"/>
                </a:solidFill>
              </a:rPr>
              <a:t>In general, the set methods have the following signature:</a:t>
            </a:r>
            <a:endParaRPr/>
          </a:p>
          <a:p>
            <a:pPr indent="-609600" lvl="0" marL="609600" rtl="0" algn="just">
              <a:spcBef>
                <a:spcPts val="1320"/>
              </a:spcBef>
              <a:spcAft>
                <a:spcPts val="0"/>
              </a:spcAft>
              <a:buClr>
                <a:schemeClr val="dk2"/>
              </a:buClr>
              <a:buSzPts val="2200"/>
              <a:buFont typeface="Calibri"/>
              <a:buNone/>
            </a:pPr>
            <a:r>
              <a:rPr lang="en-US" sz="2200">
                <a:solidFill>
                  <a:schemeClr val="dk2"/>
                </a:solidFill>
              </a:rPr>
              <a:t>			</a:t>
            </a:r>
            <a:r>
              <a:rPr lang="en-US" sz="2200">
                <a:solidFill>
                  <a:schemeClr val="dk2"/>
                </a:solidFill>
                <a:latin typeface="Courier New"/>
                <a:ea typeface="Courier New"/>
                <a:cs typeface="Courier New"/>
                <a:sym typeface="Courier New"/>
              </a:rPr>
              <a:t>setX (int parameterIndex, X value);</a:t>
            </a:r>
            <a:endParaRPr/>
          </a:p>
          <a:p>
            <a:pPr indent="-609600" lvl="0" marL="609600" rtl="0" algn="just">
              <a:spcBef>
                <a:spcPts val="1320"/>
              </a:spcBef>
              <a:spcAft>
                <a:spcPts val="0"/>
              </a:spcAft>
              <a:buClr>
                <a:schemeClr val="dk2"/>
              </a:buClr>
              <a:buSzPts val="2200"/>
              <a:buFont typeface="Calibri"/>
              <a:buNone/>
            </a:pPr>
            <a:r>
              <a:rPr lang="en-US" sz="2200">
                <a:solidFill>
                  <a:schemeClr val="dk2"/>
                </a:solidFill>
              </a:rPr>
              <a:t>	where </a:t>
            </a:r>
            <a:r>
              <a:rPr lang="en-US" sz="2200">
                <a:solidFill>
                  <a:schemeClr val="dk2"/>
                </a:solidFill>
                <a:latin typeface="Courier New"/>
                <a:ea typeface="Courier New"/>
                <a:cs typeface="Courier New"/>
                <a:sym typeface="Courier New"/>
              </a:rPr>
              <a:t>X</a:t>
            </a:r>
            <a:r>
              <a:rPr lang="en-US" sz="2200">
                <a:solidFill>
                  <a:schemeClr val="dk2"/>
                </a:solidFill>
              </a:rPr>
              <a:t> is the type of parameter and </a:t>
            </a:r>
            <a:r>
              <a:rPr lang="en-US" sz="2200">
                <a:solidFill>
                  <a:schemeClr val="dk2"/>
                </a:solidFill>
                <a:latin typeface="Courier New"/>
                <a:ea typeface="Courier New"/>
                <a:cs typeface="Courier New"/>
                <a:sym typeface="Courier New"/>
              </a:rPr>
              <a:t>parameterIndex</a:t>
            </a:r>
            <a:r>
              <a:rPr lang="en-US" sz="2200">
                <a:solidFill>
                  <a:schemeClr val="dk2"/>
                </a:solidFill>
              </a:rPr>
              <a:t> is the index of the parameter in the statement.		</a:t>
            </a:r>
            <a:endParaRPr/>
          </a:p>
        </p:txBody>
      </p:sp>
      <p:sp>
        <p:nvSpPr>
          <p:cNvPr id="701" name="Google Shape;701;p48"/>
          <p:cNvSpPr txBox="1"/>
          <p:nvPr/>
        </p:nvSpPr>
        <p:spPr>
          <a:xfrm>
            <a:off x="228600" y="1828800"/>
            <a:ext cx="1841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3366"/>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49"/>
          <p:cNvSpPr txBox="1"/>
          <p:nvPr>
            <p:ph type="title"/>
          </p:nvPr>
        </p:nvSpPr>
        <p:spPr>
          <a:xfrm>
            <a:off x="228600" y="304800"/>
            <a:ext cx="8763000" cy="685800"/>
          </a:xfrm>
          <a:prstGeom prst="rect">
            <a:avLst/>
          </a:prstGeom>
          <a:noFill/>
          <a:ln>
            <a:noFill/>
          </a:ln>
        </p:spPr>
        <p:txBody>
          <a:bodyPr anchorCtr="0" anchor="t" bIns="45700" lIns="91425" spcFirstLastPara="1" rIns="91425" wrap="square" tIns="45700">
            <a:normAutofit fontScale="90000"/>
          </a:bodyPr>
          <a:lstStyle/>
          <a:p>
            <a:pPr indent="0" lvl="0" marL="0" rtl="0" algn="ctr">
              <a:spcBef>
                <a:spcPts val="0"/>
              </a:spcBef>
              <a:spcAft>
                <a:spcPts val="0"/>
              </a:spcAft>
              <a:buClr>
                <a:schemeClr val="accent2"/>
              </a:buClr>
              <a:buSzPct val="100000"/>
              <a:buFont typeface="Arial"/>
              <a:buNone/>
            </a:pPr>
            <a:r>
              <a:rPr lang="en-US">
                <a:solidFill>
                  <a:schemeClr val="accent2"/>
                </a:solidFill>
                <a:latin typeface="Arial"/>
                <a:ea typeface="Arial"/>
                <a:cs typeface="Arial"/>
                <a:sym typeface="Arial"/>
              </a:rPr>
              <a:t>The </a:t>
            </a:r>
            <a:r>
              <a:rPr lang="en-US">
                <a:solidFill>
                  <a:schemeClr val="accent2"/>
                </a:solidFill>
                <a:latin typeface="Courier New"/>
                <a:ea typeface="Courier New"/>
                <a:cs typeface="Courier New"/>
                <a:sym typeface="Courier New"/>
              </a:rPr>
              <a:t>PreparedStatement </a:t>
            </a:r>
            <a:r>
              <a:rPr lang="en-US">
                <a:solidFill>
                  <a:schemeClr val="accent2"/>
                </a:solidFill>
                <a:latin typeface="Arial"/>
                <a:ea typeface="Arial"/>
                <a:cs typeface="Arial"/>
                <a:sym typeface="Arial"/>
              </a:rPr>
              <a:t>Interface </a:t>
            </a:r>
            <a:r>
              <a:rPr lang="en-US" sz="2000">
                <a:solidFill>
                  <a:schemeClr val="accent2"/>
                </a:solidFill>
                <a:latin typeface="Arial"/>
                <a:ea typeface="Arial"/>
                <a:cs typeface="Arial"/>
                <a:sym typeface="Arial"/>
              </a:rPr>
              <a:t>(cont.)</a:t>
            </a:r>
            <a:endParaRPr>
              <a:solidFill>
                <a:schemeClr val="accent2"/>
              </a:solidFill>
              <a:latin typeface="Arial"/>
              <a:ea typeface="Arial"/>
              <a:cs typeface="Arial"/>
              <a:sym typeface="Arial"/>
            </a:endParaRPr>
          </a:p>
        </p:txBody>
      </p:sp>
      <p:sp>
        <p:nvSpPr>
          <p:cNvPr id="707" name="Google Shape;707;p49"/>
          <p:cNvSpPr txBox="1"/>
          <p:nvPr>
            <p:ph idx="1" type="body"/>
          </p:nvPr>
        </p:nvSpPr>
        <p:spPr>
          <a:xfrm>
            <a:off x="228600" y="990600"/>
            <a:ext cx="8305800" cy="4953000"/>
          </a:xfrm>
          <a:prstGeom prst="rect">
            <a:avLst/>
          </a:prstGeom>
          <a:noFill/>
          <a:ln>
            <a:noFill/>
          </a:ln>
        </p:spPr>
        <p:txBody>
          <a:bodyPr anchorCtr="0" anchor="t" bIns="45700" lIns="91425" spcFirstLastPara="1" rIns="91425" wrap="square" tIns="45700">
            <a:normAutofit lnSpcReduction="10000"/>
          </a:bodyPr>
          <a:lstStyle/>
          <a:p>
            <a:pPr indent="-609600" lvl="0" marL="609600" rtl="0" algn="just">
              <a:spcBef>
                <a:spcPts val="0"/>
              </a:spcBef>
              <a:spcAft>
                <a:spcPts val="0"/>
              </a:spcAft>
              <a:buClr>
                <a:schemeClr val="dk2"/>
              </a:buClr>
              <a:buSzPts val="2400"/>
              <a:buChar char="•"/>
            </a:pPr>
            <a:r>
              <a:rPr lang="en-US" sz="2400">
                <a:solidFill>
                  <a:schemeClr val="dk2"/>
                </a:solidFill>
              </a:rPr>
              <a:t>As an example, the method </a:t>
            </a:r>
            <a:endParaRPr/>
          </a:p>
          <a:p>
            <a:pPr indent="-609600" lvl="0" marL="609600" rtl="0" algn="just">
              <a:spcBef>
                <a:spcPts val="1440"/>
              </a:spcBef>
              <a:spcAft>
                <a:spcPts val="0"/>
              </a:spcAft>
              <a:buClr>
                <a:schemeClr val="dk2"/>
              </a:buClr>
              <a:buSzPts val="2400"/>
              <a:buFont typeface="Calibri"/>
              <a:buNone/>
            </a:pPr>
            <a:r>
              <a:rPr lang="en-US" sz="2400">
                <a:solidFill>
                  <a:schemeClr val="dk2"/>
                </a:solidFill>
              </a:rPr>
              <a:t>		</a:t>
            </a:r>
            <a:r>
              <a:rPr lang="en-US" sz="1800">
                <a:solidFill>
                  <a:schemeClr val="dk2"/>
                </a:solidFill>
                <a:latin typeface="Courier New"/>
                <a:ea typeface="Courier New"/>
                <a:cs typeface="Courier New"/>
                <a:sym typeface="Courier New"/>
              </a:rPr>
              <a:t>setString( int parameterIndex, String value)</a:t>
            </a:r>
            <a:endParaRPr/>
          </a:p>
          <a:p>
            <a:pPr indent="-609600" lvl="0" marL="609600" rtl="0" algn="just">
              <a:spcBef>
                <a:spcPts val="1440"/>
              </a:spcBef>
              <a:spcAft>
                <a:spcPts val="0"/>
              </a:spcAft>
              <a:buClr>
                <a:schemeClr val="dk2"/>
              </a:buClr>
              <a:buSzPts val="1800"/>
              <a:buFont typeface="Courier New"/>
              <a:buNone/>
            </a:pPr>
            <a:r>
              <a:rPr lang="en-US" sz="1800">
                <a:solidFill>
                  <a:schemeClr val="dk2"/>
                </a:solidFill>
                <a:latin typeface="Courier New"/>
                <a:ea typeface="Courier New"/>
                <a:cs typeface="Courier New"/>
                <a:sym typeface="Courier New"/>
              </a:rPr>
              <a:t>	</a:t>
            </a:r>
            <a:r>
              <a:rPr lang="en-US" sz="2400">
                <a:solidFill>
                  <a:schemeClr val="dk2"/>
                </a:solidFill>
              </a:rPr>
              <a:t> sets a String value to the specified parameter.  </a:t>
            </a:r>
            <a:endParaRPr/>
          </a:p>
          <a:p>
            <a:pPr indent="-609600" lvl="0" marL="609600" rtl="0" algn="just">
              <a:spcBef>
                <a:spcPts val="1440"/>
              </a:spcBef>
              <a:spcAft>
                <a:spcPts val="0"/>
              </a:spcAft>
              <a:buClr>
                <a:schemeClr val="dk2"/>
              </a:buClr>
              <a:buSzPts val="2400"/>
              <a:buChar char="•"/>
            </a:pPr>
            <a:r>
              <a:rPr lang="en-US" sz="2400">
                <a:solidFill>
                  <a:schemeClr val="dk2"/>
                </a:solidFill>
              </a:rPr>
              <a:t>Once the parameters are set, the prepared statement is executed like any other SQL statement where </a:t>
            </a:r>
            <a:r>
              <a:rPr lang="en-US" sz="2400">
                <a:solidFill>
                  <a:schemeClr val="dk2"/>
                </a:solidFill>
                <a:latin typeface="Courier New"/>
                <a:ea typeface="Courier New"/>
                <a:cs typeface="Courier New"/>
                <a:sym typeface="Courier New"/>
              </a:rPr>
              <a:t>executeQuery()</a:t>
            </a:r>
            <a:r>
              <a:rPr lang="en-US" sz="2400">
                <a:solidFill>
                  <a:schemeClr val="dk2"/>
                </a:solidFill>
              </a:rPr>
              <a:t> is used for SELECT statements and </a:t>
            </a:r>
            <a:r>
              <a:rPr lang="en-US" sz="2400">
                <a:solidFill>
                  <a:schemeClr val="dk2"/>
                </a:solidFill>
                <a:latin typeface="Courier New"/>
                <a:ea typeface="Courier New"/>
                <a:cs typeface="Courier New"/>
                <a:sym typeface="Courier New"/>
              </a:rPr>
              <a:t>executeUpdate()</a:t>
            </a:r>
            <a:r>
              <a:rPr lang="en-US" sz="2400">
                <a:solidFill>
                  <a:schemeClr val="dk2"/>
                </a:solidFill>
              </a:rPr>
              <a:t> is used for DDL or update commands.</a:t>
            </a:r>
            <a:endParaRPr/>
          </a:p>
          <a:p>
            <a:pPr indent="-609600" lvl="0" marL="609600" rtl="0" algn="just">
              <a:spcBef>
                <a:spcPts val="1440"/>
              </a:spcBef>
              <a:spcAft>
                <a:spcPts val="0"/>
              </a:spcAft>
              <a:buClr>
                <a:schemeClr val="dk2"/>
              </a:buClr>
              <a:buSzPts val="2400"/>
              <a:buChar char="•"/>
            </a:pPr>
            <a:r>
              <a:rPr lang="en-US" sz="2400">
                <a:solidFill>
                  <a:schemeClr val="dk2"/>
                </a:solidFill>
              </a:rPr>
              <a:t>These two methods are similar to those found in the </a:t>
            </a:r>
            <a:r>
              <a:rPr lang="en-US" sz="2400">
                <a:solidFill>
                  <a:schemeClr val="dk2"/>
                </a:solidFill>
                <a:latin typeface="Courier New"/>
                <a:ea typeface="Courier New"/>
                <a:cs typeface="Courier New"/>
                <a:sym typeface="Courier New"/>
              </a:rPr>
              <a:t>Statement</a:t>
            </a:r>
            <a:r>
              <a:rPr lang="en-US" sz="2400">
                <a:solidFill>
                  <a:schemeClr val="dk2"/>
                </a:solidFill>
              </a:rPr>
              <a:t> interface except that they have no parameters since the SQL statements are already specified in the </a:t>
            </a:r>
            <a:r>
              <a:rPr lang="en-US" sz="2400">
                <a:solidFill>
                  <a:schemeClr val="dk2"/>
                </a:solidFill>
                <a:latin typeface="Courier New"/>
                <a:ea typeface="Courier New"/>
                <a:cs typeface="Courier New"/>
                <a:sym typeface="Courier New"/>
              </a:rPr>
              <a:t>prepareStatement</a:t>
            </a:r>
            <a:r>
              <a:rPr lang="en-US" sz="2400">
                <a:solidFill>
                  <a:schemeClr val="dk2"/>
                </a:solidFill>
              </a:rPr>
              <a:t> method when the object of a </a:t>
            </a:r>
            <a:r>
              <a:rPr lang="en-US" sz="2400">
                <a:solidFill>
                  <a:schemeClr val="dk2"/>
                </a:solidFill>
                <a:latin typeface="Courier New"/>
                <a:ea typeface="Courier New"/>
                <a:cs typeface="Courier New"/>
                <a:sym typeface="Courier New"/>
              </a:rPr>
              <a:t>PreparedStatement</a:t>
            </a:r>
            <a:r>
              <a:rPr lang="en-US" sz="2400">
                <a:solidFill>
                  <a:schemeClr val="dk2"/>
                </a:solidFill>
              </a:rPr>
              <a:t> is created.</a:t>
            </a:r>
            <a:endParaRPr/>
          </a:p>
        </p:txBody>
      </p:sp>
      <p:sp>
        <p:nvSpPr>
          <p:cNvPr id="708" name="Google Shape;708;p49"/>
          <p:cNvSpPr txBox="1"/>
          <p:nvPr/>
        </p:nvSpPr>
        <p:spPr>
          <a:xfrm>
            <a:off x="228600" y="1828800"/>
            <a:ext cx="1841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3366"/>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714" name="Google Shape;714;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61950" lvl="0" marL="342900" rtl="0" algn="l">
              <a:spcBef>
                <a:spcPts val="0"/>
              </a:spcBef>
              <a:spcAft>
                <a:spcPts val="0"/>
              </a:spcAft>
              <a:buClr>
                <a:schemeClr val="dk1"/>
              </a:buClr>
              <a:buSzPts val="1900"/>
              <a:buChar char="•"/>
            </a:pPr>
            <a:r>
              <a:rPr lang="en-US" sz="1900"/>
              <a:t>import java.sql.*;</a:t>
            </a:r>
            <a:endParaRPr sz="3500"/>
          </a:p>
          <a:p>
            <a:pPr indent="-361950" lvl="0" marL="342900" rtl="0" algn="l">
              <a:spcBef>
                <a:spcPts val="320"/>
              </a:spcBef>
              <a:spcAft>
                <a:spcPts val="0"/>
              </a:spcAft>
              <a:buClr>
                <a:schemeClr val="dk1"/>
              </a:buClr>
              <a:buSzPts val="1900"/>
              <a:buChar char="•"/>
            </a:pPr>
            <a:r>
              <a:rPr lang="en-US" sz="1900"/>
              <a:t>class InsertPrepared{</a:t>
            </a:r>
            <a:endParaRPr sz="3500"/>
          </a:p>
          <a:p>
            <a:pPr indent="-361950" lvl="0" marL="342900" rtl="0" algn="l">
              <a:spcBef>
                <a:spcPts val="320"/>
              </a:spcBef>
              <a:spcAft>
                <a:spcPts val="0"/>
              </a:spcAft>
              <a:buClr>
                <a:schemeClr val="dk1"/>
              </a:buClr>
              <a:buSzPts val="1900"/>
              <a:buChar char="•"/>
            </a:pPr>
            <a:r>
              <a:rPr lang="en-US" sz="1900"/>
              <a:t>public static void main(String args[]){</a:t>
            </a:r>
            <a:endParaRPr sz="3500"/>
          </a:p>
          <a:p>
            <a:pPr indent="-361950" lvl="0" marL="342900" rtl="0" algn="l">
              <a:spcBef>
                <a:spcPts val="320"/>
              </a:spcBef>
              <a:spcAft>
                <a:spcPts val="0"/>
              </a:spcAft>
              <a:buClr>
                <a:schemeClr val="dk1"/>
              </a:buClr>
              <a:buSzPts val="1900"/>
              <a:buChar char="•"/>
            </a:pPr>
            <a:r>
              <a:rPr lang="en-US" sz="1900"/>
              <a:t>try{</a:t>
            </a:r>
            <a:endParaRPr sz="3500"/>
          </a:p>
          <a:p>
            <a:pPr indent="-361950" lvl="0" marL="342900" rtl="0" algn="l">
              <a:spcBef>
                <a:spcPts val="320"/>
              </a:spcBef>
              <a:spcAft>
                <a:spcPts val="0"/>
              </a:spcAft>
              <a:buClr>
                <a:schemeClr val="dk1"/>
              </a:buClr>
              <a:buSzPts val="1900"/>
              <a:buChar char="•"/>
            </a:pPr>
            <a:r>
              <a:rPr lang="en-US" sz="1900"/>
              <a:t>Class.forName("</a:t>
            </a:r>
            <a:r>
              <a:rPr i="1" lang="en-US" sz="1800">
                <a:solidFill>
                  <a:schemeClr val="accent1"/>
                </a:solidFill>
              </a:rPr>
              <a:t>com.mysql.cj.jdbc.Driver</a:t>
            </a:r>
            <a:r>
              <a:rPr lang="en-US" sz="1900"/>
              <a:t>");</a:t>
            </a:r>
            <a:endParaRPr sz="3500"/>
          </a:p>
          <a:p>
            <a:pPr indent="-361950" lvl="0" marL="342900" rtl="0" algn="l">
              <a:spcBef>
                <a:spcPts val="320"/>
              </a:spcBef>
              <a:spcAft>
                <a:spcPts val="0"/>
              </a:spcAft>
              <a:buClr>
                <a:schemeClr val="dk1"/>
              </a:buClr>
              <a:buSzPts val="1900"/>
              <a:buChar char="•"/>
            </a:pPr>
            <a:r>
              <a:rPr lang="en-US" sz="1900"/>
              <a:t>Connection con=DriverManager.getConnection(</a:t>
            </a:r>
            <a:endParaRPr sz="3500"/>
          </a:p>
          <a:p>
            <a:pPr indent="-361950" lvl="0" marL="342900" rtl="0" algn="l">
              <a:spcBef>
                <a:spcPts val="320"/>
              </a:spcBef>
              <a:spcAft>
                <a:spcPts val="0"/>
              </a:spcAft>
              <a:buClr>
                <a:schemeClr val="dk1"/>
              </a:buClr>
              <a:buSzPts val="1900"/>
              <a:buChar char="•"/>
            </a:pPr>
            <a:r>
              <a:rPr lang="en-US" sz="1900"/>
              <a:t>"</a:t>
            </a:r>
            <a:r>
              <a:rPr lang="en-US" sz="2000">
                <a:solidFill>
                  <a:schemeClr val="folHlink"/>
                </a:solidFill>
                <a:latin typeface="Arial Narrow"/>
                <a:ea typeface="Arial Narrow"/>
                <a:cs typeface="Arial Narrow"/>
                <a:sym typeface="Arial Narrow"/>
              </a:rPr>
              <a:t>jdbc:mysql://localhost:3306/college</a:t>
            </a:r>
            <a:r>
              <a:rPr lang="en-US" sz="1900"/>
              <a:t>","root","");</a:t>
            </a:r>
            <a:endParaRPr sz="3500"/>
          </a:p>
          <a:p>
            <a:pPr indent="-361950" lvl="0" marL="342900" rtl="0" algn="l">
              <a:spcBef>
                <a:spcPts val="320"/>
              </a:spcBef>
              <a:spcAft>
                <a:spcPts val="0"/>
              </a:spcAft>
              <a:buClr>
                <a:schemeClr val="dk1"/>
              </a:buClr>
              <a:buSzPts val="1900"/>
              <a:buChar char="•"/>
            </a:pPr>
            <a:r>
              <a:rPr lang="en-US" sz="1900"/>
              <a:t>PreparedStatement stmt=con.prepareStatement("insert into Emp values(?,?)");</a:t>
            </a:r>
            <a:endParaRPr sz="3500"/>
          </a:p>
          <a:p>
            <a:pPr indent="-361950" lvl="0" marL="342900" rtl="0" algn="l">
              <a:spcBef>
                <a:spcPts val="320"/>
              </a:spcBef>
              <a:spcAft>
                <a:spcPts val="0"/>
              </a:spcAft>
              <a:buClr>
                <a:schemeClr val="dk1"/>
              </a:buClr>
              <a:buSzPts val="1900"/>
              <a:buChar char="•"/>
            </a:pPr>
            <a:r>
              <a:rPr lang="en-US" sz="1900"/>
              <a:t>stmt.setInt(1,101);//1 specifies the first parameter in the query</a:t>
            </a:r>
            <a:endParaRPr sz="3500"/>
          </a:p>
          <a:p>
            <a:pPr indent="-361950" lvl="0" marL="342900" rtl="0" algn="l">
              <a:spcBef>
                <a:spcPts val="320"/>
              </a:spcBef>
              <a:spcAft>
                <a:spcPts val="0"/>
              </a:spcAft>
              <a:buClr>
                <a:schemeClr val="dk1"/>
              </a:buClr>
              <a:buSzPts val="1900"/>
              <a:buChar char="•"/>
            </a:pPr>
            <a:r>
              <a:rPr lang="en-US" sz="1900"/>
              <a:t>stmt.setString(2,"Ratan");</a:t>
            </a:r>
            <a:endParaRPr sz="3500"/>
          </a:p>
          <a:p>
            <a:pPr indent="-361950" lvl="0" marL="342900" rtl="0" algn="l">
              <a:spcBef>
                <a:spcPts val="320"/>
              </a:spcBef>
              <a:spcAft>
                <a:spcPts val="0"/>
              </a:spcAft>
              <a:buClr>
                <a:schemeClr val="dk1"/>
              </a:buClr>
              <a:buSzPts val="1900"/>
              <a:buChar char="•"/>
            </a:pPr>
            <a:r>
              <a:rPr lang="en-US" sz="1900"/>
              <a:t>int i=stmt.executeUpdate();</a:t>
            </a:r>
            <a:endParaRPr sz="3500"/>
          </a:p>
          <a:p>
            <a:pPr indent="-361950" lvl="0" marL="342900" rtl="0" algn="l">
              <a:spcBef>
                <a:spcPts val="320"/>
              </a:spcBef>
              <a:spcAft>
                <a:spcPts val="0"/>
              </a:spcAft>
              <a:buClr>
                <a:schemeClr val="dk1"/>
              </a:buClr>
              <a:buSzPts val="1900"/>
              <a:buChar char="•"/>
            </a:pPr>
            <a:r>
              <a:rPr lang="en-US" sz="1900"/>
              <a:t>System.out.println(i+" records inserted");</a:t>
            </a:r>
            <a:endParaRPr sz="3500"/>
          </a:p>
          <a:p>
            <a:pPr indent="-361950" lvl="0" marL="342900" rtl="0" algn="l">
              <a:spcBef>
                <a:spcPts val="320"/>
              </a:spcBef>
              <a:spcAft>
                <a:spcPts val="0"/>
              </a:spcAft>
              <a:buClr>
                <a:schemeClr val="dk1"/>
              </a:buClr>
              <a:buSzPts val="1900"/>
              <a:buChar char="•"/>
            </a:pPr>
            <a:r>
              <a:rPr lang="en-US" sz="1900"/>
              <a:t>con.close();</a:t>
            </a:r>
            <a:endParaRPr sz="3500"/>
          </a:p>
          <a:p>
            <a:pPr indent="-361950" lvl="0" marL="342900" rtl="0" algn="l">
              <a:spcBef>
                <a:spcPts val="320"/>
              </a:spcBef>
              <a:spcAft>
                <a:spcPts val="0"/>
              </a:spcAft>
              <a:buClr>
                <a:schemeClr val="dk1"/>
              </a:buClr>
              <a:buSzPts val="1900"/>
              <a:buChar char="•"/>
            </a:pPr>
            <a:r>
              <a:rPr lang="en-US" sz="1900"/>
              <a:t>}catch(Exception e){ System.out.println(e);}</a:t>
            </a:r>
            <a:endParaRPr sz="3500"/>
          </a:p>
          <a:p>
            <a:pPr indent="-361950" lvl="0" marL="342900" rtl="0" algn="l">
              <a:spcBef>
                <a:spcPts val="320"/>
              </a:spcBef>
              <a:spcAft>
                <a:spcPts val="0"/>
              </a:spcAft>
              <a:buClr>
                <a:schemeClr val="dk1"/>
              </a:buClr>
              <a:buSzPts val="1900"/>
              <a:buChar char="•"/>
            </a:pPr>
            <a:r>
              <a:rPr lang="en-US" sz="1900"/>
              <a:t>}}</a:t>
            </a:r>
            <a:endParaRPr sz="35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51"/>
          <p:cNvSpPr txBox="1"/>
          <p:nvPr>
            <p:ph type="title"/>
          </p:nvPr>
        </p:nvSpPr>
        <p:spPr>
          <a:xfrm>
            <a:off x="457200" y="228600"/>
            <a:ext cx="8001000" cy="685800"/>
          </a:xfrm>
          <a:prstGeom prst="rect">
            <a:avLst/>
          </a:prstGeom>
          <a:noFill/>
          <a:ln>
            <a:noFill/>
          </a:ln>
        </p:spPr>
        <p:txBody>
          <a:bodyPr anchorCtr="0" anchor="t" bIns="45700" lIns="91425" spcFirstLastPara="1" rIns="91425" wrap="square" tIns="45700">
            <a:normAutofit fontScale="90000"/>
          </a:bodyPr>
          <a:lstStyle/>
          <a:p>
            <a:pPr indent="0" lvl="0" marL="0" rtl="0" algn="ctr">
              <a:spcBef>
                <a:spcPts val="0"/>
              </a:spcBef>
              <a:spcAft>
                <a:spcPts val="0"/>
              </a:spcAft>
              <a:buClr>
                <a:schemeClr val="accent2"/>
              </a:buClr>
              <a:buSzPct val="100000"/>
              <a:buFont typeface="Courier New"/>
              <a:buNone/>
            </a:pPr>
            <a:r>
              <a:rPr lang="en-US" sz="3200">
                <a:solidFill>
                  <a:schemeClr val="accent2"/>
                </a:solidFill>
                <a:latin typeface="Courier New"/>
                <a:ea typeface="Courier New"/>
                <a:cs typeface="Courier New"/>
                <a:sym typeface="Courier New"/>
              </a:rPr>
              <a:t>Find studentUsingPreparedStatement</a:t>
            </a:r>
            <a:endParaRPr>
              <a:solidFill>
                <a:schemeClr val="accent2"/>
              </a:solidFill>
              <a:latin typeface="Arial"/>
              <a:ea typeface="Arial"/>
              <a:cs typeface="Arial"/>
              <a:sym typeface="Arial"/>
            </a:endParaRPr>
          </a:p>
        </p:txBody>
      </p:sp>
      <p:sp>
        <p:nvSpPr>
          <p:cNvPr id="720" name="Google Shape;720;p51"/>
          <p:cNvSpPr txBox="1"/>
          <p:nvPr/>
        </p:nvSpPr>
        <p:spPr>
          <a:xfrm>
            <a:off x="990600" y="762000"/>
            <a:ext cx="7315200" cy="624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import javax.swing.*;</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import java.awt.event.*;</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import java.sql.*;</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public class StudentSearchPS implements ActionListener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JFrame frame;</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JLabel lblId;</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JTextField txtId;</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JButton btnSearch;</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JTextArea taResult;</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Connection con;</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PreparedStatement ps;</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public StudentSearchPS()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frame = new JFrame("Student Search Using JDBC");</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frame.setSize(400, 350);</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frame.setLayout(null);</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lblId = new JLabel("Student ID:");</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lblId.setBounds(30, 30, 100, 25);</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frame.add(lblId);</a:t>
            </a:r>
            <a:endParaRPr sz="16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600"/>
              <a:buFont typeface="Noto Sans Symbols"/>
              <a:buNone/>
            </a:pPr>
            <a:r>
              <a:rPr lang="en-US" sz="1600">
                <a:solidFill>
                  <a:schemeClr val="dk1"/>
                </a:solidFill>
                <a:latin typeface="Times New Roman"/>
                <a:ea typeface="Times New Roman"/>
                <a:cs typeface="Times New Roman"/>
                <a:sym typeface="Times New Roman"/>
              </a:rPr>
              <a:t>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g3bd60926968_0_2"/>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727" name="Google Shape;727;g3bd60926968_0_2"/>
          <p:cNvSpPr txBox="1"/>
          <p:nvPr>
            <p:ph idx="1" type="body"/>
          </p:nvPr>
        </p:nvSpPr>
        <p:spPr>
          <a:xfrm>
            <a:off x="82150" y="1535900"/>
            <a:ext cx="4418400" cy="5185500"/>
          </a:xfrm>
          <a:prstGeom prst="rect">
            <a:avLst/>
          </a:prstGeom>
        </p:spPr>
        <p:txBody>
          <a:bodyPr anchorCtr="0" anchor="t" bIns="45700" lIns="91425" spcFirstLastPara="1" rIns="91425" wrap="square" tIns="45700">
            <a:normAutofit fontScale="47500" lnSpcReduction="20000"/>
          </a:bodyPr>
          <a:lstStyle/>
          <a:p>
            <a:pPr indent="0" lvl="0" marL="0" rtl="0" algn="l">
              <a:spcBef>
                <a:spcPts val="360"/>
              </a:spcBef>
              <a:spcAft>
                <a:spcPts val="0"/>
              </a:spcAft>
              <a:buClr>
                <a:schemeClr val="dk1"/>
              </a:buClr>
              <a:buSzPct val="34375"/>
              <a:buFont typeface="Arial"/>
              <a:buNone/>
            </a:pPr>
            <a:r>
              <a:rPr lang="en-US"/>
              <a:t> txtId = new JTextField();</a:t>
            </a:r>
            <a:endParaRPr/>
          </a:p>
          <a:p>
            <a:pPr indent="0" lvl="0" marL="0" rtl="0" algn="l">
              <a:spcBef>
                <a:spcPts val="360"/>
              </a:spcBef>
              <a:spcAft>
                <a:spcPts val="0"/>
              </a:spcAft>
              <a:buClr>
                <a:schemeClr val="dk1"/>
              </a:buClr>
              <a:buSzPct val="34375"/>
              <a:buFont typeface="Arial"/>
              <a:buNone/>
            </a:pPr>
            <a:r>
              <a:rPr lang="en-US"/>
              <a:t>        txtId.setBounds(130, 30, 150, 25);</a:t>
            </a:r>
            <a:endParaRPr/>
          </a:p>
          <a:p>
            <a:pPr indent="0" lvl="0" marL="0" rtl="0" algn="l">
              <a:spcBef>
                <a:spcPts val="360"/>
              </a:spcBef>
              <a:spcAft>
                <a:spcPts val="0"/>
              </a:spcAft>
              <a:buClr>
                <a:schemeClr val="dk1"/>
              </a:buClr>
              <a:buSzPct val="34375"/>
              <a:buFont typeface="Arial"/>
              <a:buNone/>
            </a:pPr>
            <a:r>
              <a:rPr lang="en-US"/>
              <a:t>        frame.add(txtId);</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btnSearch = new JButton("Search");</a:t>
            </a:r>
            <a:endParaRPr/>
          </a:p>
          <a:p>
            <a:pPr indent="0" lvl="0" marL="0" rtl="0" algn="l">
              <a:spcBef>
                <a:spcPts val="360"/>
              </a:spcBef>
              <a:spcAft>
                <a:spcPts val="0"/>
              </a:spcAft>
              <a:buClr>
                <a:schemeClr val="dk1"/>
              </a:buClr>
              <a:buSzPct val="34375"/>
              <a:buFont typeface="Arial"/>
              <a:buNone/>
            </a:pPr>
            <a:r>
              <a:rPr lang="en-US"/>
              <a:t>        btnSearch.setBounds(130, 70, 100, 30);</a:t>
            </a:r>
            <a:endParaRPr/>
          </a:p>
          <a:p>
            <a:pPr indent="0" lvl="0" marL="0" rtl="0" algn="l">
              <a:spcBef>
                <a:spcPts val="360"/>
              </a:spcBef>
              <a:spcAft>
                <a:spcPts val="0"/>
              </a:spcAft>
              <a:buClr>
                <a:schemeClr val="dk1"/>
              </a:buClr>
              <a:buSzPct val="34375"/>
              <a:buFont typeface="Arial"/>
              <a:buNone/>
            </a:pPr>
            <a:r>
              <a:rPr lang="en-US"/>
              <a:t>        frame.add(btnSearch);</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taResult = new JTextArea();</a:t>
            </a:r>
            <a:endParaRPr/>
          </a:p>
          <a:p>
            <a:pPr indent="0" lvl="0" marL="0" rtl="0" algn="l">
              <a:spcBef>
                <a:spcPts val="360"/>
              </a:spcBef>
              <a:spcAft>
                <a:spcPts val="0"/>
              </a:spcAft>
              <a:buClr>
                <a:schemeClr val="dk1"/>
              </a:buClr>
              <a:buSzPct val="34375"/>
              <a:buFont typeface="Arial"/>
              <a:buNone/>
            </a:pPr>
            <a:r>
              <a:rPr lang="en-US"/>
              <a:t>        taResult.setBounds(30, 120, 320, 150);</a:t>
            </a:r>
            <a:endParaRPr/>
          </a:p>
          <a:p>
            <a:pPr indent="0" lvl="0" marL="0" rtl="0" algn="l">
              <a:spcBef>
                <a:spcPts val="360"/>
              </a:spcBef>
              <a:spcAft>
                <a:spcPts val="0"/>
              </a:spcAft>
              <a:buClr>
                <a:schemeClr val="dk1"/>
              </a:buClr>
              <a:buSzPct val="34375"/>
              <a:buFont typeface="Arial"/>
              <a:buNone/>
            </a:pPr>
            <a:r>
              <a:rPr lang="en-US"/>
              <a:t>        taResult.setEditable(false);</a:t>
            </a:r>
            <a:endParaRPr/>
          </a:p>
          <a:p>
            <a:pPr indent="0" lvl="0" marL="0" rtl="0" algn="l">
              <a:spcBef>
                <a:spcPts val="360"/>
              </a:spcBef>
              <a:spcAft>
                <a:spcPts val="0"/>
              </a:spcAft>
              <a:buClr>
                <a:schemeClr val="dk1"/>
              </a:buClr>
              <a:buSzPct val="34375"/>
              <a:buFont typeface="Arial"/>
              <a:buNone/>
            </a:pPr>
            <a:r>
              <a:rPr lang="en-US"/>
              <a:t>        frame.add(taResult);</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btnSearch.addActionListener(this);</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frame.setVisible(true);</a:t>
            </a:r>
            <a:endParaRPr/>
          </a:p>
          <a:p>
            <a:pPr indent="0" lvl="0" marL="0" rtl="0" algn="l">
              <a:spcBef>
                <a:spcPts val="360"/>
              </a:spcBef>
              <a:spcAft>
                <a:spcPts val="0"/>
              </a:spcAft>
              <a:buClr>
                <a:schemeClr val="dk1"/>
              </a:buClr>
              <a:buSzPct val="34375"/>
              <a:buFont typeface="Arial"/>
              <a:buNone/>
            </a:pPr>
            <a:r>
              <a:rPr lang="en-US"/>
              <a:t>        frame.setDefaultCloseOperation(JFrame.EXIT_ON_CLOSE);</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connectDB();</a:t>
            </a:r>
            <a:endParaRPr/>
          </a:p>
          <a:p>
            <a:pPr indent="0" lvl="0" marL="0" rtl="0" algn="l">
              <a:spcBef>
                <a:spcPts val="360"/>
              </a:spcBef>
              <a:spcAft>
                <a:spcPts val="0"/>
              </a:spcAft>
              <a:buNone/>
            </a:pPr>
            <a:r>
              <a:rPr lang="en-US"/>
              <a:t>    }</a:t>
            </a:r>
            <a:endParaRPr/>
          </a:p>
        </p:txBody>
      </p:sp>
      <p:sp>
        <p:nvSpPr>
          <p:cNvPr id="728" name="Google Shape;728;g3bd60926968_0_2"/>
          <p:cNvSpPr txBox="1"/>
          <p:nvPr>
            <p:ph idx="12" type="sldNum"/>
          </p:nvPr>
        </p:nvSpPr>
        <p:spPr>
          <a:xfrm>
            <a:off x="457200" y="6308726"/>
            <a:ext cx="1069800" cy="412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729" name="Google Shape;729;g3bd60926968_0_2"/>
          <p:cNvSpPr txBox="1"/>
          <p:nvPr>
            <p:ph idx="1" type="body"/>
          </p:nvPr>
        </p:nvSpPr>
        <p:spPr>
          <a:xfrm>
            <a:off x="4572000" y="1417650"/>
            <a:ext cx="4418400" cy="5304000"/>
          </a:xfrm>
          <a:prstGeom prst="rect">
            <a:avLst/>
          </a:prstGeom>
        </p:spPr>
        <p:txBody>
          <a:bodyPr anchorCtr="0" anchor="t" bIns="45700" lIns="91425" spcFirstLastPara="1" rIns="91425" wrap="square" tIns="45700">
            <a:normAutofit fontScale="47500" lnSpcReduction="10000"/>
          </a:bodyPr>
          <a:lstStyle/>
          <a:p>
            <a:pPr indent="0" lvl="0" marL="0" rtl="0" algn="l">
              <a:spcBef>
                <a:spcPts val="360"/>
              </a:spcBef>
              <a:spcAft>
                <a:spcPts val="0"/>
              </a:spcAft>
              <a:buNone/>
            </a:pPr>
            <a:r>
              <a:rPr lang="en-US"/>
              <a:t> </a:t>
            </a:r>
            <a:r>
              <a:rPr lang="en-US"/>
              <a:t>   // Database connection method</a:t>
            </a:r>
            <a:endParaRPr/>
          </a:p>
          <a:p>
            <a:pPr indent="0" lvl="0" marL="0" rtl="0" algn="l">
              <a:spcBef>
                <a:spcPts val="360"/>
              </a:spcBef>
              <a:spcAft>
                <a:spcPts val="0"/>
              </a:spcAft>
              <a:buClr>
                <a:schemeClr val="dk1"/>
              </a:buClr>
              <a:buSzPct val="34375"/>
              <a:buFont typeface="Arial"/>
              <a:buNone/>
            </a:pPr>
            <a:r>
              <a:rPr lang="en-US"/>
              <a:t>    void connectDB() {</a:t>
            </a:r>
            <a:endParaRPr/>
          </a:p>
          <a:p>
            <a:pPr indent="0" lvl="0" marL="0" rtl="0" algn="l">
              <a:spcBef>
                <a:spcPts val="360"/>
              </a:spcBef>
              <a:spcAft>
                <a:spcPts val="0"/>
              </a:spcAft>
              <a:buClr>
                <a:schemeClr val="dk1"/>
              </a:buClr>
              <a:buSzPct val="34375"/>
              <a:buFont typeface="Arial"/>
              <a:buNone/>
            </a:pPr>
            <a:r>
              <a:rPr lang="en-US"/>
              <a:t>        try {</a:t>
            </a:r>
            <a:endParaRPr/>
          </a:p>
          <a:p>
            <a:pPr indent="0" lvl="0" marL="0" rtl="0" algn="l">
              <a:spcBef>
                <a:spcPts val="360"/>
              </a:spcBef>
              <a:spcAft>
                <a:spcPts val="0"/>
              </a:spcAft>
              <a:buClr>
                <a:schemeClr val="dk1"/>
              </a:buClr>
              <a:buSzPct val="34375"/>
              <a:buFont typeface="Arial"/>
              <a:buNone/>
            </a:pPr>
            <a:r>
              <a:rPr lang="en-US"/>
              <a:t>            Class.forName("com.mysql.cj.jdbc.Driver");</a:t>
            </a:r>
            <a:endParaRPr/>
          </a:p>
          <a:p>
            <a:pPr indent="0" lvl="0" marL="0" rtl="0" algn="l">
              <a:spcBef>
                <a:spcPts val="360"/>
              </a:spcBef>
              <a:spcAft>
                <a:spcPts val="0"/>
              </a:spcAft>
              <a:buClr>
                <a:schemeClr val="dk1"/>
              </a:buClr>
              <a:buSzPct val="34375"/>
              <a:buFont typeface="Arial"/>
              <a:buNone/>
            </a:pPr>
            <a:r>
              <a:rPr lang="en-US"/>
              <a:t>            con = DriverManager.getConnection(</a:t>
            </a:r>
            <a:endParaRPr/>
          </a:p>
          <a:p>
            <a:pPr indent="0" lvl="0" marL="0" rtl="0" algn="l">
              <a:spcBef>
                <a:spcPts val="360"/>
              </a:spcBef>
              <a:spcAft>
                <a:spcPts val="0"/>
              </a:spcAft>
              <a:buClr>
                <a:schemeClr val="dk1"/>
              </a:buClr>
              <a:buSzPct val="34375"/>
              <a:buFont typeface="Arial"/>
              <a:buNone/>
            </a:pPr>
            <a:r>
              <a:rPr lang="en-US"/>
              <a:t>                    "jdbc:mysql://localhost:3306/college",</a:t>
            </a:r>
            <a:endParaRPr/>
          </a:p>
          <a:p>
            <a:pPr indent="0" lvl="0" marL="0" rtl="0" algn="l">
              <a:spcBef>
                <a:spcPts val="360"/>
              </a:spcBef>
              <a:spcAft>
                <a:spcPts val="0"/>
              </a:spcAft>
              <a:buClr>
                <a:schemeClr val="dk1"/>
              </a:buClr>
              <a:buSzPct val="34375"/>
              <a:buFont typeface="Arial"/>
              <a:buNone/>
            </a:pPr>
            <a:r>
              <a:rPr lang="en-US"/>
              <a:t>                    "root",</a:t>
            </a:r>
            <a:endParaRPr/>
          </a:p>
          <a:p>
            <a:pPr indent="0" lvl="0" marL="0" rtl="0" algn="l">
              <a:spcBef>
                <a:spcPts val="360"/>
              </a:spcBef>
              <a:spcAft>
                <a:spcPts val="0"/>
              </a:spcAft>
              <a:buClr>
                <a:schemeClr val="dk1"/>
              </a:buClr>
              <a:buSzPct val="34375"/>
              <a:buFont typeface="Arial"/>
              <a:buNone/>
            </a:pPr>
            <a:r>
              <a:rPr lang="en-US"/>
              <a:t>                    "Mysql@123"</a:t>
            </a:r>
            <a:endParaRPr/>
          </a:p>
          <a:p>
            <a:pPr indent="0" lvl="0" marL="0" rtl="0" algn="l">
              <a:spcBef>
                <a:spcPts val="360"/>
              </a:spcBef>
              <a:spcAft>
                <a:spcPts val="0"/>
              </a:spcAft>
              <a:buClr>
                <a:schemeClr val="dk1"/>
              </a:buClr>
              <a:buSzPct val="34375"/>
              <a:buFont typeface="Arial"/>
              <a:buNone/>
            </a:pPr>
            <a:r>
              <a:rPr lang="en-US"/>
              <a:t>            );</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ps = con.prepareStatement(</a:t>
            </a:r>
            <a:endParaRPr/>
          </a:p>
          <a:p>
            <a:pPr indent="0" lvl="0" marL="0" rtl="0" algn="l">
              <a:spcBef>
                <a:spcPts val="360"/>
              </a:spcBef>
              <a:spcAft>
                <a:spcPts val="0"/>
              </a:spcAft>
              <a:buClr>
                <a:schemeClr val="dk1"/>
              </a:buClr>
              <a:buSzPct val="34375"/>
              <a:buFont typeface="Arial"/>
              <a:buNone/>
            </a:pPr>
            <a:r>
              <a:rPr lang="en-US"/>
              <a:t>                    "SELECT * FROM student WHERE id = ?"</a:t>
            </a:r>
            <a:endParaRPr/>
          </a:p>
          <a:p>
            <a:pPr indent="0" lvl="0" marL="0" rtl="0" algn="l">
              <a:spcBef>
                <a:spcPts val="360"/>
              </a:spcBef>
              <a:spcAft>
                <a:spcPts val="0"/>
              </a:spcAft>
              <a:buClr>
                <a:schemeClr val="dk1"/>
              </a:buClr>
              <a:buSzPct val="34375"/>
              <a:buFont typeface="Arial"/>
              <a:buNone/>
            </a:pPr>
            <a:r>
              <a:rPr lang="en-US"/>
              <a:t>            );</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 catch (Exception e) {</a:t>
            </a:r>
            <a:endParaRPr/>
          </a:p>
          <a:p>
            <a:pPr indent="0" lvl="0" marL="0" rtl="0" algn="l">
              <a:spcBef>
                <a:spcPts val="360"/>
              </a:spcBef>
              <a:spcAft>
                <a:spcPts val="0"/>
              </a:spcAft>
              <a:buClr>
                <a:schemeClr val="dk1"/>
              </a:buClr>
              <a:buSzPct val="34375"/>
              <a:buFont typeface="Arial"/>
              <a:buNone/>
            </a:pPr>
            <a:r>
              <a:rPr lang="en-US"/>
              <a:t>            taResult.setText("Database connection error");</a:t>
            </a:r>
            <a:endParaRPr/>
          </a:p>
          <a:p>
            <a:pPr indent="0" lvl="0" marL="0" rtl="0" algn="l">
              <a:spcBef>
                <a:spcPts val="360"/>
              </a:spcBef>
              <a:spcAft>
                <a:spcPts val="0"/>
              </a:spcAft>
              <a:buClr>
                <a:schemeClr val="dk1"/>
              </a:buClr>
              <a:buSzPct val="34375"/>
              <a:buFont typeface="Arial"/>
              <a:buNone/>
            </a:pPr>
            <a:r>
              <a:rPr lang="en-US"/>
              <a:t>        }</a:t>
            </a:r>
            <a:endParaRPr/>
          </a:p>
          <a:p>
            <a:pPr indent="0" lvl="0" marL="0" rtl="0" algn="l">
              <a:spcBef>
                <a:spcPts val="360"/>
              </a:spcBef>
              <a:spcAft>
                <a:spcPts val="0"/>
              </a:spcAft>
              <a:buClr>
                <a:schemeClr val="dk1"/>
              </a:buClr>
              <a:buSzPct val="34375"/>
              <a:buFont typeface="Arial"/>
              <a:buNone/>
            </a:pPr>
            <a:r>
              <a:rPr lang="en-US"/>
              <a:t>    }</a:t>
            </a:r>
            <a:endParaRPr/>
          </a:p>
          <a:p>
            <a:pPr indent="0" lvl="0" marL="0" rtl="0" algn="l">
              <a:spcBef>
                <a:spcPts val="360"/>
              </a:spcBef>
              <a:spcAft>
                <a:spcPts val="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g3bd60926968_0_18"/>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736" name="Google Shape;736;g3bd60926968_0_18"/>
          <p:cNvSpPr txBox="1"/>
          <p:nvPr>
            <p:ph idx="1" type="body"/>
          </p:nvPr>
        </p:nvSpPr>
        <p:spPr>
          <a:xfrm>
            <a:off x="160725" y="1600200"/>
            <a:ext cx="4411200" cy="5121300"/>
          </a:xfrm>
          <a:prstGeom prst="rect">
            <a:avLst/>
          </a:prstGeom>
        </p:spPr>
        <p:txBody>
          <a:bodyPr anchorCtr="0" anchor="t" bIns="45700" lIns="91425" spcFirstLastPara="1" rIns="91425" wrap="square" tIns="45700">
            <a:normAutofit fontScale="55000" lnSpcReduction="20000"/>
          </a:bodyPr>
          <a:lstStyle/>
          <a:p>
            <a:pPr indent="0" lvl="0" marL="0" rtl="0" algn="l">
              <a:spcBef>
                <a:spcPts val="360"/>
              </a:spcBef>
              <a:spcAft>
                <a:spcPts val="0"/>
              </a:spcAft>
              <a:buClr>
                <a:schemeClr val="dk1"/>
              </a:buClr>
              <a:buSzPct val="34375"/>
              <a:buFont typeface="Arial"/>
              <a:buNone/>
            </a:pPr>
            <a:r>
              <a:rPr lang="en-US"/>
              <a:t>  // Event handling</a:t>
            </a:r>
            <a:endParaRPr/>
          </a:p>
          <a:p>
            <a:pPr indent="0" lvl="0" marL="0" rtl="0" algn="l">
              <a:spcBef>
                <a:spcPts val="360"/>
              </a:spcBef>
              <a:spcAft>
                <a:spcPts val="0"/>
              </a:spcAft>
              <a:buClr>
                <a:schemeClr val="dk1"/>
              </a:buClr>
              <a:buSzPct val="34375"/>
              <a:buFont typeface="Arial"/>
              <a:buNone/>
            </a:pPr>
            <a:r>
              <a:rPr lang="en-US"/>
              <a:t>    public void actionPerformed(ActionEvent e) {</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try {</a:t>
            </a:r>
            <a:endParaRPr/>
          </a:p>
          <a:p>
            <a:pPr indent="0" lvl="0" marL="0" rtl="0" algn="l">
              <a:spcBef>
                <a:spcPts val="360"/>
              </a:spcBef>
              <a:spcAft>
                <a:spcPts val="0"/>
              </a:spcAft>
              <a:buClr>
                <a:schemeClr val="dk1"/>
              </a:buClr>
              <a:buSzPct val="34375"/>
              <a:buFont typeface="Arial"/>
              <a:buNone/>
            </a:pPr>
            <a:r>
              <a:rPr lang="en-US"/>
              <a:t>            int id = Integer.parseInt(txtId.getText());</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ps.setInt(1, id);</a:t>
            </a:r>
            <a:endParaRPr/>
          </a:p>
          <a:p>
            <a:pPr indent="0" lvl="0" marL="0" rtl="0" algn="l">
              <a:spcBef>
                <a:spcPts val="360"/>
              </a:spcBef>
              <a:spcAft>
                <a:spcPts val="0"/>
              </a:spcAft>
              <a:buClr>
                <a:schemeClr val="dk1"/>
              </a:buClr>
              <a:buSzPct val="34375"/>
              <a:buFont typeface="Arial"/>
              <a:buNone/>
            </a:pPr>
            <a:r>
              <a:rPr lang="en-US"/>
              <a:t>            ResultSet rs = ps.executeQuery();</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if (rs.next()) {</a:t>
            </a:r>
            <a:endParaRPr/>
          </a:p>
          <a:p>
            <a:pPr indent="0" lvl="0" marL="0" rtl="0" algn="l">
              <a:spcBef>
                <a:spcPts val="360"/>
              </a:spcBef>
              <a:spcAft>
                <a:spcPts val="0"/>
              </a:spcAft>
              <a:buClr>
                <a:schemeClr val="dk1"/>
              </a:buClr>
              <a:buSzPct val="34375"/>
              <a:buFont typeface="Arial"/>
              <a:buNone/>
            </a:pPr>
            <a:r>
              <a:rPr lang="en-US"/>
              <a:t>                taResult.setText(</a:t>
            </a:r>
            <a:endParaRPr/>
          </a:p>
          <a:p>
            <a:pPr indent="0" lvl="0" marL="0" rtl="0" algn="l">
              <a:spcBef>
                <a:spcPts val="360"/>
              </a:spcBef>
              <a:spcAft>
                <a:spcPts val="0"/>
              </a:spcAft>
              <a:buClr>
                <a:schemeClr val="dk1"/>
              </a:buClr>
              <a:buSzPct val="34375"/>
              <a:buFont typeface="Arial"/>
              <a:buNone/>
            </a:pPr>
            <a:r>
              <a:rPr lang="en-US"/>
              <a:t>                        "ID   : " + rs.getInt("id") + "\n" +</a:t>
            </a:r>
            <a:endParaRPr/>
          </a:p>
          <a:p>
            <a:pPr indent="0" lvl="0" marL="0" rtl="0" algn="l">
              <a:spcBef>
                <a:spcPts val="360"/>
              </a:spcBef>
              <a:spcAft>
                <a:spcPts val="0"/>
              </a:spcAft>
              <a:buClr>
                <a:schemeClr val="dk1"/>
              </a:buClr>
              <a:buSzPct val="34375"/>
              <a:buFont typeface="Arial"/>
              <a:buNone/>
            </a:pPr>
            <a:r>
              <a:rPr lang="en-US"/>
              <a:t>                        "Name : " + rs.getString("name") + "\n" +</a:t>
            </a:r>
            <a:endParaRPr/>
          </a:p>
          <a:p>
            <a:pPr indent="0" lvl="0" marL="0" rtl="0" algn="l">
              <a:spcBef>
                <a:spcPts val="360"/>
              </a:spcBef>
              <a:spcAft>
                <a:spcPts val="0"/>
              </a:spcAft>
              <a:buClr>
                <a:schemeClr val="dk1"/>
              </a:buClr>
              <a:buSzPct val="34375"/>
              <a:buFont typeface="Arial"/>
              <a:buNone/>
            </a:pPr>
            <a:r>
              <a:rPr lang="en-US"/>
              <a:t>                        "Dept : " + rs.getString("dept")</a:t>
            </a:r>
            <a:endParaRPr/>
          </a:p>
          <a:p>
            <a:pPr indent="0" lvl="0" marL="0" rtl="0" algn="l">
              <a:spcBef>
                <a:spcPts val="360"/>
              </a:spcBef>
              <a:spcAft>
                <a:spcPts val="0"/>
              </a:spcAft>
              <a:buClr>
                <a:schemeClr val="dk1"/>
              </a:buClr>
              <a:buSzPct val="34375"/>
              <a:buFont typeface="Arial"/>
              <a:buNone/>
            </a:pPr>
            <a:r>
              <a:rPr lang="en-US"/>
              <a:t>                );</a:t>
            </a:r>
            <a:endParaRPr/>
          </a:p>
          <a:p>
            <a:pPr indent="0" lvl="0" marL="0" rtl="0" algn="l">
              <a:spcBef>
                <a:spcPts val="360"/>
              </a:spcBef>
              <a:spcAft>
                <a:spcPts val="0"/>
              </a:spcAft>
              <a:buNone/>
            </a:pPr>
            <a:r>
              <a:rPr lang="en-US"/>
              <a:t>         </a:t>
            </a:r>
            <a:endParaRPr/>
          </a:p>
        </p:txBody>
      </p:sp>
      <p:sp>
        <p:nvSpPr>
          <p:cNvPr id="737" name="Google Shape;737;g3bd60926968_0_18"/>
          <p:cNvSpPr txBox="1"/>
          <p:nvPr>
            <p:ph idx="12" type="sldNum"/>
          </p:nvPr>
        </p:nvSpPr>
        <p:spPr>
          <a:xfrm>
            <a:off x="457200" y="6308726"/>
            <a:ext cx="1069800" cy="412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738" name="Google Shape;738;g3bd60926968_0_18"/>
          <p:cNvSpPr txBox="1"/>
          <p:nvPr>
            <p:ph idx="1" type="body"/>
          </p:nvPr>
        </p:nvSpPr>
        <p:spPr>
          <a:xfrm>
            <a:off x="4752975" y="1600200"/>
            <a:ext cx="3704100" cy="4526100"/>
          </a:xfrm>
          <a:prstGeom prst="rect">
            <a:avLst/>
          </a:prstGeom>
        </p:spPr>
        <p:txBody>
          <a:bodyPr anchorCtr="0" anchor="t" bIns="45700" lIns="91425" spcFirstLastPara="1" rIns="91425" wrap="square" tIns="45700">
            <a:normAutofit fontScale="55000" lnSpcReduction="10000"/>
          </a:bodyPr>
          <a:lstStyle/>
          <a:p>
            <a:pPr indent="0" lvl="0" marL="0" rtl="0" algn="l">
              <a:spcBef>
                <a:spcPts val="360"/>
              </a:spcBef>
              <a:spcAft>
                <a:spcPts val="0"/>
              </a:spcAft>
              <a:buNone/>
            </a:pPr>
            <a:r>
              <a:rPr lang="en-US"/>
              <a:t>  </a:t>
            </a:r>
            <a:r>
              <a:rPr lang="en-US"/>
              <a:t>   } else {</a:t>
            </a:r>
            <a:endParaRPr/>
          </a:p>
          <a:p>
            <a:pPr indent="0" lvl="0" marL="0" rtl="0" algn="l">
              <a:spcBef>
                <a:spcPts val="360"/>
              </a:spcBef>
              <a:spcAft>
                <a:spcPts val="0"/>
              </a:spcAft>
              <a:buClr>
                <a:schemeClr val="dk1"/>
              </a:buClr>
              <a:buSzPct val="34375"/>
              <a:buFont typeface="Arial"/>
              <a:buNone/>
            </a:pPr>
            <a:r>
              <a:rPr lang="en-US"/>
              <a:t>                taResult.setText("No record found");</a:t>
            </a:r>
            <a:endParaRPr/>
          </a:p>
          <a:p>
            <a:pPr indent="0" lvl="0" marL="0" rtl="0" algn="l">
              <a:spcBef>
                <a:spcPts val="360"/>
              </a:spcBef>
              <a:spcAft>
                <a:spcPts val="0"/>
              </a:spcAft>
              <a:buClr>
                <a:schemeClr val="dk1"/>
              </a:buClr>
              <a:buSzPct val="34375"/>
              <a:buFont typeface="Arial"/>
              <a:buNone/>
            </a:pPr>
            <a:r>
              <a:rPr lang="en-US"/>
              <a:t>            }</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 catch (Exception ex) {</a:t>
            </a:r>
            <a:endParaRPr/>
          </a:p>
          <a:p>
            <a:pPr indent="0" lvl="0" marL="0" rtl="0" algn="l">
              <a:spcBef>
                <a:spcPts val="360"/>
              </a:spcBef>
              <a:spcAft>
                <a:spcPts val="0"/>
              </a:spcAft>
              <a:buClr>
                <a:schemeClr val="dk1"/>
              </a:buClr>
              <a:buSzPct val="34375"/>
              <a:buFont typeface="Arial"/>
              <a:buNone/>
            </a:pPr>
            <a:r>
              <a:rPr lang="en-US"/>
              <a:t>            taResult.setText("Invalid input or error");</a:t>
            </a:r>
            <a:endParaRPr/>
          </a:p>
          <a:p>
            <a:pPr indent="0" lvl="0" marL="0" rtl="0" algn="l">
              <a:spcBef>
                <a:spcPts val="360"/>
              </a:spcBef>
              <a:spcAft>
                <a:spcPts val="0"/>
              </a:spcAft>
              <a:buClr>
                <a:schemeClr val="dk1"/>
              </a:buClr>
              <a:buSzPct val="34375"/>
              <a:buFont typeface="Arial"/>
              <a:buNone/>
            </a:pPr>
            <a:r>
              <a:rPr lang="en-US"/>
              <a:t>        }</a:t>
            </a:r>
            <a:endParaRPr/>
          </a:p>
          <a:p>
            <a:pPr indent="0" lvl="0" marL="0" rtl="0" algn="l">
              <a:spcBef>
                <a:spcPts val="360"/>
              </a:spcBef>
              <a:spcAft>
                <a:spcPts val="0"/>
              </a:spcAft>
              <a:buClr>
                <a:schemeClr val="dk1"/>
              </a:buClr>
              <a:buSzPct val="34375"/>
              <a:buFont typeface="Arial"/>
              <a:buNone/>
            </a:pPr>
            <a:r>
              <a:rPr lang="en-US"/>
              <a:t>    }</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public static void main(String[] args) {</a:t>
            </a:r>
            <a:endParaRPr/>
          </a:p>
          <a:p>
            <a:pPr indent="0" lvl="0" marL="0" rtl="0" algn="l">
              <a:spcBef>
                <a:spcPts val="360"/>
              </a:spcBef>
              <a:spcAft>
                <a:spcPts val="0"/>
              </a:spcAft>
              <a:buClr>
                <a:schemeClr val="dk1"/>
              </a:buClr>
              <a:buSzPct val="34375"/>
              <a:buFont typeface="Arial"/>
              <a:buNone/>
            </a:pPr>
            <a:r>
              <a:rPr lang="en-US"/>
              <a:t>        new StudentSearchPS();</a:t>
            </a:r>
            <a:endParaRPr/>
          </a:p>
          <a:p>
            <a:pPr indent="0" lvl="0" marL="0" rtl="0" algn="l">
              <a:spcBef>
                <a:spcPts val="360"/>
              </a:spcBef>
              <a:spcAft>
                <a:spcPts val="0"/>
              </a:spcAft>
              <a:buClr>
                <a:schemeClr val="dk1"/>
              </a:buClr>
              <a:buSzPct val="34375"/>
              <a:buFont typeface="Arial"/>
              <a:buNone/>
            </a:pPr>
            <a:r>
              <a:rPr lang="en-US"/>
              <a:t>    }</a:t>
            </a:r>
            <a:endParaRPr/>
          </a:p>
          <a:p>
            <a:pPr indent="0" lvl="0" marL="0" rtl="0" algn="l">
              <a:spcBef>
                <a:spcPts val="360"/>
              </a:spcBef>
              <a:spcAft>
                <a:spcPts val="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54"/>
          <p:cNvSpPr txBox="1"/>
          <p:nvPr>
            <p:ph type="title"/>
          </p:nvPr>
        </p:nvSpPr>
        <p:spPr>
          <a:xfrm>
            <a:off x="457200" y="304800"/>
            <a:ext cx="8001000" cy="685800"/>
          </a:xfrm>
          <a:prstGeom prst="rect">
            <a:avLst/>
          </a:prstGeom>
          <a:noFill/>
          <a:ln>
            <a:noFill/>
          </a:ln>
        </p:spPr>
        <p:txBody>
          <a:bodyPr anchorCtr="0" anchor="t" bIns="45700" lIns="91425" spcFirstLastPara="1" rIns="91425" wrap="square" tIns="45700">
            <a:normAutofit fontScale="90000"/>
          </a:bodyPr>
          <a:lstStyle/>
          <a:p>
            <a:pPr indent="0" lvl="0" marL="0" rtl="0" algn="ctr">
              <a:spcBef>
                <a:spcPts val="0"/>
              </a:spcBef>
              <a:spcAft>
                <a:spcPts val="0"/>
              </a:spcAft>
              <a:buClr>
                <a:schemeClr val="accent2"/>
              </a:buClr>
              <a:buSzPct val="100000"/>
              <a:buFont typeface="Arial"/>
              <a:buNone/>
            </a:pPr>
            <a:r>
              <a:rPr lang="en-US" sz="3200">
                <a:solidFill>
                  <a:schemeClr val="accent2"/>
                </a:solidFill>
                <a:latin typeface="Arial"/>
                <a:ea typeface="Arial"/>
                <a:cs typeface="Arial"/>
                <a:sym typeface="Arial"/>
              </a:rPr>
              <a:t>Output</a:t>
            </a:r>
            <a:r>
              <a:rPr lang="en-US">
                <a:solidFill>
                  <a:schemeClr val="accent2"/>
                </a:solidFill>
                <a:latin typeface="Arimo"/>
                <a:ea typeface="Arimo"/>
                <a:cs typeface="Arimo"/>
                <a:sym typeface="Arimo"/>
              </a:rPr>
              <a:t> </a:t>
            </a:r>
            <a:endParaRPr>
              <a:solidFill>
                <a:schemeClr val="accent2"/>
              </a:solidFill>
              <a:latin typeface="Arial"/>
              <a:ea typeface="Arial"/>
              <a:cs typeface="Arial"/>
              <a:sym typeface="Arial"/>
            </a:endParaRPr>
          </a:p>
        </p:txBody>
      </p:sp>
      <p:sp>
        <p:nvSpPr>
          <p:cNvPr id="744" name="Google Shape;744;p54"/>
          <p:cNvSpPr txBox="1"/>
          <p:nvPr/>
        </p:nvSpPr>
        <p:spPr>
          <a:xfrm>
            <a:off x="228600" y="1828800"/>
            <a:ext cx="1841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3366"/>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The CallableStatement Object</a:t>
            </a:r>
            <a:endParaRPr/>
          </a:p>
        </p:txBody>
      </p:sp>
      <p:sp>
        <p:nvSpPr>
          <p:cNvPr id="753" name="Google Shape;753;p5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A CallableStatement object holds parameters for calling stored procedures.</a:t>
            </a:r>
            <a:endParaRPr/>
          </a:p>
          <a:p>
            <a:pPr indent="-342900" lvl="0" marL="342900" rtl="0" algn="l">
              <a:spcBef>
                <a:spcPts val="640"/>
              </a:spcBef>
              <a:spcAft>
                <a:spcPts val="0"/>
              </a:spcAft>
              <a:buClr>
                <a:schemeClr val="dk1"/>
              </a:buClr>
              <a:buSzPts val="3200"/>
              <a:buChar char="•"/>
            </a:pPr>
            <a:r>
              <a:rPr lang="en-US"/>
              <a:t>A callable statement can contain variables that you supply each time you execute the call.</a:t>
            </a:r>
            <a:endParaRPr/>
          </a:p>
          <a:p>
            <a:pPr indent="-342900" lvl="0" marL="342900" rtl="0" algn="l">
              <a:spcBef>
                <a:spcPts val="640"/>
              </a:spcBef>
              <a:spcAft>
                <a:spcPts val="0"/>
              </a:spcAft>
              <a:buClr>
                <a:schemeClr val="dk1"/>
              </a:buClr>
              <a:buSzPts val="3200"/>
              <a:buChar char="•"/>
            </a:pPr>
            <a:r>
              <a:rPr lang="en-US"/>
              <a:t>When the stored procedure returns, computed values (if any) are retrieved through the CallabableStatement object.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3be6c6de04e_0_1"/>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How to Create a Callable Statement</a:t>
            </a:r>
            <a:endParaRPr/>
          </a:p>
          <a:p>
            <a:pPr indent="0" lvl="0" marL="0" rtl="0" algn="ctr">
              <a:spcBef>
                <a:spcPts val="0"/>
              </a:spcBef>
              <a:spcAft>
                <a:spcPts val="0"/>
              </a:spcAft>
              <a:buNone/>
            </a:pPr>
            <a:r>
              <a:t/>
            </a:r>
            <a:endParaRPr/>
          </a:p>
        </p:txBody>
      </p:sp>
      <p:sp>
        <p:nvSpPr>
          <p:cNvPr id="760" name="Google Shape;760;g3be6c6de04e_0_1"/>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342900" lvl="0" marL="342900" rtl="0" algn="l">
              <a:spcBef>
                <a:spcPts val="0"/>
              </a:spcBef>
              <a:spcAft>
                <a:spcPts val="0"/>
              </a:spcAft>
              <a:buSzPts val="3200"/>
              <a:buChar char="•"/>
            </a:pPr>
            <a:r>
              <a:rPr lang="en-US"/>
              <a:t>Register the driver and create the database connection.</a:t>
            </a:r>
            <a:endParaRPr/>
          </a:p>
          <a:p>
            <a:pPr indent="-342900" lvl="0" marL="342900" rtl="0" algn="l">
              <a:spcBef>
                <a:spcPts val="640"/>
              </a:spcBef>
              <a:spcAft>
                <a:spcPts val="0"/>
              </a:spcAft>
              <a:buSzPts val="3200"/>
              <a:buChar char="•"/>
            </a:pPr>
            <a:r>
              <a:rPr lang="en-US"/>
              <a:t>Create the callable statement, identifying variables with a question mark (?).</a:t>
            </a:r>
            <a:endParaRPr/>
          </a:p>
          <a:p>
            <a:pPr indent="0" lvl="0" marL="0" rtl="0" algn="l">
              <a:spcBef>
                <a:spcPts val="36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b="1" lang="en-US" sz="1800">
                <a:latin typeface="Courier New"/>
                <a:ea typeface="Courier New"/>
                <a:cs typeface="Courier New"/>
                <a:sym typeface="Courier New"/>
              </a:rPr>
              <a:t>CallableStatement cstmt = conn.prepareCall("{call " +</a:t>
            </a:r>
            <a:endParaRPr b="1" sz="1800">
              <a:latin typeface="Courier New"/>
              <a:ea typeface="Courier New"/>
              <a:cs typeface="Courier New"/>
              <a:sym typeface="Courier New"/>
            </a:endParaRPr>
          </a:p>
          <a:p>
            <a:pPr indent="0" lvl="0" marL="0" rtl="0" algn="ctr">
              <a:lnSpc>
                <a:spcPct val="115000"/>
              </a:lnSpc>
              <a:spcBef>
                <a:spcPts val="0"/>
              </a:spcBef>
              <a:spcAft>
                <a:spcPts val="0"/>
              </a:spcAft>
              <a:buClr>
                <a:schemeClr val="dk1"/>
              </a:buClr>
              <a:buSzPts val="1100"/>
              <a:buFont typeface="Arial"/>
              <a:buNone/>
            </a:pPr>
            <a:r>
              <a:rPr b="1" lang="en-US" sz="1800">
                <a:latin typeface="Courier New"/>
                <a:ea typeface="Courier New"/>
                <a:cs typeface="Courier New"/>
                <a:sym typeface="Courier New"/>
              </a:rPr>
              <a:t>   ADDITEM + "(?,?,?)}");</a:t>
            </a:r>
            <a:endParaRPr b="1" sz="1800">
              <a:latin typeface="Courier New"/>
              <a:ea typeface="Courier New"/>
              <a:cs typeface="Courier New"/>
              <a:sym typeface="Courier New"/>
            </a:endParaRPr>
          </a:p>
          <a:p>
            <a:pPr indent="0" lvl="0" marL="0" rtl="0" algn="l">
              <a:spcBef>
                <a:spcPts val="360"/>
              </a:spcBef>
              <a:spcAft>
                <a:spcPts val="0"/>
              </a:spcAft>
              <a:buNone/>
            </a:pPr>
            <a:r>
              <a:t/>
            </a:r>
            <a:endParaRPr/>
          </a:p>
        </p:txBody>
      </p:sp>
      <p:sp>
        <p:nvSpPr>
          <p:cNvPr id="761" name="Google Shape;761;g3be6c6de04e_0_1"/>
          <p:cNvSpPr txBox="1"/>
          <p:nvPr>
            <p:ph idx="12" type="sldNum"/>
          </p:nvPr>
        </p:nvSpPr>
        <p:spPr>
          <a:xfrm>
            <a:off x="457200" y="6308726"/>
            <a:ext cx="1069800" cy="412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57"/>
          <p:cNvSpPr txBox="1"/>
          <p:nvPr>
            <p:ph type="title"/>
          </p:nvPr>
        </p:nvSpPr>
        <p:spPr>
          <a:xfrm>
            <a:off x="457200" y="274638"/>
            <a:ext cx="8229600" cy="1143000"/>
          </a:xfrm>
          <a:prstGeom prst="rect">
            <a:avLst/>
          </a:prstGeom>
          <a:noFill/>
          <a:ln>
            <a:noFill/>
          </a:ln>
          <a:effectLst>
            <a:outerShdw rotWithShape="0" algn="ctr" dir="2700000" dist="53882">
              <a:schemeClr val="lt2"/>
            </a:outerShdw>
          </a:effectLst>
        </p:spPr>
        <p:txBody>
          <a:bodyPr anchorCtr="0" anchor="t" bIns="46025" lIns="92075" spcFirstLastPara="1" rIns="92075" wrap="square" tIns="46025">
            <a:normAutofit fontScale="90000"/>
          </a:bodyPr>
          <a:lstStyle/>
          <a:p>
            <a:pPr indent="0" lvl="0" marL="0" rtl="0" algn="ctr">
              <a:spcBef>
                <a:spcPts val="0"/>
              </a:spcBef>
              <a:spcAft>
                <a:spcPts val="0"/>
              </a:spcAft>
              <a:buClr>
                <a:schemeClr val="dk1"/>
              </a:buClr>
              <a:buSzPct val="100000"/>
              <a:buFont typeface="Calibri"/>
              <a:buNone/>
            </a:pPr>
            <a:r>
              <a:rPr lang="en-US"/>
              <a:t>How to Execute a Callable Statement</a:t>
            </a:r>
            <a:endParaRPr/>
          </a:p>
        </p:txBody>
      </p:sp>
      <p:sp>
        <p:nvSpPr>
          <p:cNvPr id="770" name="Google Shape;770;p57"/>
          <p:cNvSpPr txBox="1"/>
          <p:nvPr>
            <p:ph idx="1" type="body"/>
          </p:nvPr>
        </p:nvSpPr>
        <p:spPr>
          <a:xfrm>
            <a:off x="457200" y="1600200"/>
            <a:ext cx="8178800" cy="7416800"/>
          </a:xfrm>
          <a:prstGeom prst="rect">
            <a:avLst/>
          </a:prstGeom>
          <a:noFill/>
          <a:ln>
            <a:noFill/>
          </a:ln>
          <a:effectLst>
            <a:outerShdw rotWithShape="0" algn="ctr" dir="2700000" dist="53882">
              <a:schemeClr val="lt2"/>
            </a:outerShdw>
          </a:effectLst>
        </p:spPr>
        <p:txBody>
          <a:bodyPr anchorCtr="0" anchor="t" bIns="45700" lIns="91425" spcFirstLastPara="1" rIns="91425" wrap="square" tIns="45700">
            <a:spAutoFit/>
          </a:bodyPr>
          <a:lstStyle/>
          <a:p>
            <a:pPr indent="-404813" lvl="0" marL="404813" rtl="0" algn="l">
              <a:spcBef>
                <a:spcPts val="0"/>
              </a:spcBef>
              <a:spcAft>
                <a:spcPts val="0"/>
              </a:spcAft>
              <a:buClr>
                <a:schemeClr val="dk1"/>
              </a:buClr>
              <a:buSzPts val="3200"/>
              <a:buFont typeface="Noto Sans Symbols"/>
              <a:buNone/>
            </a:pPr>
            <a:r>
              <a:rPr lang="en-US"/>
              <a:t>1. 	Set the input parameters.</a:t>
            </a:r>
            <a:endParaRPr/>
          </a:p>
          <a:p>
            <a:pPr indent="-514350" lvl="0" marL="514350" rtl="0" algn="l">
              <a:spcBef>
                <a:spcPts val="9600"/>
              </a:spcBef>
              <a:spcAft>
                <a:spcPts val="0"/>
              </a:spcAft>
              <a:buClr>
                <a:schemeClr val="dk1"/>
              </a:buClr>
              <a:buSzPts val="3200"/>
              <a:buFont typeface="Noto Sans Symbols"/>
              <a:buAutoNum type="arabicPeriod" startAt="2"/>
            </a:pPr>
            <a:r>
              <a:rPr lang="en-US"/>
              <a:t>Execute the statement.</a:t>
            </a:r>
            <a:endParaRPr/>
          </a:p>
          <a:p>
            <a:pPr indent="-514350" lvl="0" marL="514350" rtl="0" algn="l">
              <a:spcBef>
                <a:spcPts val="9600"/>
              </a:spcBef>
              <a:spcAft>
                <a:spcPts val="0"/>
              </a:spcAft>
              <a:buClr>
                <a:schemeClr val="dk1"/>
              </a:buClr>
              <a:buSzPts val="3200"/>
              <a:buFont typeface="Noto Sans Symbols"/>
              <a:buAutoNum type="arabicPeriod" startAt="2"/>
            </a:pPr>
            <a:r>
              <a:rPr lang="en-US"/>
              <a:t>Get the output parameters.</a:t>
            </a:r>
            <a:endParaRPr/>
          </a:p>
          <a:p>
            <a:pPr indent="-311150" lvl="0" marL="514350" rtl="0" algn="l">
              <a:spcBef>
                <a:spcPts val="9600"/>
              </a:spcBef>
              <a:spcAft>
                <a:spcPts val="0"/>
              </a:spcAft>
              <a:buClr>
                <a:schemeClr val="dk1"/>
              </a:buClr>
              <a:buSzPts val="3200"/>
              <a:buFont typeface="Noto Sans Symbols"/>
              <a:buNone/>
            </a:pPr>
            <a:r>
              <a:t/>
            </a:r>
            <a:endParaRPr/>
          </a:p>
          <a:p>
            <a:pPr indent="-311150" lvl="0" marL="514350" rtl="0" algn="l">
              <a:spcBef>
                <a:spcPts val="9600"/>
              </a:spcBef>
              <a:spcAft>
                <a:spcPts val="0"/>
              </a:spcAft>
              <a:buClr>
                <a:schemeClr val="dk1"/>
              </a:buClr>
              <a:buSzPts val="3200"/>
              <a:buFont typeface="Noto Sans Symbols"/>
              <a:buNone/>
            </a:pPr>
            <a:r>
              <a:t/>
            </a:r>
            <a:endParaRPr/>
          </a:p>
        </p:txBody>
      </p:sp>
      <p:sp>
        <p:nvSpPr>
          <p:cNvPr id="771" name="Google Shape;771;p57"/>
          <p:cNvSpPr/>
          <p:nvPr/>
        </p:nvSpPr>
        <p:spPr>
          <a:xfrm>
            <a:off x="2133600" y="2489200"/>
            <a:ext cx="4559300" cy="444500"/>
          </a:xfrm>
          <a:prstGeom prst="rect">
            <a:avLst/>
          </a:prstGeom>
          <a:solidFill>
            <a:srgbClr val="FFDC4F"/>
          </a:solidFill>
          <a:ln cap="flat" cmpd="sng" w="12700">
            <a:solidFill>
              <a:srgbClr val="000000"/>
            </a:solidFill>
            <a:prstDash val="solid"/>
            <a:miter lim="800000"/>
            <a:headEnd len="sm" w="sm" type="none"/>
            <a:tailEnd len="sm" w="sm" type="none"/>
          </a:ln>
        </p:spPr>
        <p:txBody>
          <a:bodyPr anchorCtr="0" anchor="t" bIns="44450" lIns="90475" spcFirstLastPara="1" rIns="90475" wrap="square" tIns="44450">
            <a:spAutoFit/>
          </a:bodyPr>
          <a:lstStyle/>
          <a:p>
            <a:pPr indent="0" lvl="0" marL="0" marR="0" rtl="0" algn="ctr">
              <a:lnSpc>
                <a:spcPct val="125000"/>
              </a:lnSpc>
              <a:spcBef>
                <a:spcPts val="0"/>
              </a:spcBef>
              <a:spcAft>
                <a:spcPts val="0"/>
              </a:spcAft>
              <a:buClr>
                <a:srgbClr val="000000"/>
              </a:buClr>
              <a:buSzPts val="1800"/>
              <a:buFont typeface="Noto Sans Symbols"/>
              <a:buNone/>
            </a:pPr>
            <a:r>
              <a:rPr b="1" i="1" lang="en-US" sz="1800">
                <a:solidFill>
                  <a:srgbClr val="000000"/>
                </a:solidFill>
                <a:latin typeface="Courier New"/>
                <a:ea typeface="Courier New"/>
                <a:cs typeface="Courier New"/>
                <a:sym typeface="Courier New"/>
              </a:rPr>
              <a:t>cstmt</a:t>
            </a:r>
            <a:r>
              <a:rPr b="1" lang="en-US" sz="1800">
                <a:solidFill>
                  <a:srgbClr val="000000"/>
                </a:solidFill>
                <a:latin typeface="Courier New"/>
                <a:ea typeface="Courier New"/>
                <a:cs typeface="Courier New"/>
                <a:sym typeface="Courier New"/>
              </a:rPr>
              <a:t>.set</a:t>
            </a:r>
            <a:r>
              <a:rPr b="1" i="1" lang="en-US" sz="1800">
                <a:solidFill>
                  <a:srgbClr val="000000"/>
                </a:solidFill>
                <a:latin typeface="Courier New"/>
                <a:ea typeface="Courier New"/>
                <a:cs typeface="Courier New"/>
                <a:sym typeface="Courier New"/>
              </a:rPr>
              <a:t>XXX</a:t>
            </a:r>
            <a:r>
              <a:rPr b="1" lang="en-US" sz="1800">
                <a:solidFill>
                  <a:srgbClr val="000000"/>
                </a:solidFill>
                <a:latin typeface="Courier New"/>
                <a:ea typeface="Courier New"/>
                <a:cs typeface="Courier New"/>
                <a:sym typeface="Courier New"/>
              </a:rPr>
              <a:t>(</a:t>
            </a:r>
            <a:r>
              <a:rPr b="1" i="1" lang="en-US" sz="1800">
                <a:solidFill>
                  <a:srgbClr val="000000"/>
                </a:solidFill>
                <a:latin typeface="Courier New"/>
                <a:ea typeface="Courier New"/>
                <a:cs typeface="Courier New"/>
                <a:sym typeface="Courier New"/>
              </a:rPr>
              <a:t>index, value</a:t>
            </a:r>
            <a:r>
              <a:rPr b="1" lang="en-US" sz="1800">
                <a:solidFill>
                  <a:srgbClr val="000000"/>
                </a:solidFill>
                <a:latin typeface="Courier New"/>
                <a:ea typeface="Courier New"/>
                <a:cs typeface="Courier New"/>
                <a:sym typeface="Courier New"/>
              </a:rPr>
              <a:t>);</a:t>
            </a:r>
            <a:endParaRPr/>
          </a:p>
        </p:txBody>
      </p:sp>
      <p:sp>
        <p:nvSpPr>
          <p:cNvPr id="772" name="Google Shape;772;p57"/>
          <p:cNvSpPr/>
          <p:nvPr/>
        </p:nvSpPr>
        <p:spPr>
          <a:xfrm>
            <a:off x="2133600" y="4114800"/>
            <a:ext cx="4559300" cy="444500"/>
          </a:xfrm>
          <a:prstGeom prst="rect">
            <a:avLst/>
          </a:prstGeom>
          <a:solidFill>
            <a:srgbClr val="FFDC4F"/>
          </a:solidFill>
          <a:ln cap="flat" cmpd="sng" w="12700">
            <a:solidFill>
              <a:srgbClr val="000000"/>
            </a:solidFill>
            <a:prstDash val="solid"/>
            <a:miter lim="800000"/>
            <a:headEnd len="sm" w="sm" type="none"/>
            <a:tailEnd len="sm" w="sm" type="none"/>
          </a:ln>
        </p:spPr>
        <p:txBody>
          <a:bodyPr anchorCtr="0" anchor="t" bIns="44450" lIns="90475" spcFirstLastPara="1" rIns="90475" wrap="square" tIns="44450">
            <a:spAutoFit/>
          </a:bodyPr>
          <a:lstStyle/>
          <a:p>
            <a:pPr indent="0" lvl="0" marL="0" marR="0" rtl="0" algn="ctr">
              <a:lnSpc>
                <a:spcPct val="125000"/>
              </a:lnSpc>
              <a:spcBef>
                <a:spcPts val="0"/>
              </a:spcBef>
              <a:spcAft>
                <a:spcPts val="0"/>
              </a:spcAft>
              <a:buClr>
                <a:srgbClr val="000000"/>
              </a:buClr>
              <a:buSzPts val="1800"/>
              <a:buFont typeface="Noto Sans Symbols"/>
              <a:buNone/>
            </a:pPr>
            <a:r>
              <a:rPr b="1" i="1" lang="en-US" sz="1800">
                <a:solidFill>
                  <a:srgbClr val="000000"/>
                </a:solidFill>
                <a:latin typeface="Courier New"/>
                <a:ea typeface="Courier New"/>
                <a:cs typeface="Courier New"/>
                <a:sym typeface="Courier New"/>
              </a:rPr>
              <a:t>cstmt</a:t>
            </a:r>
            <a:r>
              <a:rPr b="1" lang="en-US" sz="1800">
                <a:solidFill>
                  <a:srgbClr val="000000"/>
                </a:solidFill>
                <a:latin typeface="Courier New"/>
                <a:ea typeface="Courier New"/>
                <a:cs typeface="Courier New"/>
                <a:sym typeface="Courier New"/>
              </a:rPr>
              <a:t>.execute(</a:t>
            </a:r>
            <a:r>
              <a:rPr b="1" i="1" lang="en-US" sz="1800">
                <a:solidFill>
                  <a:srgbClr val="000000"/>
                </a:solidFill>
                <a:latin typeface="Courier New"/>
                <a:ea typeface="Courier New"/>
                <a:cs typeface="Courier New"/>
                <a:sym typeface="Courier New"/>
              </a:rPr>
              <a:t>statement</a:t>
            </a:r>
            <a:r>
              <a:rPr b="1" lang="en-US" sz="1800">
                <a:solidFill>
                  <a:srgbClr val="000000"/>
                </a:solidFill>
                <a:latin typeface="Courier New"/>
                <a:ea typeface="Courier New"/>
                <a:cs typeface="Courier New"/>
                <a:sym typeface="Courier New"/>
              </a:rPr>
              <a:t>);</a:t>
            </a:r>
            <a:endParaRPr/>
          </a:p>
        </p:txBody>
      </p:sp>
      <p:sp>
        <p:nvSpPr>
          <p:cNvPr id="773" name="Google Shape;773;p57"/>
          <p:cNvSpPr/>
          <p:nvPr/>
        </p:nvSpPr>
        <p:spPr>
          <a:xfrm>
            <a:off x="2133600" y="5524500"/>
            <a:ext cx="4559300" cy="444500"/>
          </a:xfrm>
          <a:prstGeom prst="rect">
            <a:avLst/>
          </a:prstGeom>
          <a:solidFill>
            <a:srgbClr val="FFDC4F"/>
          </a:solidFill>
          <a:ln cap="flat" cmpd="sng" w="12700">
            <a:solidFill>
              <a:srgbClr val="000000"/>
            </a:solidFill>
            <a:prstDash val="solid"/>
            <a:miter lim="800000"/>
            <a:headEnd len="sm" w="sm" type="none"/>
            <a:tailEnd len="sm" w="sm" type="none"/>
          </a:ln>
        </p:spPr>
        <p:txBody>
          <a:bodyPr anchorCtr="0" anchor="t" bIns="44450" lIns="90475" spcFirstLastPara="1" rIns="90475" wrap="square" tIns="44450">
            <a:spAutoFit/>
          </a:bodyPr>
          <a:lstStyle/>
          <a:p>
            <a:pPr indent="0" lvl="0" marL="0" marR="0" rtl="0" algn="ctr">
              <a:lnSpc>
                <a:spcPct val="125000"/>
              </a:lnSpc>
              <a:spcBef>
                <a:spcPts val="0"/>
              </a:spcBef>
              <a:spcAft>
                <a:spcPts val="0"/>
              </a:spcAft>
              <a:buClr>
                <a:srgbClr val="000000"/>
              </a:buClr>
              <a:buSzPts val="1800"/>
              <a:buFont typeface="Noto Sans Symbols"/>
              <a:buNone/>
            </a:pPr>
            <a:r>
              <a:rPr b="1" i="1" lang="en-US" sz="1800">
                <a:solidFill>
                  <a:srgbClr val="000000"/>
                </a:solidFill>
                <a:latin typeface="Courier New"/>
                <a:ea typeface="Courier New"/>
                <a:cs typeface="Courier New"/>
                <a:sym typeface="Courier New"/>
              </a:rPr>
              <a:t>var = cstmt</a:t>
            </a:r>
            <a:r>
              <a:rPr b="1" lang="en-US" sz="1800">
                <a:solidFill>
                  <a:srgbClr val="000000"/>
                </a:solidFill>
                <a:latin typeface="Courier New"/>
                <a:ea typeface="Courier New"/>
                <a:cs typeface="Courier New"/>
                <a:sym typeface="Courier New"/>
              </a:rPr>
              <a:t>.</a:t>
            </a:r>
            <a:r>
              <a:rPr b="1" i="1" lang="en-US" sz="1800">
                <a:solidFill>
                  <a:srgbClr val="000000"/>
                </a:solidFill>
                <a:latin typeface="Courier New"/>
                <a:ea typeface="Courier New"/>
                <a:cs typeface="Courier New"/>
                <a:sym typeface="Courier New"/>
              </a:rPr>
              <a:t>getXXX</a:t>
            </a:r>
            <a:r>
              <a:rPr b="1" lang="en-US" sz="1800">
                <a:solidFill>
                  <a:srgbClr val="000000"/>
                </a:solidFill>
                <a:latin typeface="Courier New"/>
                <a:ea typeface="Courier New"/>
                <a:cs typeface="Courier New"/>
                <a:sym typeface="Courier New"/>
              </a:rPr>
              <a:t>(</a:t>
            </a:r>
            <a:r>
              <a:rPr b="1" i="1" lang="en-US" sz="1800">
                <a:solidFill>
                  <a:srgbClr val="000000"/>
                </a:solidFill>
                <a:latin typeface="Courier New"/>
                <a:ea typeface="Courier New"/>
                <a:cs typeface="Courier New"/>
                <a:sym typeface="Courier New"/>
              </a:rPr>
              <a:t>index</a:t>
            </a:r>
            <a:r>
              <a:rPr b="1" lang="en-US" sz="1800">
                <a:solidFill>
                  <a:srgbClr val="000000"/>
                </a:solidFill>
                <a:latin typeface="Courier New"/>
                <a:ea typeface="Courier New"/>
                <a:cs typeface="Courier New"/>
                <a:sym typeface="Courier New"/>
              </a:rPr>
              <a:t>);</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g3bd14058c71_0_3"/>
          <p:cNvSpPr txBox="1"/>
          <p:nvPr>
            <p:ph type="title"/>
          </p:nvPr>
        </p:nvSpPr>
        <p:spPr>
          <a:xfrm>
            <a:off x="685800" y="304800"/>
            <a:ext cx="7772400" cy="6858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2"/>
              </a:buClr>
              <a:buSzPts val="3200"/>
              <a:buFont typeface="Arial"/>
              <a:buNone/>
            </a:pPr>
            <a:r>
              <a:rPr lang="en-US" sz="3200">
                <a:solidFill>
                  <a:schemeClr val="accent2"/>
                </a:solidFill>
                <a:latin typeface="Arial"/>
                <a:ea typeface="Arial"/>
                <a:cs typeface="Arial"/>
                <a:sym typeface="Arial"/>
              </a:rPr>
              <a:t> Result Sets</a:t>
            </a:r>
            <a:endParaRPr sz="3200">
              <a:solidFill>
                <a:schemeClr val="accent2"/>
              </a:solidFill>
              <a:latin typeface="Courier New"/>
              <a:ea typeface="Courier New"/>
              <a:cs typeface="Courier New"/>
              <a:sym typeface="Courier New"/>
            </a:endParaRPr>
          </a:p>
        </p:txBody>
      </p:sp>
      <p:sp>
        <p:nvSpPr>
          <p:cNvPr id="779" name="Google Shape;779;g3bd14058c71_0_3"/>
          <p:cNvSpPr txBox="1"/>
          <p:nvPr>
            <p:ph idx="1" type="body"/>
          </p:nvPr>
        </p:nvSpPr>
        <p:spPr>
          <a:xfrm>
            <a:off x="304800" y="990600"/>
            <a:ext cx="8305800" cy="5105400"/>
          </a:xfrm>
          <a:prstGeom prst="rect">
            <a:avLst/>
          </a:prstGeom>
          <a:noFill/>
          <a:ln>
            <a:noFill/>
          </a:ln>
        </p:spPr>
        <p:txBody>
          <a:bodyPr anchorCtr="0" anchor="t" bIns="45700" lIns="91425" spcFirstLastPara="1" rIns="91425" wrap="square" tIns="45700">
            <a:normAutofit/>
          </a:bodyPr>
          <a:lstStyle/>
          <a:p>
            <a:pPr indent="-609600" lvl="0" marL="609600" rtl="0" algn="just">
              <a:spcBef>
                <a:spcPts val="0"/>
              </a:spcBef>
              <a:spcAft>
                <a:spcPts val="0"/>
              </a:spcAft>
              <a:buClr>
                <a:schemeClr val="dk2"/>
              </a:buClr>
              <a:buSzPts val="2300"/>
              <a:buChar char="•"/>
            </a:pPr>
            <a:r>
              <a:rPr lang="en-US" sz="2300">
                <a:solidFill>
                  <a:schemeClr val="dk2"/>
                </a:solidFill>
              </a:rPr>
              <a:t>A ResultSet object is similar to a 2D array.  Each call to </a:t>
            </a:r>
            <a:r>
              <a:rPr lang="en-US" sz="2300">
                <a:solidFill>
                  <a:schemeClr val="dk2"/>
                </a:solidFill>
                <a:latin typeface="Courier New"/>
                <a:ea typeface="Courier New"/>
                <a:cs typeface="Courier New"/>
                <a:sym typeface="Courier New"/>
              </a:rPr>
              <a:t>next()</a:t>
            </a:r>
            <a:r>
              <a:rPr lang="en-US" sz="2300">
                <a:solidFill>
                  <a:schemeClr val="dk2"/>
                </a:solidFill>
              </a:rPr>
              <a:t> moves to the next record in the result set.  You must call </a:t>
            </a:r>
            <a:r>
              <a:rPr lang="en-US" sz="2300">
                <a:solidFill>
                  <a:schemeClr val="dk2"/>
                </a:solidFill>
                <a:latin typeface="Courier New"/>
                <a:ea typeface="Courier New"/>
                <a:cs typeface="Courier New"/>
                <a:sym typeface="Courier New"/>
              </a:rPr>
              <a:t>next()</a:t>
            </a:r>
            <a:r>
              <a:rPr lang="en-US" sz="2300">
                <a:solidFill>
                  <a:schemeClr val="dk2"/>
                </a:solidFill>
              </a:rPr>
              <a:t> before you can see the first result record, and it returns false when there are no more result records (this makes it quite convenient for controlling a while loop). (Also remember that the </a:t>
            </a:r>
            <a:r>
              <a:rPr lang="en-US" sz="2300">
                <a:solidFill>
                  <a:schemeClr val="dk2"/>
                </a:solidFill>
                <a:latin typeface="Courier New"/>
                <a:ea typeface="Courier New"/>
                <a:cs typeface="Courier New"/>
                <a:sym typeface="Courier New"/>
              </a:rPr>
              <a:t>Iterator next()</a:t>
            </a:r>
            <a:r>
              <a:rPr lang="en-US" sz="2300">
                <a:solidFill>
                  <a:schemeClr val="dk2"/>
                </a:solidFill>
              </a:rPr>
              <a:t> returns the next object and not a true/false value.)</a:t>
            </a:r>
            <a:endParaRPr/>
          </a:p>
          <a:p>
            <a:pPr indent="-609600" lvl="0" marL="609600" rtl="0" algn="just">
              <a:spcBef>
                <a:spcPts val="1380"/>
              </a:spcBef>
              <a:spcAft>
                <a:spcPts val="0"/>
              </a:spcAft>
              <a:buClr>
                <a:schemeClr val="dk2"/>
              </a:buClr>
              <a:buSzPts val="2300"/>
              <a:buChar char="•"/>
            </a:pPr>
            <a:r>
              <a:rPr lang="en-US" sz="2300">
                <a:solidFill>
                  <a:schemeClr val="dk2"/>
                </a:solidFill>
              </a:rPr>
              <a:t>The class ResultSet has “</a:t>
            </a:r>
            <a:r>
              <a:rPr lang="en-US" sz="2300">
                <a:solidFill>
                  <a:srgbClr val="000066"/>
                </a:solidFill>
              </a:rPr>
              <a:t>getter”</a:t>
            </a:r>
            <a:r>
              <a:rPr lang="en-US" sz="2300">
                <a:solidFill>
                  <a:schemeClr val="dk2"/>
                </a:solidFill>
              </a:rPr>
              <a:t> methods </a:t>
            </a:r>
            <a:r>
              <a:rPr lang="en-US" sz="2300">
                <a:solidFill>
                  <a:schemeClr val="dk2"/>
                </a:solidFill>
                <a:latin typeface="Courier New"/>
                <a:ea typeface="Courier New"/>
                <a:cs typeface="Courier New"/>
                <a:sym typeface="Courier New"/>
              </a:rPr>
              <a:t>getBlob(), getBigDecimal(), getDate(), getBytes(), getInt(), getLong(), getString(), getObject(),</a:t>
            </a:r>
            <a:r>
              <a:rPr lang="en-US" sz="2300">
                <a:solidFill>
                  <a:schemeClr val="dk2"/>
                </a:solidFill>
              </a:rPr>
              <a:t> and so on, for all the Java types that represent SQL types for a column name and column number argument.  </a:t>
            </a:r>
            <a:endParaRPr/>
          </a:p>
        </p:txBody>
      </p:sp>
      <p:sp>
        <p:nvSpPr>
          <p:cNvPr id="780" name="Google Shape;780;g3bd14058c71_0_3"/>
          <p:cNvSpPr txBox="1"/>
          <p:nvPr/>
        </p:nvSpPr>
        <p:spPr>
          <a:xfrm>
            <a:off x="228600" y="1828800"/>
            <a:ext cx="1842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3366"/>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g3bd14058c71_0_9"/>
          <p:cNvSpPr txBox="1"/>
          <p:nvPr>
            <p:ph type="title"/>
          </p:nvPr>
        </p:nvSpPr>
        <p:spPr>
          <a:xfrm>
            <a:off x="685800" y="304800"/>
            <a:ext cx="7772400" cy="6858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2"/>
              </a:buClr>
              <a:buSzPts val="3200"/>
              <a:buFont typeface="Arial"/>
              <a:buNone/>
            </a:pPr>
            <a:r>
              <a:rPr lang="en-US" sz="3200">
                <a:solidFill>
                  <a:schemeClr val="accent2"/>
                </a:solidFill>
                <a:latin typeface="Arial"/>
                <a:ea typeface="Arial"/>
                <a:cs typeface="Arial"/>
                <a:sym typeface="Arial"/>
              </a:rPr>
              <a:t> Result Sets </a:t>
            </a:r>
            <a:r>
              <a:rPr lang="en-US" sz="2000">
                <a:solidFill>
                  <a:schemeClr val="accent2"/>
                </a:solidFill>
                <a:latin typeface="Arial"/>
                <a:ea typeface="Arial"/>
                <a:cs typeface="Arial"/>
                <a:sym typeface="Arial"/>
              </a:rPr>
              <a:t>(cont.)</a:t>
            </a:r>
            <a:endParaRPr sz="3200">
              <a:solidFill>
                <a:schemeClr val="accent2"/>
              </a:solidFill>
              <a:latin typeface="Courier New"/>
              <a:ea typeface="Courier New"/>
              <a:cs typeface="Courier New"/>
              <a:sym typeface="Courier New"/>
            </a:endParaRPr>
          </a:p>
        </p:txBody>
      </p:sp>
      <p:sp>
        <p:nvSpPr>
          <p:cNvPr id="786" name="Google Shape;786;g3bd14058c71_0_9"/>
          <p:cNvSpPr txBox="1"/>
          <p:nvPr>
            <p:ph idx="1" type="body"/>
          </p:nvPr>
        </p:nvSpPr>
        <p:spPr>
          <a:xfrm>
            <a:off x="304800" y="990600"/>
            <a:ext cx="8839200" cy="5105400"/>
          </a:xfrm>
          <a:prstGeom prst="rect">
            <a:avLst/>
          </a:prstGeom>
          <a:noFill/>
          <a:ln>
            <a:noFill/>
          </a:ln>
        </p:spPr>
        <p:txBody>
          <a:bodyPr anchorCtr="0" anchor="t" bIns="45700" lIns="91425" spcFirstLastPara="1" rIns="91425" wrap="square" tIns="45700">
            <a:normAutofit/>
          </a:bodyPr>
          <a:lstStyle/>
          <a:p>
            <a:pPr indent="-609600" lvl="0" marL="609600" rtl="0" algn="just">
              <a:spcBef>
                <a:spcPts val="0"/>
              </a:spcBef>
              <a:spcAft>
                <a:spcPts val="0"/>
              </a:spcAft>
              <a:buClr>
                <a:schemeClr val="dk2"/>
              </a:buClr>
              <a:buSzPts val="2300"/>
              <a:buChar char="•"/>
            </a:pPr>
            <a:r>
              <a:rPr lang="en-US" sz="2300">
                <a:solidFill>
                  <a:schemeClr val="dk2"/>
                </a:solidFill>
              </a:rPr>
              <a:t>A default </a:t>
            </a:r>
            <a:r>
              <a:rPr lang="en-US" sz="2300">
                <a:solidFill>
                  <a:schemeClr val="dk2"/>
                </a:solidFill>
                <a:latin typeface="Courier New"/>
                <a:ea typeface="Courier New"/>
                <a:cs typeface="Courier New"/>
                <a:sym typeface="Courier New"/>
              </a:rPr>
              <a:t>ResultSet</a:t>
            </a:r>
            <a:r>
              <a:rPr lang="en-US" sz="2300">
                <a:solidFill>
                  <a:schemeClr val="dk2"/>
                </a:solidFill>
              </a:rPr>
              <a:t> object is not updatable and has a cursor that only moves forward. </a:t>
            </a:r>
            <a:endParaRPr/>
          </a:p>
          <a:p>
            <a:pPr indent="-609600" lvl="0" marL="609600" rtl="0" algn="just">
              <a:spcBef>
                <a:spcPts val="1380"/>
              </a:spcBef>
              <a:spcAft>
                <a:spcPts val="0"/>
              </a:spcAft>
              <a:buClr>
                <a:schemeClr val="dk2"/>
              </a:buClr>
              <a:buSzPts val="2300"/>
              <a:buChar char="•"/>
            </a:pPr>
            <a:r>
              <a:rPr lang="en-US" sz="2300">
                <a:solidFill>
                  <a:schemeClr val="dk2"/>
                </a:solidFill>
              </a:rPr>
              <a:t>Many database drivers support scrollable and updatable </a:t>
            </a:r>
            <a:r>
              <a:rPr lang="en-US" sz="2300">
                <a:solidFill>
                  <a:schemeClr val="dk2"/>
                </a:solidFill>
                <a:latin typeface="Courier New"/>
                <a:ea typeface="Courier New"/>
                <a:cs typeface="Courier New"/>
                <a:sym typeface="Courier New"/>
              </a:rPr>
              <a:t>ResultSet</a:t>
            </a:r>
            <a:r>
              <a:rPr lang="en-US" sz="2300">
                <a:solidFill>
                  <a:schemeClr val="dk2"/>
                </a:solidFill>
              </a:rPr>
              <a:t> objects.</a:t>
            </a:r>
            <a:endParaRPr/>
          </a:p>
          <a:p>
            <a:pPr indent="-533400" lvl="1" marL="990600" rtl="0" algn="just">
              <a:spcBef>
                <a:spcPts val="1320"/>
              </a:spcBef>
              <a:spcAft>
                <a:spcPts val="0"/>
              </a:spcAft>
              <a:buClr>
                <a:schemeClr val="dk2"/>
              </a:buClr>
              <a:buSzPts val="2100"/>
              <a:buChar char="–"/>
            </a:pPr>
            <a:r>
              <a:rPr b="1" lang="en-US" sz="2100">
                <a:solidFill>
                  <a:schemeClr val="dk2"/>
                </a:solidFill>
              </a:rPr>
              <a:t>Scrollable result sets</a:t>
            </a:r>
            <a:r>
              <a:rPr lang="en-US" sz="2100">
                <a:solidFill>
                  <a:schemeClr val="dk2"/>
                </a:solidFill>
              </a:rPr>
              <a:t> simply provide a cursor to move backwards and forwards through the records of the result set.</a:t>
            </a:r>
            <a:endParaRPr/>
          </a:p>
          <a:p>
            <a:pPr indent="-533400" lvl="1" marL="990600" rtl="0" algn="just">
              <a:spcBef>
                <a:spcPts val="1260"/>
              </a:spcBef>
              <a:spcAft>
                <a:spcPts val="0"/>
              </a:spcAft>
              <a:buClr>
                <a:schemeClr val="dk2"/>
              </a:buClr>
              <a:buSzPts val="2100"/>
              <a:buChar char="–"/>
            </a:pPr>
            <a:r>
              <a:rPr b="1" lang="en-US" sz="2100">
                <a:solidFill>
                  <a:schemeClr val="dk2"/>
                </a:solidFill>
              </a:rPr>
              <a:t>Updatable result sets</a:t>
            </a:r>
            <a:r>
              <a:rPr lang="en-US" sz="2100">
                <a:solidFill>
                  <a:schemeClr val="dk2"/>
                </a:solidFill>
              </a:rPr>
              <a:t> provide the user with the ability to modify the contents of the result set and update the database by returning the updated result set.  </a:t>
            </a:r>
            <a:endParaRPr sz="2100">
              <a:solidFill>
                <a:schemeClr val="dk2"/>
              </a:solidFill>
            </a:endParaRPr>
          </a:p>
          <a:p>
            <a:pPr indent="0" lvl="0" marL="742950" rtl="0" algn="just">
              <a:spcBef>
                <a:spcPts val="1260"/>
              </a:spcBef>
              <a:spcAft>
                <a:spcPts val="0"/>
              </a:spcAft>
              <a:buNone/>
            </a:pPr>
            <a:r>
              <a:rPr lang="en-US" sz="2100">
                <a:solidFill>
                  <a:schemeClr val="dk2"/>
                </a:solidFill>
              </a:rPr>
              <a:t>NOTE: Not all updates can be reflected back into the database.  It depends on the complexity of the query and how the data in the result set was derived.  In general, base relation attribute values can be modified through an updatable result set. </a:t>
            </a:r>
            <a:endParaRPr/>
          </a:p>
        </p:txBody>
      </p:sp>
      <p:sp>
        <p:nvSpPr>
          <p:cNvPr id="787" name="Google Shape;787;g3bd14058c71_0_9"/>
          <p:cNvSpPr txBox="1"/>
          <p:nvPr/>
        </p:nvSpPr>
        <p:spPr>
          <a:xfrm>
            <a:off x="228600" y="1828800"/>
            <a:ext cx="1842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3366"/>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g3bd14058c71_0_1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2"/>
              </a:buClr>
              <a:buSzPts val="3200"/>
              <a:buFont typeface="Arial"/>
              <a:buNone/>
            </a:pPr>
            <a:r>
              <a:rPr lang="en-US" sz="3200">
                <a:solidFill>
                  <a:schemeClr val="accent2"/>
                </a:solidFill>
                <a:latin typeface="Arial"/>
                <a:ea typeface="Arial"/>
                <a:cs typeface="Arial"/>
                <a:sym typeface="Arial"/>
              </a:rPr>
              <a:t> </a:t>
            </a:r>
            <a:r>
              <a:rPr lang="en-US" sz="2800">
                <a:solidFill>
                  <a:schemeClr val="accent2"/>
                </a:solidFill>
                <a:latin typeface="Arial"/>
                <a:ea typeface="Arial"/>
                <a:cs typeface="Arial"/>
                <a:sym typeface="Arial"/>
              </a:rPr>
              <a:t>ResultSet Constants for Specifying Properties</a:t>
            </a:r>
            <a:endParaRPr sz="3200">
              <a:solidFill>
                <a:schemeClr val="accent2"/>
              </a:solidFill>
              <a:latin typeface="Courier New"/>
              <a:ea typeface="Courier New"/>
              <a:cs typeface="Courier New"/>
              <a:sym typeface="Courier New"/>
            </a:endParaRPr>
          </a:p>
        </p:txBody>
      </p:sp>
      <p:sp>
        <p:nvSpPr>
          <p:cNvPr id="793" name="Google Shape;793;g3bd14058c71_0_15"/>
          <p:cNvSpPr txBox="1"/>
          <p:nvPr/>
        </p:nvSpPr>
        <p:spPr>
          <a:xfrm>
            <a:off x="228600" y="1828800"/>
            <a:ext cx="1842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3366"/>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graphicFrame>
        <p:nvGraphicFramePr>
          <p:cNvPr id="794" name="Google Shape;794;g3bd14058c71_0_15"/>
          <p:cNvGraphicFramePr/>
          <p:nvPr/>
        </p:nvGraphicFramePr>
        <p:xfrm>
          <a:off x="381000" y="1268413"/>
          <a:ext cx="3000000" cy="3000000"/>
        </p:xfrm>
        <a:graphic>
          <a:graphicData uri="http://schemas.openxmlformats.org/drawingml/2006/table">
            <a:tbl>
              <a:tblPr>
                <a:noFill/>
                <a:tableStyleId>{23B60981-4490-41B4-B5A1-42B63D20DCEB}</a:tableStyleId>
              </a:tblPr>
              <a:tblGrid>
                <a:gridCol w="3581400"/>
                <a:gridCol w="4648200"/>
              </a:tblGrid>
              <a:tr h="365800">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ResultSet static type constant</a:t>
                      </a:r>
                      <a:endParaRPr/>
                    </a:p>
                  </a:txBody>
                  <a:tcPr marT="45725" marB="45725" marR="91450" marL="91450" anchor="ctr">
                    <a:lnL cap="flat" cmpd="sng" w="28575">
                      <a:solidFill>
                        <a:srgbClr val="FFDC4F"/>
                      </a:solidFill>
                      <a:prstDash val="solid"/>
                      <a:round/>
                      <a:headEnd len="sm" w="sm" type="none"/>
                      <a:tailEnd len="sm" w="sm" type="none"/>
                    </a:lnL>
                    <a:lnR cap="flat" cmpd="sng" w="12700">
                      <a:solidFill>
                        <a:srgbClr val="FFDC4F"/>
                      </a:solidFill>
                      <a:prstDash val="solid"/>
                      <a:round/>
                      <a:headEnd len="sm" w="sm" type="none"/>
                      <a:tailEnd len="sm" w="sm" type="none"/>
                    </a:lnR>
                    <a:lnT cap="flat" cmpd="sng" w="28575">
                      <a:solidFill>
                        <a:srgbClr val="FFDC4F"/>
                      </a:solidFill>
                      <a:prstDash val="solid"/>
                      <a:round/>
                      <a:headEnd len="sm" w="sm" type="none"/>
                      <a:tailEnd len="sm" w="sm" type="none"/>
                    </a:lnT>
                    <a:lnB cap="flat" cmpd="sng" w="12700">
                      <a:solidFill>
                        <a:srgbClr val="FFDC4F"/>
                      </a:solidFill>
                      <a:prstDash val="solid"/>
                      <a:round/>
                      <a:headEnd len="sm" w="sm" type="none"/>
                      <a:tailEnd len="sm" w="sm" type="none"/>
                    </a:lnB>
                    <a:solidFill>
                      <a:srgbClr val="FFFF00"/>
                    </a:solidFill>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Description</a:t>
                      </a:r>
                      <a:endParaRPr/>
                    </a:p>
                  </a:txBody>
                  <a:tcPr marT="45725" marB="45725" marR="91450" marL="91450" anchor="ctr">
                    <a:lnL cap="flat" cmpd="sng" w="12700">
                      <a:solidFill>
                        <a:srgbClr val="FFDC4F"/>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00"/>
                    </a:solidFill>
                  </a:tcPr>
                </a:tc>
              </a:tr>
              <a:tr h="731625">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TYPE_FORWARD_ONLY</a:t>
                      </a:r>
                      <a:endParaRPr/>
                    </a:p>
                  </a:txBody>
                  <a:tcPr marT="45725" marB="45725"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FFDC4F"/>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Specifies that the ResultSet cursor can move only in the forward direction, from the first row to the last row in the result set.</a:t>
                      </a:r>
                      <a:endParaRPr/>
                    </a:p>
                  </a:txBody>
                  <a:tcPr marT="45725" marB="45725"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r>
              <a:tr h="945025">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TYPE_SCROLL_INSENSITIVE</a:t>
                      </a:r>
                      <a:endParaRPr/>
                    </a:p>
                  </a:txBody>
                  <a:tcPr marT="45725" marB="45725"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Specifies that the ResultSet cursor can scroll in either direction and that the changes made to the result set during ResultSet processing are not reflected in the ResultSet unless the database is queried again.</a:t>
                      </a:r>
                      <a:endParaRPr/>
                    </a:p>
                  </a:txBody>
                  <a:tcPr marT="45725" marB="45725"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45025">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TYPE_SCROLL_SENSITIVE</a:t>
                      </a:r>
                      <a:endParaRPr/>
                    </a:p>
                  </a:txBody>
                  <a:tcPr marT="45725" marB="45725"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Specifies that the ResultSet cursor can scroll in either direction and that changes made to the result set during ResultSet processing are reflected immediately in the ResultSet.</a:t>
                      </a:r>
                      <a:endParaRPr/>
                    </a:p>
                  </a:txBody>
                  <a:tcPr marT="45725" marB="45725"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40175">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ResultSet static concurrency constant</a:t>
                      </a:r>
                      <a:endParaRPr/>
                    </a:p>
                  </a:txBody>
                  <a:tcPr marT="45725" marB="45725"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00"/>
                    </a:solidFill>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Description</a:t>
                      </a:r>
                      <a:endParaRPr/>
                    </a:p>
                  </a:txBody>
                  <a:tcPr marT="45725" marB="45725"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00"/>
                    </a:solidFill>
                  </a:tcPr>
                </a:tc>
              </a:tr>
              <a:tr h="628650">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CONCUR_READ_ONLY</a:t>
                      </a:r>
                      <a:endParaRPr/>
                    </a:p>
                  </a:txBody>
                  <a:tcPr marT="45725" marB="45725"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Specifies that the ResultSet cannot be updated (i.e. changes to it will not be reflected into the database).</a:t>
                      </a:r>
                      <a:endParaRPr/>
                    </a:p>
                  </a:txBody>
                  <a:tcPr marT="45725" marB="45725"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31625">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CONCUR_UPDATABLE</a:t>
                      </a:r>
                      <a:endParaRPr/>
                    </a:p>
                  </a:txBody>
                  <a:tcPr marT="45725" marB="45725" marR="91450" marL="914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Specifies that the ResultSet can be updated (i.e. changes to it will be reflected into the database using ResultSet update methods).</a:t>
                      </a:r>
                      <a:endParaRPr/>
                    </a:p>
                  </a:txBody>
                  <a:tcPr marT="45725" marB="45725" marR="91450" marL="914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795" name="Google Shape;795;g3bd14058c71_0_15"/>
          <p:cNvSpPr/>
          <p:nvPr>
            <p:ph idx="2" type="tbl"/>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g3bd14058c71_0_22"/>
          <p:cNvSpPr txBox="1"/>
          <p:nvPr>
            <p:ph type="title"/>
          </p:nvPr>
        </p:nvSpPr>
        <p:spPr>
          <a:xfrm>
            <a:off x="685800" y="304800"/>
            <a:ext cx="7772400" cy="6858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2"/>
              </a:buClr>
              <a:buSzPts val="3200"/>
              <a:buFont typeface="Arial"/>
              <a:buNone/>
            </a:pPr>
            <a:r>
              <a:rPr lang="en-US" sz="3200">
                <a:solidFill>
                  <a:schemeClr val="accent2"/>
                </a:solidFill>
                <a:latin typeface="Arial"/>
                <a:ea typeface="Arial"/>
                <a:cs typeface="Arial"/>
                <a:sym typeface="Arial"/>
              </a:rPr>
              <a:t> ResultSet Examples</a:t>
            </a:r>
            <a:endParaRPr sz="3200">
              <a:solidFill>
                <a:schemeClr val="accent2"/>
              </a:solidFill>
              <a:latin typeface="Courier New"/>
              <a:ea typeface="Courier New"/>
              <a:cs typeface="Courier New"/>
              <a:sym typeface="Courier New"/>
            </a:endParaRPr>
          </a:p>
        </p:txBody>
      </p:sp>
      <p:sp>
        <p:nvSpPr>
          <p:cNvPr id="801" name="Google Shape;801;g3bd14058c71_0_22"/>
          <p:cNvSpPr txBox="1"/>
          <p:nvPr>
            <p:ph idx="1" type="body"/>
          </p:nvPr>
        </p:nvSpPr>
        <p:spPr>
          <a:xfrm>
            <a:off x="304800" y="990600"/>
            <a:ext cx="8305800" cy="5105400"/>
          </a:xfrm>
          <a:prstGeom prst="rect">
            <a:avLst/>
          </a:prstGeom>
          <a:noFill/>
          <a:ln>
            <a:noFill/>
          </a:ln>
        </p:spPr>
        <p:txBody>
          <a:bodyPr anchorCtr="0" anchor="t" bIns="45700" lIns="91425" spcFirstLastPara="1" rIns="91425" wrap="square" tIns="45700">
            <a:normAutofit/>
          </a:bodyPr>
          <a:lstStyle/>
          <a:p>
            <a:pPr indent="-609600" lvl="0" marL="609600" rtl="0" algn="just">
              <a:spcBef>
                <a:spcPts val="200"/>
              </a:spcBef>
              <a:spcAft>
                <a:spcPts val="0"/>
              </a:spcAft>
              <a:buClr>
                <a:schemeClr val="dk2"/>
              </a:buClr>
              <a:buSzPts val="2000"/>
              <a:buFont typeface="Courier New"/>
              <a:buNone/>
            </a:pPr>
            <a:r>
              <a:rPr lang="en-US" sz="2500">
                <a:solidFill>
                  <a:schemeClr val="dk2"/>
                </a:solidFill>
              </a:rPr>
              <a:t>Syntax for Creating a Scrollable ResultSet</a:t>
            </a:r>
            <a:endParaRPr sz="2500">
              <a:solidFill>
                <a:schemeClr val="dk2"/>
              </a:solidFill>
            </a:endParaRPr>
          </a:p>
          <a:p>
            <a:pPr indent="-609600" lvl="0" marL="609600" rtl="0" algn="just">
              <a:spcBef>
                <a:spcPts val="200"/>
              </a:spcBef>
              <a:spcAft>
                <a:spcPts val="0"/>
              </a:spcAft>
              <a:buClr>
                <a:schemeClr val="dk1"/>
              </a:buClr>
              <a:buSzPts val="1100"/>
              <a:buFont typeface="Arial"/>
              <a:buNone/>
            </a:pPr>
            <a:r>
              <a:rPr lang="en-US" sz="2500">
                <a:solidFill>
                  <a:schemeClr val="dk2"/>
                </a:solidFill>
              </a:rPr>
              <a:t>Statement stmt = con.createStatement(</a:t>
            </a:r>
            <a:endParaRPr sz="2500">
              <a:solidFill>
                <a:schemeClr val="dk2"/>
              </a:solidFill>
            </a:endParaRPr>
          </a:p>
          <a:p>
            <a:pPr indent="-609600" lvl="0" marL="609600" rtl="0" algn="just">
              <a:spcBef>
                <a:spcPts val="200"/>
              </a:spcBef>
              <a:spcAft>
                <a:spcPts val="0"/>
              </a:spcAft>
              <a:buClr>
                <a:schemeClr val="dk1"/>
              </a:buClr>
              <a:buSzPts val="1100"/>
              <a:buFont typeface="Arial"/>
              <a:buNone/>
            </a:pPr>
            <a:r>
              <a:rPr lang="en-US" sz="2500">
                <a:solidFill>
                  <a:schemeClr val="dk2"/>
                </a:solidFill>
              </a:rPr>
              <a:t>        ResultSet.TYPE_SCROLL_INSENSITIVE,</a:t>
            </a:r>
            <a:endParaRPr sz="2500">
              <a:solidFill>
                <a:schemeClr val="dk2"/>
              </a:solidFill>
            </a:endParaRPr>
          </a:p>
          <a:p>
            <a:pPr indent="-609600" lvl="0" marL="609600" rtl="0" algn="just">
              <a:spcBef>
                <a:spcPts val="200"/>
              </a:spcBef>
              <a:spcAft>
                <a:spcPts val="0"/>
              </a:spcAft>
              <a:buClr>
                <a:schemeClr val="dk1"/>
              </a:buClr>
              <a:buSzPts val="1100"/>
              <a:buFont typeface="Arial"/>
              <a:buNone/>
            </a:pPr>
            <a:r>
              <a:rPr lang="en-US" sz="2500">
                <a:solidFill>
                  <a:schemeClr val="dk2"/>
                </a:solidFill>
              </a:rPr>
              <a:t>        ResultSet.CONCUR_READ_ONLY</a:t>
            </a:r>
            <a:endParaRPr sz="2500">
              <a:solidFill>
                <a:schemeClr val="dk2"/>
              </a:solidFill>
            </a:endParaRPr>
          </a:p>
          <a:p>
            <a:pPr indent="-609600" lvl="0" marL="609600" rtl="0" algn="just">
              <a:spcBef>
                <a:spcPts val="200"/>
              </a:spcBef>
              <a:spcAft>
                <a:spcPts val="0"/>
              </a:spcAft>
              <a:buClr>
                <a:schemeClr val="dk1"/>
              </a:buClr>
              <a:buSzPts val="1100"/>
              <a:buFont typeface="Arial"/>
              <a:buNone/>
            </a:pPr>
            <a:r>
              <a:rPr lang="en-US" sz="2500">
                <a:solidFill>
                  <a:schemeClr val="dk2"/>
                </a:solidFill>
              </a:rPr>
              <a:t>);</a:t>
            </a:r>
            <a:endParaRPr sz="2500">
              <a:solidFill>
                <a:schemeClr val="dk2"/>
              </a:solidFill>
            </a:endParaRPr>
          </a:p>
          <a:p>
            <a:pPr indent="-609600" lvl="0" marL="609600" rtl="0" algn="just">
              <a:spcBef>
                <a:spcPts val="200"/>
              </a:spcBef>
              <a:spcAft>
                <a:spcPts val="0"/>
              </a:spcAft>
              <a:buClr>
                <a:schemeClr val="dk1"/>
              </a:buClr>
              <a:buSzPts val="1100"/>
              <a:buFont typeface="Arial"/>
              <a:buNone/>
            </a:pPr>
            <a:r>
              <a:t/>
            </a:r>
            <a:endParaRPr sz="2500">
              <a:solidFill>
                <a:schemeClr val="dk2"/>
              </a:solidFill>
            </a:endParaRPr>
          </a:p>
          <a:p>
            <a:pPr indent="-609600" lvl="0" marL="609600" rtl="0" algn="just">
              <a:spcBef>
                <a:spcPts val="200"/>
              </a:spcBef>
              <a:spcAft>
                <a:spcPts val="0"/>
              </a:spcAft>
              <a:buClr>
                <a:schemeClr val="dk1"/>
              </a:buClr>
              <a:buSzPts val="1100"/>
              <a:buFont typeface="Arial"/>
              <a:buNone/>
            </a:pPr>
            <a:r>
              <a:rPr lang="en-US" sz="2500">
                <a:solidFill>
                  <a:schemeClr val="dk2"/>
                </a:solidFill>
              </a:rPr>
              <a:t>ResultSet rs = stmt.executeQuery("SELECT * FROM student");</a:t>
            </a:r>
            <a:endParaRPr sz="2500">
              <a:solidFill>
                <a:schemeClr val="dk2"/>
              </a:solidFill>
            </a:endParaRPr>
          </a:p>
          <a:p>
            <a:pPr indent="-609600" lvl="0" marL="609600" rtl="0" algn="just">
              <a:spcBef>
                <a:spcPts val="200"/>
              </a:spcBef>
              <a:spcAft>
                <a:spcPts val="0"/>
              </a:spcAft>
              <a:buClr>
                <a:schemeClr val="dk1"/>
              </a:buClr>
              <a:buSzPts val="1100"/>
              <a:buFont typeface="Arial"/>
              <a:buNone/>
            </a:pPr>
            <a:r>
              <a:t/>
            </a:r>
            <a:endParaRPr sz="2500">
              <a:solidFill>
                <a:schemeClr val="dk2"/>
              </a:solidFill>
            </a:endParaRPr>
          </a:p>
          <a:p>
            <a:pPr indent="-609600" lvl="0" marL="609600" rtl="0" algn="just">
              <a:spcBef>
                <a:spcPts val="200"/>
              </a:spcBef>
              <a:spcAft>
                <a:spcPts val="0"/>
              </a:spcAft>
              <a:buClr>
                <a:schemeClr val="dk2"/>
              </a:buClr>
              <a:buSzPts val="2000"/>
              <a:buFont typeface="Courier New"/>
              <a:buNone/>
            </a:pPr>
            <a:r>
              <a:rPr lang="en-US" sz="2500">
                <a:solidFill>
                  <a:schemeClr val="dk2"/>
                </a:solidFill>
              </a:rPr>
              <a:t>Cursor can move forward &amp; backward</a:t>
            </a:r>
            <a:endParaRPr sz="2500">
              <a:solidFill>
                <a:schemeClr val="dk2"/>
              </a:solidFill>
            </a:endParaRPr>
          </a:p>
          <a:p>
            <a:pPr indent="-609600" lvl="0" marL="609600" rtl="0" algn="just">
              <a:spcBef>
                <a:spcPts val="200"/>
              </a:spcBef>
              <a:spcAft>
                <a:spcPts val="0"/>
              </a:spcAft>
              <a:buClr>
                <a:schemeClr val="dk2"/>
              </a:buClr>
              <a:buSzPts val="2000"/>
              <a:buFont typeface="Courier New"/>
              <a:buNone/>
            </a:pPr>
            <a:r>
              <a:t/>
            </a:r>
            <a:endParaRPr sz="2500">
              <a:solidFill>
                <a:schemeClr val="dk2"/>
              </a:solidFill>
            </a:endParaRPr>
          </a:p>
          <a:p>
            <a:pPr indent="-609600" lvl="0" marL="609600" rtl="0" algn="just">
              <a:spcBef>
                <a:spcPts val="200"/>
              </a:spcBef>
              <a:spcAft>
                <a:spcPts val="0"/>
              </a:spcAft>
              <a:buClr>
                <a:schemeClr val="dk2"/>
              </a:buClr>
              <a:buSzPts val="2000"/>
              <a:buFont typeface="Courier New"/>
              <a:buNone/>
            </a:pPr>
            <a:r>
              <a:rPr lang="en-US" sz="2500">
                <a:solidFill>
                  <a:schemeClr val="dk2"/>
                </a:solidFill>
              </a:rPr>
              <a:t>Data cannot be modified</a:t>
            </a:r>
            <a:endParaRPr sz="2500">
              <a:solidFill>
                <a:schemeClr val="dk2"/>
              </a:solidFill>
            </a:endParaRPr>
          </a:p>
        </p:txBody>
      </p:sp>
      <p:sp>
        <p:nvSpPr>
          <p:cNvPr id="802" name="Google Shape;802;g3bd14058c71_0_22"/>
          <p:cNvSpPr txBox="1"/>
          <p:nvPr/>
        </p:nvSpPr>
        <p:spPr>
          <a:xfrm>
            <a:off x="228600" y="1828800"/>
            <a:ext cx="1842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3366"/>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3bd60926968_0_32"/>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Syntax for Creating an Updatable ResultSet</a:t>
            </a:r>
            <a:endParaRPr/>
          </a:p>
        </p:txBody>
      </p:sp>
      <p:sp>
        <p:nvSpPr>
          <p:cNvPr id="809" name="Google Shape;809;g3bd60926968_0_32"/>
          <p:cNvSpPr txBox="1"/>
          <p:nvPr>
            <p:ph idx="1" type="body"/>
          </p:nvPr>
        </p:nvSpPr>
        <p:spPr>
          <a:xfrm>
            <a:off x="457200" y="1600200"/>
            <a:ext cx="8229600" cy="4526100"/>
          </a:xfrm>
          <a:prstGeom prst="rect">
            <a:avLst/>
          </a:prstGeom>
        </p:spPr>
        <p:txBody>
          <a:bodyPr anchorCtr="0" anchor="t" bIns="45700" lIns="91425" spcFirstLastPara="1" rIns="91425" wrap="square" tIns="45700">
            <a:normAutofit fontScale="92500" lnSpcReduction="20000"/>
          </a:bodyPr>
          <a:lstStyle/>
          <a:p>
            <a:pPr indent="0" lvl="0" marL="0" rtl="0" algn="l">
              <a:spcBef>
                <a:spcPts val="360"/>
              </a:spcBef>
              <a:spcAft>
                <a:spcPts val="0"/>
              </a:spcAft>
              <a:buNone/>
            </a:pPr>
            <a:r>
              <a:rPr lang="en-US"/>
              <a:t>Statement stmt = con.createStatement(</a:t>
            </a:r>
            <a:endParaRPr/>
          </a:p>
          <a:p>
            <a:pPr indent="0" lvl="0" marL="0" rtl="0" algn="l">
              <a:spcBef>
                <a:spcPts val="360"/>
              </a:spcBef>
              <a:spcAft>
                <a:spcPts val="0"/>
              </a:spcAft>
              <a:buNone/>
            </a:pPr>
            <a:r>
              <a:rPr lang="en-US"/>
              <a:t>        ResultSet.TYPE_SCROLL_INSENSITIVE,</a:t>
            </a:r>
            <a:endParaRPr/>
          </a:p>
          <a:p>
            <a:pPr indent="0" lvl="0" marL="0" rtl="0" algn="l">
              <a:spcBef>
                <a:spcPts val="360"/>
              </a:spcBef>
              <a:spcAft>
                <a:spcPts val="0"/>
              </a:spcAft>
              <a:buNone/>
            </a:pPr>
            <a:r>
              <a:rPr lang="en-US"/>
              <a:t>        ResultSet.CONCUR_UPDATABLE</a:t>
            </a:r>
            <a:endParaRPr/>
          </a:p>
          <a:p>
            <a:pPr indent="0" lvl="0" marL="0" rtl="0" algn="l">
              <a:spcBef>
                <a:spcPts val="360"/>
              </a:spcBef>
              <a:spcAft>
                <a:spcPts val="0"/>
              </a:spcAft>
              <a:buNone/>
            </a:pPr>
            <a:r>
              <a:rPr lang="en-US"/>
              <a: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ResultSet rs = stmt.executeQuery("SELECT * FROM student");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Cursor can move both directions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Data can be updated directly</a:t>
            </a:r>
            <a:endParaRPr/>
          </a:p>
        </p:txBody>
      </p:sp>
      <p:sp>
        <p:nvSpPr>
          <p:cNvPr id="810" name="Google Shape;810;g3bd60926968_0_32"/>
          <p:cNvSpPr txBox="1"/>
          <p:nvPr>
            <p:ph idx="12" type="sldNum"/>
          </p:nvPr>
        </p:nvSpPr>
        <p:spPr>
          <a:xfrm>
            <a:off x="457200" y="6308726"/>
            <a:ext cx="1069800" cy="412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g3bd60926968_0_41"/>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817" name="Google Shape;817;g3bd60926968_0_41"/>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a:t>Common Cursor Methods</a:t>
            </a:r>
            <a:endParaRPr/>
          </a:p>
          <a:p>
            <a:pPr indent="0" lvl="0" marL="0" rtl="0" algn="l">
              <a:spcBef>
                <a:spcPts val="360"/>
              </a:spcBef>
              <a:spcAft>
                <a:spcPts val="0"/>
              </a:spcAft>
              <a:buClr>
                <a:schemeClr val="dk1"/>
              </a:buClr>
              <a:buSzPts val="1100"/>
              <a:buFont typeface="Arial"/>
              <a:buNone/>
            </a:pPr>
            <a:r>
              <a:rPr lang="en-US"/>
              <a:t>rs.next();       // Move to next record</a:t>
            </a:r>
            <a:endParaRPr/>
          </a:p>
          <a:p>
            <a:pPr indent="0" lvl="0" marL="0" rtl="0" algn="l">
              <a:spcBef>
                <a:spcPts val="360"/>
              </a:spcBef>
              <a:spcAft>
                <a:spcPts val="0"/>
              </a:spcAft>
              <a:buClr>
                <a:schemeClr val="dk1"/>
              </a:buClr>
              <a:buSzPts val="1100"/>
              <a:buFont typeface="Arial"/>
              <a:buNone/>
            </a:pPr>
            <a:r>
              <a:rPr lang="en-US"/>
              <a:t>rs.previous();   // Move to previous record</a:t>
            </a:r>
            <a:endParaRPr/>
          </a:p>
          <a:p>
            <a:pPr indent="0" lvl="0" marL="0" rtl="0" algn="l">
              <a:spcBef>
                <a:spcPts val="360"/>
              </a:spcBef>
              <a:spcAft>
                <a:spcPts val="0"/>
              </a:spcAft>
              <a:buClr>
                <a:schemeClr val="dk1"/>
              </a:buClr>
              <a:buSzPts val="1100"/>
              <a:buFont typeface="Arial"/>
              <a:buNone/>
            </a:pPr>
            <a:r>
              <a:rPr lang="en-US"/>
              <a:t>rs.first();      // Move to first record</a:t>
            </a:r>
            <a:endParaRPr/>
          </a:p>
          <a:p>
            <a:pPr indent="0" lvl="0" marL="0" rtl="0" algn="l">
              <a:spcBef>
                <a:spcPts val="360"/>
              </a:spcBef>
              <a:spcAft>
                <a:spcPts val="0"/>
              </a:spcAft>
              <a:buClr>
                <a:schemeClr val="dk1"/>
              </a:buClr>
              <a:buSzPts val="1100"/>
              <a:buFont typeface="Arial"/>
              <a:buNone/>
            </a:pPr>
            <a:r>
              <a:rPr lang="en-US"/>
              <a:t>rs.last();       // Move to last record</a:t>
            </a:r>
            <a:endParaRPr/>
          </a:p>
          <a:p>
            <a:pPr indent="0" lvl="0" marL="0" rtl="0" algn="l">
              <a:spcBef>
                <a:spcPts val="360"/>
              </a:spcBef>
              <a:spcAft>
                <a:spcPts val="0"/>
              </a:spcAft>
              <a:buClr>
                <a:schemeClr val="dk1"/>
              </a:buClr>
              <a:buSzPts val="1100"/>
              <a:buFont typeface="Arial"/>
              <a:buNone/>
            </a:pPr>
            <a:r>
              <a:rPr lang="en-US"/>
              <a:t>rs.absolute(3);  // Move to 3rd row</a:t>
            </a:r>
            <a:endParaRPr/>
          </a:p>
          <a:p>
            <a:pPr indent="0" lvl="0" marL="0" rtl="0" algn="l">
              <a:spcBef>
                <a:spcPts val="360"/>
              </a:spcBef>
              <a:spcAft>
                <a:spcPts val="0"/>
              </a:spcAft>
              <a:buClr>
                <a:schemeClr val="dk1"/>
              </a:buClr>
              <a:buSzPts val="1100"/>
              <a:buFont typeface="Arial"/>
              <a:buNone/>
            </a:pPr>
            <a:r>
              <a:t/>
            </a:r>
            <a:endParaRPr/>
          </a:p>
          <a:p>
            <a:pPr indent="0" lvl="0" marL="0" rtl="0" algn="l">
              <a:spcBef>
                <a:spcPts val="360"/>
              </a:spcBef>
              <a:spcAft>
                <a:spcPts val="0"/>
              </a:spcAft>
              <a:buNone/>
            </a:pPr>
            <a:r>
              <a:t/>
            </a:r>
            <a:endParaRPr/>
          </a:p>
        </p:txBody>
      </p:sp>
      <p:sp>
        <p:nvSpPr>
          <p:cNvPr id="818" name="Google Shape;818;g3bd60926968_0_41"/>
          <p:cNvSpPr txBox="1"/>
          <p:nvPr>
            <p:ph idx="12" type="sldNum"/>
          </p:nvPr>
        </p:nvSpPr>
        <p:spPr>
          <a:xfrm>
            <a:off x="457200" y="6308726"/>
            <a:ext cx="1069800" cy="412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g3bd60926968_0_59"/>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825" name="Google Shape;825;g3bd60926968_0_59"/>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a:t>Scrollable and updatable ResultSet must be created explicitly using createStatement().</a:t>
            </a:r>
            <a:endParaRPr/>
          </a:p>
          <a:p>
            <a:pPr indent="0" lvl="0" marL="0" rtl="0" algn="l">
              <a:spcBef>
                <a:spcPts val="360"/>
              </a:spcBef>
              <a:spcAft>
                <a:spcPts val="0"/>
              </a:spcAft>
              <a:buNone/>
            </a:pPr>
            <a:r>
              <a:rPr lang="en-US"/>
              <a:t>Default ResultSet is forward-only and read-only.</a:t>
            </a:r>
            <a:endParaRPr/>
          </a:p>
        </p:txBody>
      </p:sp>
      <p:sp>
        <p:nvSpPr>
          <p:cNvPr id="826" name="Google Shape;826;g3bd60926968_0_59"/>
          <p:cNvSpPr txBox="1"/>
          <p:nvPr>
            <p:ph idx="12" type="sldNum"/>
          </p:nvPr>
        </p:nvSpPr>
        <p:spPr>
          <a:xfrm>
            <a:off x="457200" y="6308726"/>
            <a:ext cx="1069800" cy="412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DYPUSM</dc:creator>
</cp:coreProperties>
</file>