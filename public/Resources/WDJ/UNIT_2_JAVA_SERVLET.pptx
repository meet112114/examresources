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56.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6.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2.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63.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61.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9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Lst>
  <p:sldSz cy="6858000" cx="9144000"/>
  <p:notesSz cx="6858000" cy="9144000"/>
  <p:embeddedFontLst>
    <p:embeddedFont>
      <p:font typeface="Arimo"/>
      <p:regular r:id="rId105"/>
      <p:bold r:id="rId106"/>
      <p:italic r:id="rId107"/>
      <p:boldItalic r:id="rId108"/>
    </p:embeddedFont>
    <p:embeddedFont>
      <p:font typeface="EB Garamond"/>
      <p:regular r:id="rId109"/>
      <p:bold r:id="rId110"/>
      <p:italic r:id="rId111"/>
      <p:boldItalic r:id="rId112"/>
    </p:embeddedFont>
    <p:embeddedFont>
      <p:font typeface="Roboto Mono"/>
      <p:regular r:id="rId113"/>
      <p:bold r:id="rId114"/>
      <p:italic r:id="rId115"/>
      <p:boldItalic r:id="rId116"/>
    </p:embeddedFont>
    <p:embeddedFont>
      <p:font typeface="Gill Sans"/>
      <p:regular r:id="rId117"/>
      <p:bold r:id="rId1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19" roundtripDataSignature="AMtx7mhQxRE3CqYb7BqukpE8GlmJPAFe/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37676E8-5CBD-4BE1-90AE-029BD7F60689}">
  <a:tblStyle styleId="{E37676E8-5CBD-4BE1-90AE-029BD7F60689}"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CFC4FD1-408E-4249-958D-94DAA0A80FA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07" Type="http://schemas.openxmlformats.org/officeDocument/2006/relationships/font" Target="fonts/Arimo-italic.fntdata"/><Relationship Id="rId106" Type="http://schemas.openxmlformats.org/officeDocument/2006/relationships/font" Target="fonts/Arimo-bold.fntdata"/><Relationship Id="rId105" Type="http://schemas.openxmlformats.org/officeDocument/2006/relationships/font" Target="fonts/Arimo-regular.fntdata"/><Relationship Id="rId104" Type="http://schemas.openxmlformats.org/officeDocument/2006/relationships/slide" Target="slides/slide97.xml"/><Relationship Id="rId109" Type="http://schemas.openxmlformats.org/officeDocument/2006/relationships/font" Target="fonts/EBGaramond-regular.fntdata"/><Relationship Id="rId108" Type="http://schemas.openxmlformats.org/officeDocument/2006/relationships/font" Target="fonts/Arimo-boldItalic.fntdata"/><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95" Type="http://schemas.openxmlformats.org/officeDocument/2006/relationships/slide" Target="slides/slide88.xml"/><Relationship Id="rId94" Type="http://schemas.openxmlformats.org/officeDocument/2006/relationships/slide" Target="slides/slide87.xml"/><Relationship Id="rId97" Type="http://schemas.openxmlformats.org/officeDocument/2006/relationships/slide" Target="slides/slide90.xml"/><Relationship Id="rId96" Type="http://schemas.openxmlformats.org/officeDocument/2006/relationships/slide" Target="slides/slide89.xml"/><Relationship Id="rId11" Type="http://schemas.openxmlformats.org/officeDocument/2006/relationships/slide" Target="slides/slide4.xml"/><Relationship Id="rId99" Type="http://schemas.openxmlformats.org/officeDocument/2006/relationships/slide" Target="slides/slide92.xml"/><Relationship Id="rId10" Type="http://schemas.openxmlformats.org/officeDocument/2006/relationships/slide" Target="slides/slide3.xml"/><Relationship Id="rId98" Type="http://schemas.openxmlformats.org/officeDocument/2006/relationships/slide" Target="slides/slide91.xml"/><Relationship Id="rId13" Type="http://schemas.openxmlformats.org/officeDocument/2006/relationships/slide" Target="slides/slide6.xml"/><Relationship Id="rId12" Type="http://schemas.openxmlformats.org/officeDocument/2006/relationships/slide" Target="slides/slide5.xml"/><Relationship Id="rId91" Type="http://schemas.openxmlformats.org/officeDocument/2006/relationships/slide" Target="slides/slide84.xml"/><Relationship Id="rId90" Type="http://schemas.openxmlformats.org/officeDocument/2006/relationships/slide" Target="slides/slide83.xml"/><Relationship Id="rId93" Type="http://schemas.openxmlformats.org/officeDocument/2006/relationships/slide" Target="slides/slide86.xml"/><Relationship Id="rId92" Type="http://schemas.openxmlformats.org/officeDocument/2006/relationships/slide" Target="slides/slide85.xml"/><Relationship Id="rId118" Type="http://schemas.openxmlformats.org/officeDocument/2006/relationships/font" Target="fonts/GillSans-bold.fntdata"/><Relationship Id="rId117" Type="http://schemas.openxmlformats.org/officeDocument/2006/relationships/font" Target="fonts/GillSans-regular.fntdata"/><Relationship Id="rId116" Type="http://schemas.openxmlformats.org/officeDocument/2006/relationships/font" Target="fonts/RobotoMono-boldItalic.fntdata"/><Relationship Id="rId115" Type="http://schemas.openxmlformats.org/officeDocument/2006/relationships/font" Target="fonts/RobotoMono-italic.fntdata"/><Relationship Id="rId119" Type="http://customschemas.google.com/relationships/presentationmetadata" Target="metadata"/><Relationship Id="rId15" Type="http://schemas.openxmlformats.org/officeDocument/2006/relationships/slide" Target="slides/slide8.xml"/><Relationship Id="rId110" Type="http://schemas.openxmlformats.org/officeDocument/2006/relationships/font" Target="fonts/EBGaramond-bold.fntdata"/><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14" Type="http://schemas.openxmlformats.org/officeDocument/2006/relationships/font" Target="fonts/RobotoMono-bold.fntdata"/><Relationship Id="rId18" Type="http://schemas.openxmlformats.org/officeDocument/2006/relationships/slide" Target="slides/slide11.xml"/><Relationship Id="rId113" Type="http://schemas.openxmlformats.org/officeDocument/2006/relationships/font" Target="fonts/RobotoMono-regular.fntdata"/><Relationship Id="rId112" Type="http://schemas.openxmlformats.org/officeDocument/2006/relationships/font" Target="fonts/EBGaramond-boldItalic.fntdata"/><Relationship Id="rId111" Type="http://schemas.openxmlformats.org/officeDocument/2006/relationships/font" Target="fonts/EBGaramond-italic.fntdata"/><Relationship Id="rId84" Type="http://schemas.openxmlformats.org/officeDocument/2006/relationships/slide" Target="slides/slide77.xml"/><Relationship Id="rId83" Type="http://schemas.openxmlformats.org/officeDocument/2006/relationships/slide" Target="slides/slide76.xml"/><Relationship Id="rId86" Type="http://schemas.openxmlformats.org/officeDocument/2006/relationships/slide" Target="slides/slide79.xml"/><Relationship Id="rId85" Type="http://schemas.openxmlformats.org/officeDocument/2006/relationships/slide" Target="slides/slide78.xml"/><Relationship Id="rId88" Type="http://schemas.openxmlformats.org/officeDocument/2006/relationships/slide" Target="slides/slide81.xml"/><Relationship Id="rId87" Type="http://schemas.openxmlformats.org/officeDocument/2006/relationships/slide" Target="slides/slide80.xml"/><Relationship Id="rId89" Type="http://schemas.openxmlformats.org/officeDocument/2006/relationships/slide" Target="slides/slide82.xml"/><Relationship Id="rId80" Type="http://schemas.openxmlformats.org/officeDocument/2006/relationships/slide" Target="slides/slide73.xml"/><Relationship Id="rId82" Type="http://schemas.openxmlformats.org/officeDocument/2006/relationships/slide" Target="slides/slide75.xml"/><Relationship Id="rId81" Type="http://schemas.openxmlformats.org/officeDocument/2006/relationships/slide" Target="slides/slide74.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slide" Target="slides/slide66.xml"/><Relationship Id="rId72" Type="http://schemas.openxmlformats.org/officeDocument/2006/relationships/slide" Target="slides/slide65.xml"/><Relationship Id="rId75" Type="http://schemas.openxmlformats.org/officeDocument/2006/relationships/slide" Target="slides/slide68.xml"/><Relationship Id="rId74" Type="http://schemas.openxmlformats.org/officeDocument/2006/relationships/slide" Target="slides/slide67.xml"/><Relationship Id="rId77" Type="http://schemas.openxmlformats.org/officeDocument/2006/relationships/slide" Target="slides/slide70.xml"/><Relationship Id="rId76" Type="http://schemas.openxmlformats.org/officeDocument/2006/relationships/slide" Target="slides/slide69.xml"/><Relationship Id="rId79" Type="http://schemas.openxmlformats.org/officeDocument/2006/relationships/slide" Target="slides/slide72.xml"/><Relationship Id="rId78" Type="http://schemas.openxmlformats.org/officeDocument/2006/relationships/slide" Target="slides/slide71.xml"/><Relationship Id="rId71" Type="http://schemas.openxmlformats.org/officeDocument/2006/relationships/slide" Target="slides/slide64.xml"/><Relationship Id="rId70" Type="http://schemas.openxmlformats.org/officeDocument/2006/relationships/slide" Target="slides/slide63.xml"/><Relationship Id="rId62" Type="http://schemas.openxmlformats.org/officeDocument/2006/relationships/slide" Target="slides/slide55.xml"/><Relationship Id="rId61" Type="http://schemas.openxmlformats.org/officeDocument/2006/relationships/slide" Target="slides/slide54.xml"/><Relationship Id="rId64" Type="http://schemas.openxmlformats.org/officeDocument/2006/relationships/slide" Target="slides/slide57.xml"/><Relationship Id="rId63" Type="http://schemas.openxmlformats.org/officeDocument/2006/relationships/slide" Target="slides/slide56.xml"/><Relationship Id="rId66" Type="http://schemas.openxmlformats.org/officeDocument/2006/relationships/slide" Target="slides/slide59.xml"/><Relationship Id="rId65" Type="http://schemas.openxmlformats.org/officeDocument/2006/relationships/slide" Target="slides/slide58.xml"/><Relationship Id="rId68" Type="http://schemas.openxmlformats.org/officeDocument/2006/relationships/slide" Target="slides/slide61.xml"/><Relationship Id="rId67" Type="http://schemas.openxmlformats.org/officeDocument/2006/relationships/slide" Target="slides/slide60.xml"/><Relationship Id="rId60" Type="http://schemas.openxmlformats.org/officeDocument/2006/relationships/slide" Target="slides/slide53.xml"/><Relationship Id="rId69" Type="http://schemas.openxmlformats.org/officeDocument/2006/relationships/slide" Target="slides/slide6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55" Type="http://schemas.openxmlformats.org/officeDocument/2006/relationships/slide" Target="slides/slide48.xml"/><Relationship Id="rId54" Type="http://schemas.openxmlformats.org/officeDocument/2006/relationships/slide" Target="slides/slide47.xml"/><Relationship Id="rId57" Type="http://schemas.openxmlformats.org/officeDocument/2006/relationships/slide" Target="slides/slide50.xml"/><Relationship Id="rId56" Type="http://schemas.openxmlformats.org/officeDocument/2006/relationships/slide" Target="slides/slide49.xml"/><Relationship Id="rId59" Type="http://schemas.openxmlformats.org/officeDocument/2006/relationships/slide" Target="slides/slide52.xml"/><Relationship Id="rId58"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3" name="Google Shape;223;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0" name="Google Shape;230;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9" name="Google Shape;239;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be6e5f1d5b_1_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g3be6e5f1d5b_1_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be6e5f1d5b_1_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solidFill>
                  <a:srgbClr val="E6E8F0"/>
                </a:solidFill>
                <a:highlight>
                  <a:srgbClr val="1F1F1F"/>
                </a:highlight>
                <a:latin typeface="Arial"/>
                <a:ea typeface="Arial"/>
                <a:cs typeface="Arial"/>
                <a:sym typeface="Arial"/>
              </a:rPr>
              <a:t>CGI (Common Gateway Interface) is </a:t>
            </a:r>
            <a:r>
              <a:rPr lang="en-US">
                <a:solidFill>
                  <a:srgbClr val="EEF0FF"/>
                </a:solidFill>
                <a:latin typeface="Arial"/>
                <a:ea typeface="Arial"/>
                <a:cs typeface="Arial"/>
                <a:sym typeface="Arial"/>
              </a:rPr>
              <a:t>a standard protocol that defines how a web server interacts with external programs to generate dynamic content</a:t>
            </a:r>
            <a:endParaRPr>
              <a:solidFill>
                <a:srgbClr val="EEF0FF"/>
              </a:solidFill>
              <a:latin typeface="Arial"/>
              <a:ea typeface="Arial"/>
              <a:cs typeface="Arial"/>
              <a:sym typeface="Arial"/>
            </a:endParaRPr>
          </a:p>
          <a:p>
            <a:pPr indent="0" lvl="0" marL="0" rtl="0" algn="l">
              <a:spcBef>
                <a:spcPts val="0"/>
              </a:spcBef>
              <a:spcAft>
                <a:spcPts val="0"/>
              </a:spcAft>
              <a:buNone/>
            </a:pPr>
            <a:r>
              <a:t/>
            </a:r>
            <a:endParaRPr>
              <a:solidFill>
                <a:srgbClr val="EEF0FF"/>
              </a:solidFill>
              <a:latin typeface="Arial"/>
              <a:ea typeface="Arial"/>
              <a:cs typeface="Arial"/>
              <a:sym typeface="Arial"/>
            </a:endParaRPr>
          </a:p>
          <a:p>
            <a:pPr indent="0" lvl="0" marL="0" rtl="0" algn="l">
              <a:spcBef>
                <a:spcPts val="0"/>
              </a:spcBef>
              <a:spcAft>
                <a:spcPts val="0"/>
              </a:spcAft>
              <a:buNone/>
            </a:pPr>
            <a:r>
              <a:rPr lang="en-US">
                <a:solidFill>
                  <a:srgbClr val="E6E8F0"/>
                </a:solidFill>
                <a:highlight>
                  <a:srgbClr val="1F1F1F"/>
                </a:highlight>
                <a:latin typeface="Arial"/>
                <a:ea typeface="Arial"/>
                <a:cs typeface="Arial"/>
                <a:sym typeface="Arial"/>
              </a:rPr>
              <a:t>ASP (Active Server Pages) is </a:t>
            </a:r>
            <a:r>
              <a:rPr lang="en-US">
                <a:solidFill>
                  <a:srgbClr val="EEF0FF"/>
                </a:solidFill>
                <a:latin typeface="Arial"/>
                <a:ea typeface="Arial"/>
                <a:cs typeface="Arial"/>
                <a:sym typeface="Arial"/>
              </a:rPr>
              <a:t>a Microsoft technology for creating dynamic web pages</a:t>
            </a:r>
            <a:r>
              <a:rPr lang="en-US">
                <a:solidFill>
                  <a:srgbClr val="E6E8F0"/>
                </a:solidFill>
                <a:highlight>
                  <a:srgbClr val="1F1F1F"/>
                </a:highlight>
                <a:latin typeface="Arial"/>
                <a:ea typeface="Arial"/>
                <a:cs typeface="Arial"/>
                <a:sym typeface="Arial"/>
              </a:rPr>
              <a:t>, </a:t>
            </a:r>
            <a:endParaRPr>
              <a:solidFill>
                <a:srgbClr val="EEF0FF"/>
              </a:solidFill>
              <a:latin typeface="Arial"/>
              <a:ea typeface="Arial"/>
              <a:cs typeface="Arial"/>
              <a:sym typeface="Arial"/>
            </a:endParaRPr>
          </a:p>
        </p:txBody>
      </p:sp>
      <p:sp>
        <p:nvSpPr>
          <p:cNvPr id="257" name="Google Shape;257;g3be6e5f1d5b_1_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be8b600d6d_0_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be8b600d6d_0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g3be8b600d6d_0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be6e5f1d5b_1_6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be6e5f1d5b_1_6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g3be6e5f1d5b_1_6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be6e5f1d5b_1_63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be6e5f1d5b_1_63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0" name="Google Shape;280;g3be6e5f1d5b_1_63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be6e5f1d5b_1_64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be6e5f1d5b_1_64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3be6e5f1d5b_1_64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be6e5f1d5b_1_65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be6e5f1d5b_1_6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g3be6e5f1d5b_1_65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be6e5f1d5b_1_66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be6e5f1d5b_1_66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g3be6e5f1d5b_1_66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be6e5f1d5b_1_67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be6e5f1d5b_1_6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JPA-Java </a:t>
            </a:r>
            <a:r>
              <a:rPr lang="en-US"/>
              <a:t>persistent</a:t>
            </a:r>
            <a:r>
              <a:rPr lang="en-US"/>
              <a:t> API</a:t>
            </a:r>
            <a:endParaRPr/>
          </a:p>
          <a:p>
            <a:pPr indent="0" lvl="0" marL="0" rtl="0" algn="l">
              <a:spcBef>
                <a:spcPts val="0"/>
              </a:spcBef>
              <a:spcAft>
                <a:spcPts val="0"/>
              </a:spcAft>
              <a:buNone/>
            </a:pPr>
            <a:r>
              <a:rPr lang="en-US"/>
              <a:t>Hibernate - </a:t>
            </a:r>
            <a:r>
              <a:rPr lang="en-US"/>
              <a:t>framework</a:t>
            </a:r>
            <a:r>
              <a:rPr lang="en-US"/>
              <a:t> to implement JPA</a:t>
            </a:r>
            <a:endParaRPr/>
          </a:p>
        </p:txBody>
      </p:sp>
      <p:sp>
        <p:nvSpPr>
          <p:cNvPr id="311" name="Google Shape;311;g3be6e5f1d5b_1_67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be6e5f1d5b_1_68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be6e5f1d5b_1_68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8" name="Google Shape;318;g3be6e5f1d5b_1_68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be6e5f1d5b_1_69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be6e5f1d5b_1_69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g3be6e5f1d5b_1_69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be6e5f1d5b_1_70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be6e5f1d5b_1_70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g3be6e5f1d5b_1_70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be6e5f1d5b_1_70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be6e5f1d5b_1_70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g3be6e5f1d5b_1_70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be6e5f1d5b_1_7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be6e5f1d5b_1_7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g3be6e5f1d5b_1_7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bf14bc5d42_0_7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g3bf14bc5d42_0_7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bf14bc5d42_0_9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bf14bc5d42_0_9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g3bf14bc5d42_0_9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bf14bc5d42_0_9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bf14bc5d42_0_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g3bf14bc5d42_0_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bf14bc5d42_0_10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6" name="Google Shape;376;g3bf14bc5d42_0_10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bf14bc5d42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bf14bc5d42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g3bf14bc5d42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bf14bc5d42_0_5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9" name="Google Shape;389;g3bf14bc5d42_0_5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bf14bc5d42_0_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5" name="Google Shape;395;g3bf14bc5d42_0_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bf14bc5d42_0_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2" name="Google Shape;402;g3bf14bc5d42_0_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bf14bc5d42_0_6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g3bf14bc5d42_0_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bf14bc5d42_0_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6" name="Google Shape;416;g3bf14bc5d42_0_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3bf14bc5d42_0_6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3" name="Google Shape;423;g3bf14bc5d42_0_6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bf14bc5d42_0_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g3bf14bc5d42_0_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ca02268f41_0_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37" name="Google Shape;437;g3ca02268f41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8" name="Google Shape;438;g3ca02268f41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bf14bc5d42_0_1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45" name="Google Shape;445;g3bf14bc5d42_0_1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6" name="Google Shape;446;g3bf14bc5d42_0_1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bf14bc5d42_0_11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53" name="Google Shape;453;g3bf14bc5d42_0_1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g3bf14bc5d42_0_11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bf14bc5d42_0_12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bf14bc5d42_0_12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2" name="Google Shape;462;g3bf14bc5d42_0_12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bf14bc5d42_0_13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3bf14bc5d42_0_13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0" name="Google Shape;470;g3bf14bc5d42_0_13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g3bf14bc5d42_0_14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77" name="Google Shape;477;g3bf14bc5d42_0_14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g3bf14bc5d42_0_14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bf14bc5d42_0_1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85" name="Google Shape;485;g3bf14bc5d42_0_1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g3bf14bc5d42_0_1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bf14bc5d42_0_15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493" name="Google Shape;493;g3bf14bc5d42_0_15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4" name="Google Shape;494;g3bf14bc5d42_0_15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3bf14bc5d42_0_16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3bf14bc5d42_0_16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2" name="Google Shape;502;g3bf14bc5d42_0_16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be6e5f1d5b_1_1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0" name="Google Shape;510;g3be6e5f1d5b_1_1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3be6e5f1d5b_1_1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g3be6e5f1d5b_1_1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g3be6e5f1d5b_1_1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3" name="Google Shape;523;g3be6e5f1d5b_1_1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be6e5f1d5b_1_14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g3be6e5f1d5b_1_14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ca02268f41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ca02268f41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7" name="Google Shape;537;g3ca02268f41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g3be6e5f1d5b_1_13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4" name="Google Shape;544;g3be6e5f1d5b_1_1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be6e5f1d5b_1_19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1" name="Google Shape;551;g3be6e5f1d5b_1_19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be6e5f1d5b_1_20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7" name="Google Shape;557;g3be6e5f1d5b_1_20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be6e5f1d5b_1_20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6" name="Google Shape;566;g3be6e5f1d5b_1_2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be6e5f1d5b_1_2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2" name="Google Shape;572;g3be6e5f1d5b_1_2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3be6e5f1d5b_1_2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g3be6e5f1d5b_1_2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ca02268f41_0_2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ca02268f41_0_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9" name="Google Shape;589;g3ca02268f41_0_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be6e5f1d5b_1_22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g3be6e5f1d5b_1_2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3be6e5f1d5b_1_26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2" name="Google Shape;602;g3be6e5f1d5b_1_26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3be6e5f1d5b_1_23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8" name="Google Shape;608;g3be6e5f1d5b_1_2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3be6e5f1d5b_1_24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14" name="Google Shape;614;g3be6e5f1d5b_1_24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g3be6e5f1d5b_1_25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0" name="Google Shape;620;g3be6e5f1d5b_1_2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be6e5f1d5b_1_25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6" name="Google Shape;626;g3be6e5f1d5b_1_25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g3be6e5f1d5b_1_27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2" name="Google Shape;632;g3be6e5f1d5b_1_27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3be6e5f1d5b_1_27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39" name="Google Shape;639;g3be6e5f1d5b_1_27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be6e5f1d5b_1_28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5" name="Google Shape;645;g3be6e5f1d5b_1_2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e6e5f1d5b_1_28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1" name="Google Shape;651;g3be6e5f1d5b_1_28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5" name="Shape 655"/>
        <p:cNvGrpSpPr/>
        <p:nvPr/>
      </p:nvGrpSpPr>
      <p:grpSpPr>
        <a:xfrm>
          <a:off x="0" y="0"/>
          <a:ext cx="0" cy="0"/>
          <a:chOff x="0" y="0"/>
          <a:chExt cx="0" cy="0"/>
        </a:xfrm>
      </p:grpSpPr>
      <p:sp>
        <p:nvSpPr>
          <p:cNvPr id="656" name="Google Shape;656;g3be6e5f1d5b_1_29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7" name="Google Shape;657;g3be6e5f1d5b_1_29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be6e5f1d5b_1_29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4" name="Google Shape;664;g3be6e5f1d5b_1_29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be6e5f1d5b_1_30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0" name="Google Shape;670;g3be6e5f1d5b_1_30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3be6e5f1d5b_1_3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7" name="Google Shape;677;g3be6e5f1d5b_1_3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g3c4885e55c8_0_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84" name="Google Shape;684;g3c4885e55c8_0_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5" name="Google Shape;685;g3c4885e55c8_0_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c4885e55c8_0_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3c4885e55c8_0_1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3" name="Google Shape;693;g3c4885e55c8_0_1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8" name="Shape 698"/>
        <p:cNvGrpSpPr/>
        <p:nvPr/>
      </p:nvGrpSpPr>
      <p:grpSpPr>
        <a:xfrm>
          <a:off x="0" y="0"/>
          <a:ext cx="0" cy="0"/>
          <a:chOff x="0" y="0"/>
          <a:chExt cx="0" cy="0"/>
        </a:xfrm>
      </p:grpSpPr>
      <p:sp>
        <p:nvSpPr>
          <p:cNvPr id="699" name="Google Shape;699;g3c4885e55c8_0_2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700" name="Google Shape;700;g3c4885e55c8_0_2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1" name="Google Shape;701;g3c4885e55c8_0_2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g3c4885e55c8_0_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709" name="Google Shape;709;g3c4885e55c8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0" name="Google Shape;710;g3c4885e55c8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5" name="Shape 715"/>
        <p:cNvGrpSpPr/>
        <p:nvPr/>
      </p:nvGrpSpPr>
      <p:grpSpPr>
        <a:xfrm>
          <a:off x="0" y="0"/>
          <a:ext cx="0" cy="0"/>
          <a:chOff x="0" y="0"/>
          <a:chExt cx="0" cy="0"/>
        </a:xfrm>
      </p:grpSpPr>
      <p:sp>
        <p:nvSpPr>
          <p:cNvPr id="716" name="Google Shape;716;g3c4885e55c8_0_3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717" name="Google Shape;717;g3c4885e55c8_0_3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8" name="Google Shape;718;g3c4885e55c8_0_3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c4885e55c8_0_6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3c4885e55c8_0_6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6" name="Google Shape;726;g3c4885e55c8_0_6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g3c4885e55c8_0_7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733" name="Google Shape;733;g3c4885e55c8_0_7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4" name="Google Shape;734;g3c4885e55c8_0_7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9" name="Shape 739"/>
        <p:cNvGrpSpPr/>
        <p:nvPr/>
      </p:nvGrpSpPr>
      <p:grpSpPr>
        <a:xfrm>
          <a:off x="0" y="0"/>
          <a:ext cx="0" cy="0"/>
          <a:chOff x="0" y="0"/>
          <a:chExt cx="0" cy="0"/>
        </a:xfrm>
      </p:grpSpPr>
      <p:sp>
        <p:nvSpPr>
          <p:cNvPr id="740" name="Google Shape;740;g3c4885e55c8_0_8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741" name="Google Shape;741;g3c4885e55c8_0_8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2" name="Google Shape;742;g3c4885e55c8_0_8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8" name="Shape 748"/>
        <p:cNvGrpSpPr/>
        <p:nvPr/>
      </p:nvGrpSpPr>
      <p:grpSpPr>
        <a:xfrm>
          <a:off x="0" y="0"/>
          <a:ext cx="0" cy="0"/>
          <a:chOff x="0" y="0"/>
          <a:chExt cx="0" cy="0"/>
        </a:xfrm>
      </p:grpSpPr>
      <p:sp>
        <p:nvSpPr>
          <p:cNvPr id="749" name="Google Shape;749;g3c4885e55c8_0_4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750" name="Google Shape;750;g3c4885e55c8_0_4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1" name="Google Shape;751;g3c4885e55c8_0_4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6" name="Shape 756"/>
        <p:cNvGrpSpPr/>
        <p:nvPr/>
      </p:nvGrpSpPr>
      <p:grpSpPr>
        <a:xfrm>
          <a:off x="0" y="0"/>
          <a:ext cx="0" cy="0"/>
          <a:chOff x="0" y="0"/>
          <a:chExt cx="0" cy="0"/>
        </a:xfrm>
      </p:grpSpPr>
      <p:sp>
        <p:nvSpPr>
          <p:cNvPr id="757" name="Google Shape;757;g3c4885e55c8_0_14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8" name="Google Shape;758;g3c4885e55c8_0_14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3be6e5f1d5b_1_33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g3be6e5f1d5b_1_3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3be6e5f1d5b_1_34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1" name="Google Shape;771;g3be6e5f1d5b_1_34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c4885e55c8_0_9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778" name="Google Shape;778;g3c4885e55c8_0_9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9" name="Google Shape;779;g3c4885e55c8_0_9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4" name="Shape 784"/>
        <p:cNvGrpSpPr/>
        <p:nvPr/>
      </p:nvGrpSpPr>
      <p:grpSpPr>
        <a:xfrm>
          <a:off x="0" y="0"/>
          <a:ext cx="0" cy="0"/>
          <a:chOff x="0" y="0"/>
          <a:chExt cx="0" cy="0"/>
        </a:xfrm>
      </p:grpSpPr>
      <p:sp>
        <p:nvSpPr>
          <p:cNvPr id="785" name="Google Shape;785;g3c4885e55c8_0_10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786" name="Google Shape;786;g3c4885e55c8_0_10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7" name="Google Shape;787;g3c4885e55c8_0_10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2" name="Shape 792"/>
        <p:cNvGrpSpPr/>
        <p:nvPr/>
      </p:nvGrpSpPr>
      <p:grpSpPr>
        <a:xfrm>
          <a:off x="0" y="0"/>
          <a:ext cx="0" cy="0"/>
          <a:chOff x="0" y="0"/>
          <a:chExt cx="0" cy="0"/>
        </a:xfrm>
      </p:grpSpPr>
      <p:sp>
        <p:nvSpPr>
          <p:cNvPr id="793" name="Google Shape;793;g3c4885e55c8_0_1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794" name="Google Shape;794;g3c4885e55c8_0_1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5" name="Google Shape;795;g3c4885e55c8_0_1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be6e5f1d5b_1_34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3" name="Google Shape;803;g3be6e5f1d5b_1_34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be6e5f1d5b_1_35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09" name="Google Shape;809;g3be6e5f1d5b_1_3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0" name="Google Shape;810;g3be6e5f1d5b_1_3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be6e5f1d5b_1_36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7" name="Google Shape;817;g3be6e5f1d5b_1_36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8" name="Google Shape;818;g3be6e5f1d5b_1_36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be6e5f1d5b_1_38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9" name="Google Shape;839;g3be6e5f1d5b_1_38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0" name="Google Shape;840;g3be6e5f1d5b_1_38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be6e5f1d5b_1_40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1" name="Google Shape;861;g3be6e5f1d5b_1_40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2" name="Google Shape;862;g3be6e5f1d5b_1_40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7" name="Shape 867"/>
        <p:cNvGrpSpPr/>
        <p:nvPr/>
      </p:nvGrpSpPr>
      <p:grpSpPr>
        <a:xfrm>
          <a:off x="0" y="0"/>
          <a:ext cx="0" cy="0"/>
          <a:chOff x="0" y="0"/>
          <a:chExt cx="0" cy="0"/>
        </a:xfrm>
      </p:grpSpPr>
      <p:sp>
        <p:nvSpPr>
          <p:cNvPr id="868" name="Google Shape;868;g3be6e5f1d5b_1_40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9" name="Google Shape;869;g3be6e5f1d5b_1_40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0" name="Google Shape;870;g3be6e5f1d5b_1_40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3be6e5f1d5b_1_4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7" name="Google Shape;877;g3be6e5f1d5b_1_4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8" name="Google Shape;878;g3be6e5f1d5b_1_4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3be6e5f1d5b_1_4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5" name="Google Shape;885;g3be6e5f1d5b_1_4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6" name="Google Shape;886;g3be6e5f1d5b_1_4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g3c4885e55c8_0_5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911" name="Google Shape;911;g3c4885e55c8_0_5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2" name="Google Shape;912;g3c4885e55c8_0_5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3c4885e55c8_0_14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3c4885e55c8_0_14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1" name="Google Shape;921;g3c4885e55c8_0_14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3c4885e55c8_0_15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3c4885e55c8_0_15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9" name="Google Shape;929;g3c4885e55c8_0_15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g3be6e5f1d5b_1_46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7" name="Google Shape;937;g3be6e5f1d5b_1_46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8" name="Google Shape;938;g3be6e5f1d5b_1_46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g3be6e5f1d5b_1_46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45" name="Google Shape;945;g3be6e5f1d5b_1_46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6" name="Google Shape;946;g3be6e5f1d5b_1_46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be6e5f1d5b_1_47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3" name="Google Shape;953;g3be6e5f1d5b_1_47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4" name="Google Shape;954;g3be6e5f1d5b_1_47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3be6e5f1d5b_1_48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1" name="Google Shape;961;g3be6e5f1d5b_1_48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2" name="Google Shape;962;g3be6e5f1d5b_1_48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3be6e5f1d5b_1_49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9" name="Google Shape;969;g3be6e5f1d5b_1_49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0" name="Google Shape;970;g3be6e5f1d5b_1_49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sp>
        <p:nvSpPr>
          <p:cNvPr id="15" name="Google Shape;15;p69"/>
          <p:cNvSpPr/>
          <p:nvPr>
            <p:ph idx="2" type="pic"/>
          </p:nvPr>
        </p:nvSpPr>
        <p:spPr>
          <a:xfrm>
            <a:off x="3023468" y="2744787"/>
            <a:ext cx="3097064" cy="1368425"/>
          </a:xfrm>
          <a:prstGeom prst="rect">
            <a:avLst/>
          </a:prstGeom>
          <a:noFill/>
          <a:ln>
            <a:noFill/>
          </a:ln>
        </p:spPr>
      </p:sp>
      <p:sp>
        <p:nvSpPr>
          <p:cNvPr id="16" name="Google Shape;16;p69"/>
          <p:cNvSpPr txBox="1"/>
          <p:nvPr>
            <p:ph idx="1" type="body"/>
          </p:nvPr>
        </p:nvSpPr>
        <p:spPr>
          <a:xfrm>
            <a:off x="1988764" y="4221087"/>
            <a:ext cx="5166472" cy="576823"/>
          </a:xfrm>
          <a:prstGeom prst="rect">
            <a:avLst/>
          </a:prstGeom>
          <a:noFill/>
          <a:ln>
            <a:noFill/>
          </a:ln>
        </p:spPr>
        <p:txBody>
          <a:bodyPr anchorCtr="0" anchor="ctr" bIns="45700" lIns="91425" spcFirstLastPara="1" rIns="91425" wrap="square" tIns="45700">
            <a:noAutofit/>
          </a:bodyPr>
          <a:lstStyle>
            <a:lvl1pPr indent="-228600" lvl="0" marL="457200" algn="ctr">
              <a:lnSpc>
                <a:spcPct val="100000"/>
              </a:lnSpc>
              <a:spcBef>
                <a:spcPts val="480"/>
              </a:spcBef>
              <a:spcAft>
                <a:spcPts val="0"/>
              </a:spcAft>
              <a:buClr>
                <a:srgbClr val="3F3F3F"/>
              </a:buClr>
              <a:buSzPts val="2400"/>
              <a:buNone/>
              <a:defRPr b="1" i="0" sz="2400">
                <a:solidFill>
                  <a:srgbClr val="3F3F3F"/>
                </a:solidFill>
                <a:latin typeface="Arial"/>
                <a:ea typeface="Arial"/>
                <a:cs typeface="Arial"/>
                <a:sym typeface="Arial"/>
              </a:defRPr>
            </a:lvl1pPr>
            <a:lvl2pPr indent="-228600" lvl="1" marL="914400" algn="ctr">
              <a:lnSpc>
                <a:spcPct val="100000"/>
              </a:lnSpc>
              <a:spcBef>
                <a:spcPts val="400"/>
              </a:spcBef>
              <a:spcAft>
                <a:spcPts val="0"/>
              </a:spcAft>
              <a:buClr>
                <a:schemeClr val="dk1"/>
              </a:buClr>
              <a:buSzPts val="2000"/>
              <a:buNone/>
              <a:defRPr sz="2000"/>
            </a:lvl2pPr>
            <a:lvl3pPr indent="-228600" lvl="2" marL="1371600" algn="ctr">
              <a:lnSpc>
                <a:spcPct val="100000"/>
              </a:lnSpc>
              <a:spcBef>
                <a:spcPts val="400"/>
              </a:spcBef>
              <a:spcAft>
                <a:spcPts val="0"/>
              </a:spcAft>
              <a:buClr>
                <a:schemeClr val="dk1"/>
              </a:buClr>
              <a:buSzPts val="2000"/>
              <a:buNone/>
              <a:defRPr sz="2000"/>
            </a:lvl3pPr>
            <a:lvl4pPr indent="-228600" lvl="3" marL="1828800" algn="l">
              <a:lnSpc>
                <a:spcPct val="100000"/>
              </a:lnSpc>
              <a:spcBef>
                <a:spcPts val="400"/>
              </a:spcBef>
              <a:spcAft>
                <a:spcPts val="0"/>
              </a:spcAft>
              <a:buClr>
                <a:schemeClr val="dk1"/>
              </a:buClr>
              <a:buSzPts val="2000"/>
              <a:buNone/>
              <a:defRPr/>
            </a:lvl4pPr>
            <a:lvl5pPr indent="-228600" lvl="4" marL="2286000" algn="l">
              <a:lnSpc>
                <a:spcPct val="100000"/>
              </a:lnSpc>
              <a:spcBef>
                <a:spcPts val="400"/>
              </a:spcBef>
              <a:spcAft>
                <a:spcPts val="0"/>
              </a:spcAft>
              <a:buClr>
                <a:schemeClr val="dk1"/>
              </a:buClr>
              <a:buSzPts val="2000"/>
              <a:buNone/>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7" name="Shape 17"/>
        <p:cNvGrpSpPr/>
        <p:nvPr/>
      </p:nvGrpSpPr>
      <p:grpSpPr>
        <a:xfrm>
          <a:off x="0" y="0"/>
          <a:ext cx="0" cy="0"/>
          <a:chOff x="0" y="0"/>
          <a:chExt cx="0" cy="0"/>
        </a:xfrm>
      </p:grpSpPr>
      <p:cxnSp>
        <p:nvCxnSpPr>
          <p:cNvPr id="18" name="Google Shape;18;p70"/>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cxnSp>
        <p:nvCxnSpPr>
          <p:cNvPr id="19" name="Google Shape;19;p70"/>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20" name="Google Shape;20;p70"/>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pic>
        <p:nvPicPr>
          <p:cNvPr id="21" name="Google Shape;21;p70"/>
          <p:cNvPicPr preferRelativeResize="0"/>
          <p:nvPr/>
        </p:nvPicPr>
        <p:blipFill rotWithShape="1">
          <a:blip r:embed="rId2">
            <a:alphaModFix/>
          </a:blip>
          <a:srcRect b="36039" l="30318" r="25697" t="34656"/>
          <a:stretch/>
        </p:blipFill>
        <p:spPr>
          <a:xfrm>
            <a:off x="6588125" y="5581650"/>
            <a:ext cx="2555875" cy="1276350"/>
          </a:xfrm>
          <a:prstGeom prst="rect">
            <a:avLst/>
          </a:prstGeom>
          <a:noFill/>
          <a:ln>
            <a:noFill/>
          </a:ln>
        </p:spPr>
      </p:pic>
      <p:sp>
        <p:nvSpPr>
          <p:cNvPr id="22" name="Google Shape;22;p70"/>
          <p:cNvSpPr txBox="1"/>
          <p:nvPr>
            <p:ph type="title"/>
          </p:nvPr>
        </p:nvSpPr>
        <p:spPr>
          <a:xfrm>
            <a:off x="457200" y="274638"/>
            <a:ext cx="8229600" cy="850106"/>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3" name="Google Shape;23;p70"/>
          <p:cNvSpPr/>
          <p:nvPr>
            <p:ph idx="2" type="pic"/>
          </p:nvPr>
        </p:nvSpPr>
        <p:spPr>
          <a:xfrm>
            <a:off x="6588224" y="5589240"/>
            <a:ext cx="2555776" cy="1276332"/>
          </a:xfrm>
          <a:prstGeom prst="rect">
            <a:avLst/>
          </a:prstGeom>
          <a:noFill/>
          <a:ln>
            <a:noFill/>
          </a:ln>
        </p:spPr>
      </p:sp>
      <p:sp>
        <p:nvSpPr>
          <p:cNvPr id="24" name="Google Shape;24;p70"/>
          <p:cNvSpPr txBox="1"/>
          <p:nvPr>
            <p:ph idx="1" type="body"/>
          </p:nvPr>
        </p:nvSpPr>
        <p:spPr>
          <a:xfrm>
            <a:off x="539750" y="1484313"/>
            <a:ext cx="8064500" cy="4032250"/>
          </a:xfrm>
          <a:prstGeom prst="rect">
            <a:avLst/>
          </a:prstGeom>
          <a:noFill/>
          <a:ln>
            <a:noFill/>
          </a:ln>
        </p:spPr>
        <p:txBody>
          <a:bodyPr anchorCtr="0" anchor="t" bIns="45700" lIns="91425" spcFirstLastPara="1" rIns="91425" wrap="square" tIns="45700">
            <a:normAutofit/>
          </a:bodyPr>
          <a:lstStyle>
            <a:lvl1pPr indent="-330200" lvl="0" marL="457200" algn="l">
              <a:lnSpc>
                <a:spcPct val="100000"/>
              </a:lnSpc>
              <a:spcBef>
                <a:spcPts val="320"/>
              </a:spcBef>
              <a:spcAft>
                <a:spcPts val="0"/>
              </a:spcAft>
              <a:buClr>
                <a:schemeClr val="dk1"/>
              </a:buClr>
              <a:buSzPts val="1600"/>
              <a:buChar char="•"/>
              <a:defRPr sz="16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5" name="Google Shape;25;p70"/>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70"/>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27" name="Shape 27"/>
        <p:cNvGrpSpPr/>
        <p:nvPr/>
      </p:nvGrpSpPr>
      <p:grpSpPr>
        <a:xfrm>
          <a:off x="0" y="0"/>
          <a:ext cx="0" cy="0"/>
          <a:chOff x="0" y="0"/>
          <a:chExt cx="0" cy="0"/>
        </a:xfrm>
      </p:grpSpPr>
      <p:pic>
        <p:nvPicPr>
          <p:cNvPr id="28" name="Google Shape;28;p71"/>
          <p:cNvPicPr preferRelativeResize="0"/>
          <p:nvPr/>
        </p:nvPicPr>
        <p:blipFill rotWithShape="1">
          <a:blip r:embed="rId2">
            <a:alphaModFix/>
          </a:blip>
          <a:srcRect b="8002" l="0" r="7088" t="0"/>
          <a:stretch/>
        </p:blipFill>
        <p:spPr>
          <a:xfrm>
            <a:off x="-90488" y="0"/>
            <a:ext cx="9234488" cy="6858000"/>
          </a:xfrm>
          <a:prstGeom prst="rect">
            <a:avLst/>
          </a:prstGeom>
          <a:noFill/>
          <a:ln>
            <a:noFill/>
          </a:ln>
        </p:spPr>
      </p:pic>
      <p:cxnSp>
        <p:nvCxnSpPr>
          <p:cNvPr id="29" name="Google Shape;29;p71"/>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sp>
        <p:nvSpPr>
          <p:cNvPr id="30" name="Google Shape;30;p71"/>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000">
                <a:solidFill>
                  <a:schemeClr val="lt1"/>
                </a:solidFill>
                <a:latin typeface="EB Garamond"/>
                <a:ea typeface="EB Garamond"/>
                <a:cs typeface="EB Garamond"/>
                <a:sym typeface="EB Garamo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and Content">
  <p:cSld name="3_Title and Content">
    <p:spTree>
      <p:nvGrpSpPr>
        <p:cNvPr id="31" name="Shape 31"/>
        <p:cNvGrpSpPr/>
        <p:nvPr/>
      </p:nvGrpSpPr>
      <p:grpSpPr>
        <a:xfrm>
          <a:off x="0" y="0"/>
          <a:ext cx="0" cy="0"/>
          <a:chOff x="0" y="0"/>
          <a:chExt cx="0" cy="0"/>
        </a:xfrm>
      </p:grpSpPr>
      <p:cxnSp>
        <p:nvCxnSpPr>
          <p:cNvPr id="32" name="Google Shape;32;p87"/>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cxnSp>
        <p:nvCxnSpPr>
          <p:cNvPr id="33" name="Google Shape;33;p87"/>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34" name="Google Shape;34;p87"/>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pic>
        <p:nvPicPr>
          <p:cNvPr id="35" name="Google Shape;35;p87"/>
          <p:cNvPicPr preferRelativeResize="0"/>
          <p:nvPr/>
        </p:nvPicPr>
        <p:blipFill rotWithShape="1">
          <a:blip r:embed="rId2">
            <a:alphaModFix/>
          </a:blip>
          <a:srcRect b="36039" l="30318" r="25697" t="34656"/>
          <a:stretch/>
        </p:blipFill>
        <p:spPr>
          <a:xfrm>
            <a:off x="6588125" y="5581650"/>
            <a:ext cx="2555875" cy="1276350"/>
          </a:xfrm>
          <a:prstGeom prst="rect">
            <a:avLst/>
          </a:prstGeom>
          <a:noFill/>
          <a:ln>
            <a:noFill/>
          </a:ln>
        </p:spPr>
      </p:pic>
      <p:sp>
        <p:nvSpPr>
          <p:cNvPr id="36" name="Google Shape;36;p8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3pPr>
            <a:lvl4pPr indent="-342900" lvl="3" marL="18288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4pPr>
            <a:lvl5pPr indent="-342900" lvl="4" marL="22860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 name="Google Shape;37;p87"/>
          <p:cNvSpPr/>
          <p:nvPr>
            <p:ph idx="2" type="pic"/>
          </p:nvPr>
        </p:nvSpPr>
        <p:spPr>
          <a:xfrm>
            <a:off x="6588224" y="5589240"/>
            <a:ext cx="2555776" cy="1276332"/>
          </a:xfrm>
          <a:prstGeom prst="rect">
            <a:avLst/>
          </a:prstGeom>
          <a:noFill/>
          <a:ln>
            <a:noFill/>
          </a:ln>
        </p:spPr>
      </p:sp>
      <p:sp>
        <p:nvSpPr>
          <p:cNvPr id="38" name="Google Shape;38;p87"/>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9" name="Google Shape;39;p87"/>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87"/>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and Content">
  <p:cSld name="2_Title and Content">
    <p:spTree>
      <p:nvGrpSpPr>
        <p:cNvPr id="41" name="Shape 41"/>
        <p:cNvGrpSpPr/>
        <p:nvPr/>
      </p:nvGrpSpPr>
      <p:grpSpPr>
        <a:xfrm>
          <a:off x="0" y="0"/>
          <a:ext cx="0" cy="0"/>
          <a:chOff x="0" y="0"/>
          <a:chExt cx="0" cy="0"/>
        </a:xfrm>
      </p:grpSpPr>
      <p:cxnSp>
        <p:nvCxnSpPr>
          <p:cNvPr id="42" name="Google Shape;42;p88"/>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cxnSp>
        <p:nvCxnSpPr>
          <p:cNvPr id="43" name="Google Shape;43;p88"/>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44" name="Google Shape;44;p88"/>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pic>
        <p:nvPicPr>
          <p:cNvPr id="45" name="Google Shape;45;p88"/>
          <p:cNvPicPr preferRelativeResize="0"/>
          <p:nvPr/>
        </p:nvPicPr>
        <p:blipFill rotWithShape="1">
          <a:blip r:embed="rId2">
            <a:alphaModFix/>
          </a:blip>
          <a:srcRect b="36039" l="30318" r="25697" t="34656"/>
          <a:stretch/>
        </p:blipFill>
        <p:spPr>
          <a:xfrm>
            <a:off x="6588125" y="5581650"/>
            <a:ext cx="2555875" cy="1276350"/>
          </a:xfrm>
          <a:prstGeom prst="rect">
            <a:avLst/>
          </a:prstGeom>
          <a:noFill/>
          <a:ln>
            <a:noFill/>
          </a:ln>
        </p:spPr>
      </p:pic>
      <p:sp>
        <p:nvSpPr>
          <p:cNvPr id="46" name="Google Shape;46;p8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Font typeface="Noto Sans Symbols"/>
              <a:buNone/>
              <a:defRPr sz="1800">
                <a:latin typeface="Arial"/>
                <a:ea typeface="Arial"/>
                <a:cs typeface="Arial"/>
                <a:sym typeface="Arial"/>
              </a:defRPr>
            </a:lvl1pPr>
            <a:lvl2pPr indent="-228600" lvl="1" marL="914400" algn="l">
              <a:lnSpc>
                <a:spcPct val="100000"/>
              </a:lnSpc>
              <a:spcBef>
                <a:spcPts val="360"/>
              </a:spcBef>
              <a:spcAft>
                <a:spcPts val="0"/>
              </a:spcAft>
              <a:buClr>
                <a:schemeClr val="dk1"/>
              </a:buClr>
              <a:buSzPts val="1800"/>
              <a:buFont typeface="Noto Sans Symbols"/>
              <a:buNone/>
              <a:defRPr sz="1800">
                <a:latin typeface="Arial"/>
                <a:ea typeface="Arial"/>
                <a:cs typeface="Arial"/>
                <a:sym typeface="Arial"/>
              </a:defRPr>
            </a:lvl2pPr>
            <a:lvl3pPr indent="-228600" lvl="2" marL="1371600" algn="l">
              <a:lnSpc>
                <a:spcPct val="100000"/>
              </a:lnSpc>
              <a:spcBef>
                <a:spcPts val="360"/>
              </a:spcBef>
              <a:spcAft>
                <a:spcPts val="0"/>
              </a:spcAft>
              <a:buClr>
                <a:schemeClr val="dk1"/>
              </a:buClr>
              <a:buSzPts val="1800"/>
              <a:buFont typeface="Noto Sans Symbols"/>
              <a:buNone/>
              <a:defRPr sz="1800">
                <a:latin typeface="Arial"/>
                <a:ea typeface="Arial"/>
                <a:cs typeface="Arial"/>
                <a:sym typeface="Arial"/>
              </a:defRPr>
            </a:lvl3pPr>
            <a:lvl4pPr indent="-228600" lvl="3" marL="1828800" algn="l">
              <a:lnSpc>
                <a:spcPct val="100000"/>
              </a:lnSpc>
              <a:spcBef>
                <a:spcPts val="360"/>
              </a:spcBef>
              <a:spcAft>
                <a:spcPts val="0"/>
              </a:spcAft>
              <a:buClr>
                <a:schemeClr val="dk1"/>
              </a:buClr>
              <a:buSzPts val="1800"/>
              <a:buFont typeface="Noto Sans Symbols"/>
              <a:buNone/>
              <a:defRPr sz="1800">
                <a:latin typeface="Arial"/>
                <a:ea typeface="Arial"/>
                <a:cs typeface="Arial"/>
                <a:sym typeface="Arial"/>
              </a:defRPr>
            </a:lvl4pPr>
            <a:lvl5pPr indent="-228600" lvl="4" marL="2286000" algn="l">
              <a:lnSpc>
                <a:spcPct val="100000"/>
              </a:lnSpc>
              <a:spcBef>
                <a:spcPts val="360"/>
              </a:spcBef>
              <a:spcAft>
                <a:spcPts val="0"/>
              </a:spcAft>
              <a:buClr>
                <a:schemeClr val="dk1"/>
              </a:buClr>
              <a:buSzPts val="1800"/>
              <a:buFont typeface="Noto Sans Symbols"/>
              <a:buNone/>
              <a:defRPr sz="1800">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 name="Google Shape;47;p88"/>
          <p:cNvSpPr/>
          <p:nvPr>
            <p:ph idx="2" type="pic"/>
          </p:nvPr>
        </p:nvSpPr>
        <p:spPr>
          <a:xfrm>
            <a:off x="6588224" y="5589240"/>
            <a:ext cx="2555776" cy="1276332"/>
          </a:xfrm>
          <a:prstGeom prst="rect">
            <a:avLst/>
          </a:prstGeom>
          <a:noFill/>
          <a:ln>
            <a:noFill/>
          </a:ln>
        </p:spPr>
      </p:sp>
      <p:sp>
        <p:nvSpPr>
          <p:cNvPr id="48" name="Google Shape;48;p88"/>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49" name="Google Shape;49;p88"/>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8"/>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51" name="Shape 51"/>
        <p:cNvGrpSpPr/>
        <p:nvPr/>
      </p:nvGrpSpPr>
      <p:grpSpPr>
        <a:xfrm>
          <a:off x="0" y="0"/>
          <a:ext cx="0" cy="0"/>
          <a:chOff x="0" y="0"/>
          <a:chExt cx="0" cy="0"/>
        </a:xfrm>
      </p:grpSpPr>
      <p:cxnSp>
        <p:nvCxnSpPr>
          <p:cNvPr id="52" name="Google Shape;52;p89"/>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cxnSp>
        <p:nvCxnSpPr>
          <p:cNvPr id="53" name="Google Shape;53;p89"/>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54" name="Google Shape;54;p89"/>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pic>
        <p:nvPicPr>
          <p:cNvPr id="55" name="Google Shape;55;p89"/>
          <p:cNvPicPr preferRelativeResize="0"/>
          <p:nvPr/>
        </p:nvPicPr>
        <p:blipFill rotWithShape="1">
          <a:blip r:embed="rId2">
            <a:alphaModFix/>
          </a:blip>
          <a:srcRect b="36039" l="30318" r="25697" t="34656"/>
          <a:stretch/>
        </p:blipFill>
        <p:spPr>
          <a:xfrm>
            <a:off x="6588125" y="5581650"/>
            <a:ext cx="2555875" cy="1276350"/>
          </a:xfrm>
          <a:prstGeom prst="rect">
            <a:avLst/>
          </a:prstGeom>
          <a:noFill/>
          <a:ln>
            <a:noFill/>
          </a:ln>
        </p:spPr>
      </p:pic>
      <p:sp>
        <p:nvSpPr>
          <p:cNvPr id="56" name="Google Shape;56;p89"/>
          <p:cNvSpPr txBox="1"/>
          <p:nvPr>
            <p:ph idx="1" type="body"/>
          </p:nvPr>
        </p:nvSpPr>
        <p:spPr>
          <a:xfrm>
            <a:off x="457200" y="2852936"/>
            <a:ext cx="8229600" cy="3273227"/>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3pPr>
            <a:lvl4pPr indent="-342900" lvl="3" marL="18288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4pPr>
            <a:lvl5pPr indent="-342900" lvl="4" marL="22860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7" name="Google Shape;57;p89"/>
          <p:cNvSpPr/>
          <p:nvPr>
            <p:ph idx="2" type="pic"/>
          </p:nvPr>
        </p:nvSpPr>
        <p:spPr>
          <a:xfrm>
            <a:off x="6588224" y="5589240"/>
            <a:ext cx="2555776" cy="1276332"/>
          </a:xfrm>
          <a:prstGeom prst="rect">
            <a:avLst/>
          </a:prstGeom>
          <a:noFill/>
          <a:ln>
            <a:noFill/>
          </a:ln>
        </p:spPr>
      </p:sp>
      <p:sp>
        <p:nvSpPr>
          <p:cNvPr id="58" name="Google Shape;58;p89"/>
          <p:cNvSpPr txBox="1"/>
          <p:nvPr>
            <p:ph idx="3" type="body"/>
          </p:nvPr>
        </p:nvSpPr>
        <p:spPr>
          <a:xfrm>
            <a:off x="468313" y="1484313"/>
            <a:ext cx="8207375" cy="1152525"/>
          </a:xfrm>
          <a:prstGeom prst="rect">
            <a:avLst/>
          </a:prstGeom>
          <a:noFill/>
          <a:ln>
            <a:noFill/>
          </a:ln>
        </p:spPr>
        <p:txBody>
          <a:bodyPr anchorCtr="0" anchor="t" bIns="45700" lIns="91425" spcFirstLastPara="1" rIns="91425" wrap="square" tIns="45700">
            <a:noAutofit/>
          </a:bodyPr>
          <a:lstStyle>
            <a:lvl1pPr indent="-228600" lvl="0" marL="457200" algn="just">
              <a:lnSpc>
                <a:spcPct val="100000"/>
              </a:lnSpc>
              <a:spcBef>
                <a:spcPts val="360"/>
              </a:spcBef>
              <a:spcAft>
                <a:spcPts val="0"/>
              </a:spcAft>
              <a:buClr>
                <a:schemeClr val="dk1"/>
              </a:buClr>
              <a:buSzPts val="1800"/>
              <a:buNone/>
              <a:defRPr sz="1800">
                <a:latin typeface="Arial"/>
                <a:ea typeface="Arial"/>
                <a:cs typeface="Arial"/>
                <a:sym typeface="Arial"/>
              </a:defRPr>
            </a:lvl1pPr>
            <a:lvl2pPr indent="-228600" lvl="1" marL="914400" algn="just">
              <a:lnSpc>
                <a:spcPct val="100000"/>
              </a:lnSpc>
              <a:spcBef>
                <a:spcPts val="360"/>
              </a:spcBef>
              <a:spcAft>
                <a:spcPts val="0"/>
              </a:spcAft>
              <a:buClr>
                <a:schemeClr val="dk1"/>
              </a:buClr>
              <a:buSzPts val="1800"/>
              <a:buNone/>
              <a:defRPr sz="1800"/>
            </a:lvl2pPr>
            <a:lvl3pPr indent="-228600" lvl="2" marL="1371600" algn="just">
              <a:lnSpc>
                <a:spcPct val="100000"/>
              </a:lnSpc>
              <a:spcBef>
                <a:spcPts val="360"/>
              </a:spcBef>
              <a:spcAft>
                <a:spcPts val="0"/>
              </a:spcAft>
              <a:buClr>
                <a:schemeClr val="dk1"/>
              </a:buClr>
              <a:buSzPts val="1800"/>
              <a:buNone/>
              <a:defRPr sz="1800"/>
            </a:lvl3pPr>
            <a:lvl4pPr indent="-228600" lvl="3" marL="1828800" algn="just">
              <a:lnSpc>
                <a:spcPct val="100000"/>
              </a:lnSpc>
              <a:spcBef>
                <a:spcPts val="360"/>
              </a:spcBef>
              <a:spcAft>
                <a:spcPts val="0"/>
              </a:spcAft>
              <a:buClr>
                <a:schemeClr val="dk1"/>
              </a:buClr>
              <a:buSzPts val="1800"/>
              <a:buNone/>
              <a:defRPr sz="1800"/>
            </a:lvl4pPr>
            <a:lvl5pPr indent="-228600" lvl="4" marL="2286000" algn="just">
              <a:lnSpc>
                <a:spcPct val="100000"/>
              </a:lnSpc>
              <a:spcBef>
                <a:spcPts val="360"/>
              </a:spcBef>
              <a:spcAft>
                <a:spcPts val="0"/>
              </a:spcAft>
              <a:buClr>
                <a:schemeClr val="dk1"/>
              </a:buClr>
              <a:buSzPts val="1800"/>
              <a:buNone/>
              <a:defRPr sz="1800"/>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9" name="Google Shape;59;p89"/>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0" name="Google Shape;60;p89"/>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89"/>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2" name="Shape 62"/>
        <p:cNvGrpSpPr/>
        <p:nvPr/>
      </p:nvGrpSpPr>
      <p:grpSpPr>
        <a:xfrm>
          <a:off x="0" y="0"/>
          <a:ext cx="0" cy="0"/>
          <a:chOff x="0" y="0"/>
          <a:chExt cx="0" cy="0"/>
        </a:xfrm>
      </p:grpSpPr>
      <p:cxnSp>
        <p:nvCxnSpPr>
          <p:cNvPr id="63" name="Google Shape;63;p90"/>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64" name="Google Shape;64;p90"/>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cxnSp>
        <p:nvCxnSpPr>
          <p:cNvPr id="65" name="Google Shape;65;p90"/>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pic>
        <p:nvPicPr>
          <p:cNvPr id="66" name="Google Shape;66;p90"/>
          <p:cNvPicPr preferRelativeResize="0"/>
          <p:nvPr/>
        </p:nvPicPr>
        <p:blipFill rotWithShape="1">
          <a:blip r:embed="rId2">
            <a:alphaModFix/>
          </a:blip>
          <a:srcRect b="36039" l="30318" r="25697" t="34656"/>
          <a:stretch/>
        </p:blipFill>
        <p:spPr>
          <a:xfrm>
            <a:off x="6588125" y="5581650"/>
            <a:ext cx="2555875" cy="1276350"/>
          </a:xfrm>
          <a:prstGeom prst="rect">
            <a:avLst/>
          </a:prstGeom>
          <a:noFill/>
          <a:ln>
            <a:noFill/>
          </a:ln>
        </p:spPr>
      </p:pic>
      <p:sp>
        <p:nvSpPr>
          <p:cNvPr id="67" name="Google Shape;67;p9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285750" lvl="0" marL="457200" algn="l">
              <a:lnSpc>
                <a:spcPct val="100000"/>
              </a:lnSpc>
              <a:spcBef>
                <a:spcPts val="180"/>
              </a:spcBef>
              <a:spcAft>
                <a:spcPts val="0"/>
              </a:spcAft>
              <a:buClr>
                <a:schemeClr val="dk1"/>
              </a:buClr>
              <a:buSzPts val="900"/>
              <a:buChar char="•"/>
              <a:defRPr sz="9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68" name="Google Shape;68;p9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285750" lvl="0" marL="457200" algn="l">
              <a:lnSpc>
                <a:spcPct val="100000"/>
              </a:lnSpc>
              <a:spcBef>
                <a:spcPts val="180"/>
              </a:spcBef>
              <a:spcAft>
                <a:spcPts val="0"/>
              </a:spcAft>
              <a:buClr>
                <a:schemeClr val="dk1"/>
              </a:buClr>
              <a:buSzPts val="900"/>
              <a:buChar char="•"/>
              <a:defRPr sz="9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69" name="Google Shape;69;p90"/>
          <p:cNvSpPr/>
          <p:nvPr>
            <p:ph idx="3" type="pic"/>
          </p:nvPr>
        </p:nvSpPr>
        <p:spPr>
          <a:xfrm>
            <a:off x="6588224" y="5589240"/>
            <a:ext cx="2555776" cy="1276332"/>
          </a:xfrm>
          <a:prstGeom prst="rect">
            <a:avLst/>
          </a:prstGeom>
          <a:noFill/>
          <a:ln>
            <a:noFill/>
          </a:ln>
        </p:spPr>
      </p:sp>
      <p:sp>
        <p:nvSpPr>
          <p:cNvPr id="70" name="Google Shape;70;p90"/>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 name="Google Shape;71;p90"/>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90"/>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73" name="Shape 73"/>
        <p:cNvGrpSpPr/>
        <p:nvPr/>
      </p:nvGrpSpPr>
      <p:grpSpPr>
        <a:xfrm>
          <a:off x="0" y="0"/>
          <a:ext cx="0" cy="0"/>
          <a:chOff x="0" y="0"/>
          <a:chExt cx="0" cy="0"/>
        </a:xfrm>
      </p:grpSpPr>
      <p:cxnSp>
        <p:nvCxnSpPr>
          <p:cNvPr id="74" name="Google Shape;74;p91"/>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75" name="Google Shape;75;p91"/>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cxnSp>
        <p:nvCxnSpPr>
          <p:cNvPr id="76" name="Google Shape;76;p91"/>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pic>
        <p:nvPicPr>
          <p:cNvPr id="77" name="Google Shape;77;p91"/>
          <p:cNvPicPr preferRelativeResize="0"/>
          <p:nvPr/>
        </p:nvPicPr>
        <p:blipFill rotWithShape="1">
          <a:blip r:embed="rId2">
            <a:alphaModFix/>
          </a:blip>
          <a:srcRect b="36039" l="30318" r="25697" t="34656"/>
          <a:stretch/>
        </p:blipFill>
        <p:spPr>
          <a:xfrm>
            <a:off x="6588125" y="5581650"/>
            <a:ext cx="2555875" cy="1276350"/>
          </a:xfrm>
          <a:prstGeom prst="rect">
            <a:avLst/>
          </a:prstGeom>
          <a:noFill/>
          <a:ln>
            <a:noFill/>
          </a:ln>
        </p:spPr>
      </p:pic>
      <p:sp>
        <p:nvSpPr>
          <p:cNvPr id="78" name="Google Shape;78;p91"/>
          <p:cNvSpPr txBox="1"/>
          <p:nvPr>
            <p:ph idx="1" type="body"/>
          </p:nvPr>
        </p:nvSpPr>
        <p:spPr>
          <a:xfrm>
            <a:off x="457200" y="1535113"/>
            <a:ext cx="4040188" cy="639762"/>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atin typeface="Arial"/>
                <a:ea typeface="Arial"/>
                <a:cs typeface="Arial"/>
                <a:sym typeface="Arial"/>
              </a:defRPr>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79" name="Google Shape;79;p9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3pPr>
            <a:lvl4pPr indent="-342900" lvl="3" marL="18288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4pPr>
            <a:lvl5pPr indent="-342900" lvl="4" marL="22860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80" name="Google Shape;80;p91"/>
          <p:cNvSpPr txBox="1"/>
          <p:nvPr>
            <p:ph idx="3" type="body"/>
          </p:nvPr>
        </p:nvSpPr>
        <p:spPr>
          <a:xfrm>
            <a:off x="4645025" y="1535113"/>
            <a:ext cx="4041775" cy="639762"/>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b="1" sz="1800">
                <a:latin typeface="Arial"/>
                <a:ea typeface="Arial"/>
                <a:cs typeface="Arial"/>
                <a:sym typeface="Arial"/>
              </a:defRPr>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81" name="Google Shape;81;p9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1pPr>
            <a:lvl2pPr indent="-342900" lvl="1" marL="9144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2pPr>
            <a:lvl3pPr indent="-342900" lvl="2" marL="13716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3pPr>
            <a:lvl4pPr indent="-342900" lvl="3" marL="18288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4pPr>
            <a:lvl5pPr indent="-342900" lvl="4" marL="2286000" algn="l">
              <a:lnSpc>
                <a:spcPct val="100000"/>
              </a:lnSpc>
              <a:spcBef>
                <a:spcPts val="360"/>
              </a:spcBef>
              <a:spcAft>
                <a:spcPts val="0"/>
              </a:spcAft>
              <a:buClr>
                <a:schemeClr val="dk1"/>
              </a:buClr>
              <a:buSzPts val="1800"/>
              <a:buFont typeface="Noto Sans Symbols"/>
              <a:buChar char="▪"/>
              <a:defRPr sz="1800">
                <a:latin typeface="Arial"/>
                <a:ea typeface="Arial"/>
                <a:cs typeface="Arial"/>
                <a:sym typeface="Arial"/>
              </a:defRPr>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82" name="Google Shape;82;p91"/>
          <p:cNvSpPr/>
          <p:nvPr>
            <p:ph idx="5" type="pic"/>
          </p:nvPr>
        </p:nvSpPr>
        <p:spPr>
          <a:xfrm>
            <a:off x="6588224" y="5589240"/>
            <a:ext cx="2555776" cy="1276332"/>
          </a:xfrm>
          <a:prstGeom prst="rect">
            <a:avLst/>
          </a:prstGeom>
          <a:noFill/>
          <a:ln>
            <a:noFill/>
          </a:ln>
        </p:spPr>
      </p:sp>
      <p:sp>
        <p:nvSpPr>
          <p:cNvPr id="83" name="Google Shape;83;p91"/>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84" name="Google Shape;84;p91"/>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91"/>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mparison">
  <p:cSld name="1_Comparison">
    <p:spTree>
      <p:nvGrpSpPr>
        <p:cNvPr id="86" name="Shape 86"/>
        <p:cNvGrpSpPr/>
        <p:nvPr/>
      </p:nvGrpSpPr>
      <p:grpSpPr>
        <a:xfrm>
          <a:off x="0" y="0"/>
          <a:ext cx="0" cy="0"/>
          <a:chOff x="0" y="0"/>
          <a:chExt cx="0" cy="0"/>
        </a:xfrm>
      </p:grpSpPr>
      <p:cxnSp>
        <p:nvCxnSpPr>
          <p:cNvPr id="87" name="Google Shape;87;p92"/>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88" name="Google Shape;88;p92"/>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cxnSp>
        <p:nvCxnSpPr>
          <p:cNvPr id="89" name="Google Shape;89;p92"/>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pic>
        <p:nvPicPr>
          <p:cNvPr id="90" name="Google Shape;90;p92"/>
          <p:cNvPicPr preferRelativeResize="0"/>
          <p:nvPr/>
        </p:nvPicPr>
        <p:blipFill rotWithShape="1">
          <a:blip r:embed="rId2">
            <a:alphaModFix/>
          </a:blip>
          <a:srcRect b="36039" l="30318" r="25697" t="34656"/>
          <a:stretch/>
        </p:blipFill>
        <p:spPr>
          <a:xfrm>
            <a:off x="6588125" y="5581650"/>
            <a:ext cx="2555875" cy="1276350"/>
          </a:xfrm>
          <a:prstGeom prst="rect">
            <a:avLst/>
          </a:prstGeom>
          <a:noFill/>
          <a:ln>
            <a:noFill/>
          </a:ln>
        </p:spPr>
      </p:pic>
      <p:sp>
        <p:nvSpPr>
          <p:cNvPr id="91" name="Google Shape;91;p92"/>
          <p:cNvSpPr txBox="1"/>
          <p:nvPr>
            <p:ph idx="1" type="body"/>
          </p:nvPr>
        </p:nvSpPr>
        <p:spPr>
          <a:xfrm>
            <a:off x="457200" y="1556792"/>
            <a:ext cx="4040188" cy="45693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Font typeface="Noto Sans Symbols"/>
              <a:buNone/>
              <a:defRPr sz="1600">
                <a:latin typeface="Arial"/>
                <a:ea typeface="Arial"/>
                <a:cs typeface="Arial"/>
                <a:sym typeface="Arial"/>
              </a:defRPr>
            </a:lvl1pPr>
            <a:lvl2pPr indent="-228600" lvl="1" marL="914400" algn="l">
              <a:lnSpc>
                <a:spcPct val="100000"/>
              </a:lnSpc>
              <a:spcBef>
                <a:spcPts val="320"/>
              </a:spcBef>
              <a:spcAft>
                <a:spcPts val="0"/>
              </a:spcAft>
              <a:buClr>
                <a:schemeClr val="dk1"/>
              </a:buClr>
              <a:buSzPts val="1600"/>
              <a:buFont typeface="Noto Sans Symbols"/>
              <a:buNone/>
              <a:defRPr sz="1600">
                <a:latin typeface="Arial"/>
                <a:ea typeface="Arial"/>
                <a:cs typeface="Arial"/>
                <a:sym typeface="Arial"/>
              </a:defRPr>
            </a:lvl2pPr>
            <a:lvl3pPr indent="-228600" lvl="2" marL="1371600" algn="l">
              <a:lnSpc>
                <a:spcPct val="100000"/>
              </a:lnSpc>
              <a:spcBef>
                <a:spcPts val="320"/>
              </a:spcBef>
              <a:spcAft>
                <a:spcPts val="0"/>
              </a:spcAft>
              <a:buClr>
                <a:schemeClr val="dk1"/>
              </a:buClr>
              <a:buSzPts val="1600"/>
              <a:buFont typeface="Noto Sans Symbols"/>
              <a:buNone/>
              <a:defRPr sz="1600">
                <a:latin typeface="Arial"/>
                <a:ea typeface="Arial"/>
                <a:cs typeface="Arial"/>
                <a:sym typeface="Arial"/>
              </a:defRPr>
            </a:lvl3pPr>
            <a:lvl4pPr indent="-228600" lvl="3" marL="1828800" algn="l">
              <a:lnSpc>
                <a:spcPct val="100000"/>
              </a:lnSpc>
              <a:spcBef>
                <a:spcPts val="320"/>
              </a:spcBef>
              <a:spcAft>
                <a:spcPts val="0"/>
              </a:spcAft>
              <a:buClr>
                <a:schemeClr val="dk1"/>
              </a:buClr>
              <a:buSzPts val="1600"/>
              <a:buFont typeface="Noto Sans Symbols"/>
              <a:buNone/>
              <a:defRPr sz="1600">
                <a:latin typeface="Arial"/>
                <a:ea typeface="Arial"/>
                <a:cs typeface="Arial"/>
                <a:sym typeface="Arial"/>
              </a:defRPr>
            </a:lvl4pPr>
            <a:lvl5pPr indent="-228600" lvl="4" marL="2286000" algn="l">
              <a:lnSpc>
                <a:spcPct val="100000"/>
              </a:lnSpc>
              <a:spcBef>
                <a:spcPts val="320"/>
              </a:spcBef>
              <a:spcAft>
                <a:spcPts val="0"/>
              </a:spcAft>
              <a:buClr>
                <a:schemeClr val="dk1"/>
              </a:buClr>
              <a:buSzPts val="1600"/>
              <a:buFont typeface="Noto Sans Symbols"/>
              <a:buNone/>
              <a:defRPr sz="1600">
                <a:latin typeface="Arial"/>
                <a:ea typeface="Arial"/>
                <a:cs typeface="Arial"/>
                <a:sym typeface="Arial"/>
              </a:defRPr>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92" name="Google Shape;92;p92"/>
          <p:cNvSpPr txBox="1"/>
          <p:nvPr>
            <p:ph idx="2" type="body"/>
          </p:nvPr>
        </p:nvSpPr>
        <p:spPr>
          <a:xfrm>
            <a:off x="4645025" y="1556792"/>
            <a:ext cx="4041775" cy="456937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Clr>
                <a:schemeClr val="dk1"/>
              </a:buClr>
              <a:buSzPts val="1600"/>
              <a:buFont typeface="Noto Sans Symbols"/>
              <a:buNone/>
              <a:defRPr sz="1600">
                <a:latin typeface="Arial"/>
                <a:ea typeface="Arial"/>
                <a:cs typeface="Arial"/>
                <a:sym typeface="Arial"/>
              </a:defRPr>
            </a:lvl1pPr>
            <a:lvl2pPr indent="-330200" lvl="1" marL="914400" algn="l">
              <a:lnSpc>
                <a:spcPct val="100000"/>
              </a:lnSpc>
              <a:spcBef>
                <a:spcPts val="320"/>
              </a:spcBef>
              <a:spcAft>
                <a:spcPts val="0"/>
              </a:spcAft>
              <a:buClr>
                <a:schemeClr val="dk1"/>
              </a:buClr>
              <a:buSzPts val="1600"/>
              <a:buFont typeface="Noto Sans Symbols"/>
              <a:buChar char="▪"/>
              <a:defRPr sz="1600">
                <a:latin typeface="Arial"/>
                <a:ea typeface="Arial"/>
                <a:cs typeface="Arial"/>
                <a:sym typeface="Arial"/>
              </a:defRPr>
            </a:lvl2pPr>
            <a:lvl3pPr indent="-330200" lvl="2" marL="1371600" algn="l">
              <a:lnSpc>
                <a:spcPct val="100000"/>
              </a:lnSpc>
              <a:spcBef>
                <a:spcPts val="320"/>
              </a:spcBef>
              <a:spcAft>
                <a:spcPts val="0"/>
              </a:spcAft>
              <a:buClr>
                <a:schemeClr val="dk1"/>
              </a:buClr>
              <a:buSzPts val="1600"/>
              <a:buFont typeface="Noto Sans Symbols"/>
              <a:buChar char="▪"/>
              <a:defRPr sz="1600">
                <a:latin typeface="Arial"/>
                <a:ea typeface="Arial"/>
                <a:cs typeface="Arial"/>
                <a:sym typeface="Arial"/>
              </a:defRPr>
            </a:lvl3pPr>
            <a:lvl4pPr indent="-330200" lvl="3" marL="1828800" algn="l">
              <a:lnSpc>
                <a:spcPct val="100000"/>
              </a:lnSpc>
              <a:spcBef>
                <a:spcPts val="320"/>
              </a:spcBef>
              <a:spcAft>
                <a:spcPts val="0"/>
              </a:spcAft>
              <a:buClr>
                <a:schemeClr val="dk1"/>
              </a:buClr>
              <a:buSzPts val="1600"/>
              <a:buFont typeface="Noto Sans Symbols"/>
              <a:buChar char="▪"/>
              <a:defRPr sz="1600">
                <a:latin typeface="Arial"/>
                <a:ea typeface="Arial"/>
                <a:cs typeface="Arial"/>
                <a:sym typeface="Arial"/>
              </a:defRPr>
            </a:lvl4pPr>
            <a:lvl5pPr indent="-330200" lvl="4" marL="2286000" algn="l">
              <a:lnSpc>
                <a:spcPct val="100000"/>
              </a:lnSpc>
              <a:spcBef>
                <a:spcPts val="320"/>
              </a:spcBef>
              <a:spcAft>
                <a:spcPts val="0"/>
              </a:spcAft>
              <a:buClr>
                <a:schemeClr val="dk1"/>
              </a:buClr>
              <a:buSzPts val="1600"/>
              <a:buFont typeface="Noto Sans Symbols"/>
              <a:buChar char="▪"/>
              <a:defRPr sz="1600">
                <a:latin typeface="Arial"/>
                <a:ea typeface="Arial"/>
                <a:cs typeface="Arial"/>
                <a:sym typeface="Arial"/>
              </a:defRPr>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93" name="Google Shape;93;p92"/>
          <p:cNvSpPr/>
          <p:nvPr>
            <p:ph idx="3" type="pic"/>
          </p:nvPr>
        </p:nvSpPr>
        <p:spPr>
          <a:xfrm>
            <a:off x="6588224" y="5589240"/>
            <a:ext cx="2555776" cy="1276332"/>
          </a:xfrm>
          <a:prstGeom prst="rect">
            <a:avLst/>
          </a:prstGeom>
          <a:noFill/>
          <a:ln>
            <a:noFill/>
          </a:ln>
        </p:spPr>
      </p:sp>
      <p:sp>
        <p:nvSpPr>
          <p:cNvPr id="94" name="Google Shape;94;p92"/>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5" name="Google Shape;95;p92"/>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92"/>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97" name="Shape 97"/>
        <p:cNvGrpSpPr/>
        <p:nvPr/>
      </p:nvGrpSpPr>
      <p:grpSpPr>
        <a:xfrm>
          <a:off x="0" y="0"/>
          <a:ext cx="0" cy="0"/>
          <a:chOff x="0" y="0"/>
          <a:chExt cx="0" cy="0"/>
        </a:xfrm>
      </p:grpSpPr>
      <p:cxnSp>
        <p:nvCxnSpPr>
          <p:cNvPr id="98" name="Google Shape;98;p93"/>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99" name="Google Shape;99;p93"/>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cxnSp>
        <p:nvCxnSpPr>
          <p:cNvPr id="100" name="Google Shape;100;p93"/>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pic>
        <p:nvPicPr>
          <p:cNvPr id="101" name="Google Shape;101;p93"/>
          <p:cNvPicPr preferRelativeResize="0"/>
          <p:nvPr/>
        </p:nvPicPr>
        <p:blipFill rotWithShape="1">
          <a:blip r:embed="rId2">
            <a:alphaModFix/>
          </a:blip>
          <a:srcRect b="36039" l="30318" r="25697" t="34656"/>
          <a:stretch/>
        </p:blipFill>
        <p:spPr>
          <a:xfrm>
            <a:off x="6588125" y="5581650"/>
            <a:ext cx="2555875" cy="1276350"/>
          </a:xfrm>
          <a:prstGeom prst="rect">
            <a:avLst/>
          </a:prstGeom>
          <a:noFill/>
          <a:ln>
            <a:noFill/>
          </a:ln>
        </p:spPr>
      </p:pic>
      <p:sp>
        <p:nvSpPr>
          <p:cNvPr id="102" name="Google Shape;102;p93"/>
          <p:cNvSpPr/>
          <p:nvPr>
            <p:ph idx="2" type="pic"/>
          </p:nvPr>
        </p:nvSpPr>
        <p:spPr>
          <a:xfrm>
            <a:off x="467544" y="1412776"/>
            <a:ext cx="8208912" cy="4824536"/>
          </a:xfrm>
          <a:prstGeom prst="rect">
            <a:avLst/>
          </a:prstGeom>
          <a:noFill/>
          <a:ln>
            <a:noFill/>
          </a:ln>
        </p:spPr>
      </p:sp>
      <p:sp>
        <p:nvSpPr>
          <p:cNvPr id="103" name="Google Shape;103;p93"/>
          <p:cNvSpPr/>
          <p:nvPr>
            <p:ph idx="3" type="pic"/>
          </p:nvPr>
        </p:nvSpPr>
        <p:spPr>
          <a:xfrm>
            <a:off x="6588224" y="5589240"/>
            <a:ext cx="2555776" cy="1276332"/>
          </a:xfrm>
          <a:prstGeom prst="rect">
            <a:avLst/>
          </a:prstGeom>
          <a:noFill/>
          <a:ln>
            <a:noFill/>
          </a:ln>
        </p:spPr>
      </p:sp>
      <p:sp>
        <p:nvSpPr>
          <p:cNvPr id="104" name="Google Shape;104;p93"/>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5" name="Google Shape;105;p93"/>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93"/>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107" name="Shape 107"/>
        <p:cNvGrpSpPr/>
        <p:nvPr/>
      </p:nvGrpSpPr>
      <p:grpSpPr>
        <a:xfrm>
          <a:off x="0" y="0"/>
          <a:ext cx="0" cy="0"/>
          <a:chOff x="0" y="0"/>
          <a:chExt cx="0" cy="0"/>
        </a:xfrm>
      </p:grpSpPr>
      <p:cxnSp>
        <p:nvCxnSpPr>
          <p:cNvPr id="108" name="Google Shape;108;p94"/>
          <p:cNvCxnSpPr/>
          <p:nvPr/>
        </p:nvCxnSpPr>
        <p:spPr>
          <a:xfrm>
            <a:off x="395288" y="6308725"/>
            <a:ext cx="6192837" cy="0"/>
          </a:xfrm>
          <a:prstGeom prst="straightConnector1">
            <a:avLst/>
          </a:prstGeom>
          <a:noFill/>
          <a:ln cap="flat" cmpd="sng" w="9525">
            <a:solidFill>
              <a:srgbClr val="3F3F3F"/>
            </a:solidFill>
            <a:prstDash val="solid"/>
            <a:round/>
            <a:headEnd len="sm" w="sm" type="none"/>
            <a:tailEnd len="sm" w="sm" type="none"/>
          </a:ln>
        </p:spPr>
      </p:cxnSp>
      <p:cxnSp>
        <p:nvCxnSpPr>
          <p:cNvPr id="109" name="Google Shape;109;p94"/>
          <p:cNvCxnSpPr/>
          <p:nvPr/>
        </p:nvCxnSpPr>
        <p:spPr>
          <a:xfrm>
            <a:off x="971550" y="6381750"/>
            <a:ext cx="0" cy="360363"/>
          </a:xfrm>
          <a:prstGeom prst="straightConnector1">
            <a:avLst/>
          </a:prstGeom>
          <a:noFill/>
          <a:ln cap="flat" cmpd="sng" w="9525">
            <a:solidFill>
              <a:srgbClr val="0C0C0C"/>
            </a:solidFill>
            <a:prstDash val="solid"/>
            <a:round/>
            <a:headEnd len="sm" w="sm" type="none"/>
            <a:tailEnd len="sm" w="sm" type="none"/>
          </a:ln>
        </p:spPr>
      </p:cxnSp>
      <p:cxnSp>
        <p:nvCxnSpPr>
          <p:cNvPr id="110" name="Google Shape;110;p94"/>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pic>
        <p:nvPicPr>
          <p:cNvPr id="111" name="Google Shape;111;p94"/>
          <p:cNvPicPr preferRelativeResize="0"/>
          <p:nvPr/>
        </p:nvPicPr>
        <p:blipFill rotWithShape="1">
          <a:blip r:embed="rId2">
            <a:alphaModFix/>
          </a:blip>
          <a:srcRect b="36039" l="30318" r="25697" t="34656"/>
          <a:stretch/>
        </p:blipFill>
        <p:spPr>
          <a:xfrm>
            <a:off x="6588125" y="5581650"/>
            <a:ext cx="2555875" cy="1276350"/>
          </a:xfrm>
          <a:prstGeom prst="rect">
            <a:avLst/>
          </a:prstGeom>
          <a:noFill/>
          <a:ln>
            <a:noFill/>
          </a:ln>
        </p:spPr>
      </p:pic>
      <p:sp>
        <p:nvSpPr>
          <p:cNvPr id="112" name="Google Shape;112;p94"/>
          <p:cNvSpPr/>
          <p:nvPr>
            <p:ph idx="2" type="pic"/>
          </p:nvPr>
        </p:nvSpPr>
        <p:spPr>
          <a:xfrm>
            <a:off x="539552" y="1268760"/>
            <a:ext cx="8147248" cy="3744416"/>
          </a:xfrm>
          <a:prstGeom prst="rect">
            <a:avLst/>
          </a:prstGeom>
          <a:noFill/>
          <a:ln>
            <a:noFill/>
          </a:ln>
        </p:spPr>
      </p:sp>
      <p:sp>
        <p:nvSpPr>
          <p:cNvPr id="113" name="Google Shape;113;p94"/>
          <p:cNvSpPr txBox="1"/>
          <p:nvPr>
            <p:ph idx="1" type="body"/>
          </p:nvPr>
        </p:nvSpPr>
        <p:spPr>
          <a:xfrm>
            <a:off x="498376" y="5085184"/>
            <a:ext cx="8147248"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Clr>
                <a:schemeClr val="dk1"/>
              </a:buClr>
              <a:buSzPts val="1800"/>
              <a:buNone/>
              <a:defRPr sz="1800">
                <a:latin typeface="Arial"/>
                <a:ea typeface="Arial"/>
                <a:cs typeface="Arial"/>
                <a:sym typeface="Arial"/>
              </a:defRPr>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14" name="Google Shape;114;p94"/>
          <p:cNvSpPr/>
          <p:nvPr>
            <p:ph idx="3" type="pic"/>
          </p:nvPr>
        </p:nvSpPr>
        <p:spPr>
          <a:xfrm>
            <a:off x="6588224" y="5589240"/>
            <a:ext cx="2555776" cy="1276332"/>
          </a:xfrm>
          <a:prstGeom prst="rect">
            <a:avLst/>
          </a:prstGeom>
          <a:noFill/>
          <a:ln>
            <a:noFill/>
          </a:ln>
        </p:spPr>
      </p:sp>
      <p:sp>
        <p:nvSpPr>
          <p:cNvPr id="115" name="Google Shape;115;p94"/>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SzPts val="1400"/>
              <a:buNone/>
              <a:defRPr b="1" sz="2000">
                <a:solidFill>
                  <a:srgbClr val="9F1C33"/>
                </a:solidFill>
                <a:latin typeface="EB Garamond"/>
                <a:ea typeface="EB Garamond"/>
                <a:cs typeface="EB Garamond"/>
                <a:sym typeface="EB Garamond"/>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16" name="Google Shape;116;p94"/>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94"/>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24" name="Shape 124"/>
        <p:cNvGrpSpPr/>
        <p:nvPr/>
      </p:nvGrpSpPr>
      <p:grpSpPr>
        <a:xfrm>
          <a:off x="0" y="0"/>
          <a:ext cx="0" cy="0"/>
          <a:chOff x="0" y="0"/>
          <a:chExt cx="0" cy="0"/>
        </a:xfrm>
      </p:grpSpPr>
      <p:pic>
        <p:nvPicPr>
          <p:cNvPr id="125" name="Google Shape;125;p73"/>
          <p:cNvPicPr preferRelativeResize="0"/>
          <p:nvPr/>
        </p:nvPicPr>
        <p:blipFill rotWithShape="1">
          <a:blip r:embed="rId2">
            <a:alphaModFix/>
          </a:blip>
          <a:srcRect b="8002" l="0" r="7088" t="0"/>
          <a:stretch/>
        </p:blipFill>
        <p:spPr>
          <a:xfrm>
            <a:off x="-90488" y="0"/>
            <a:ext cx="9234488" cy="6858000"/>
          </a:xfrm>
          <a:prstGeom prst="rect">
            <a:avLst/>
          </a:prstGeom>
          <a:noFill/>
          <a:ln>
            <a:noFill/>
          </a:ln>
        </p:spPr>
      </p:pic>
      <p:cxnSp>
        <p:nvCxnSpPr>
          <p:cNvPr id="126" name="Google Shape;126;p73"/>
          <p:cNvCxnSpPr/>
          <p:nvPr/>
        </p:nvCxnSpPr>
        <p:spPr>
          <a:xfrm>
            <a:off x="395288" y="1125538"/>
            <a:ext cx="8353425" cy="0"/>
          </a:xfrm>
          <a:prstGeom prst="straightConnector1">
            <a:avLst/>
          </a:prstGeom>
          <a:noFill/>
          <a:ln cap="flat" cmpd="sng" w="9525">
            <a:solidFill>
              <a:srgbClr val="3F3F3F"/>
            </a:solidFill>
            <a:prstDash val="solid"/>
            <a:round/>
            <a:headEnd len="sm" w="sm" type="none"/>
            <a:tailEnd len="sm" w="sm" type="none"/>
          </a:ln>
        </p:spPr>
      </p:cxnSp>
      <p:sp>
        <p:nvSpPr>
          <p:cNvPr id="127" name="Google Shape;127;p73"/>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2000"/>
              <a:buFont typeface="EB Garamond"/>
              <a:buNone/>
              <a:defRPr b="1" sz="2000">
                <a:solidFill>
                  <a:schemeClr val="lt1"/>
                </a:solidFill>
                <a:latin typeface="EB Garamond"/>
                <a:ea typeface="EB Garamond"/>
                <a:cs typeface="EB Garamond"/>
                <a:sym typeface="EB Garamond"/>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128" name="Shape 128"/>
        <p:cNvGrpSpPr/>
        <p:nvPr/>
      </p:nvGrpSpPr>
      <p:grpSpPr>
        <a:xfrm>
          <a:off x="0" y="0"/>
          <a:ext cx="0" cy="0"/>
          <a:chOff x="0" y="0"/>
          <a:chExt cx="0" cy="0"/>
        </a:xfrm>
      </p:grpSpPr>
      <p:sp>
        <p:nvSpPr>
          <p:cNvPr id="129" name="Google Shape;129;p7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7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31" name="Google Shape;131;p74"/>
          <p:cNvSpPr txBox="1"/>
          <p:nvPr>
            <p:ph idx="12" type="sldNum"/>
          </p:nvPr>
        </p:nvSpPr>
        <p:spPr>
          <a:xfrm>
            <a:off x="457200" y="6308726"/>
            <a:ext cx="1069759" cy="41275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132" name="Google Shape;132;p74"/>
          <p:cNvPicPr preferRelativeResize="0"/>
          <p:nvPr/>
        </p:nvPicPr>
        <p:blipFill rotWithShape="1">
          <a:blip r:embed="rId2">
            <a:alphaModFix/>
          </a:blip>
          <a:srcRect b="0" l="0" r="0" t="0"/>
          <a:stretch/>
        </p:blipFill>
        <p:spPr>
          <a:xfrm>
            <a:off x="7197815" y="5570866"/>
            <a:ext cx="1821944" cy="121611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33" name="Shape 133"/>
        <p:cNvGrpSpPr/>
        <p:nvPr/>
      </p:nvGrpSpPr>
      <p:grpSpPr>
        <a:xfrm>
          <a:off x="0" y="0"/>
          <a:ext cx="0" cy="0"/>
          <a:chOff x="0" y="0"/>
          <a:chExt cx="0" cy="0"/>
        </a:xfrm>
      </p:grpSpPr>
      <p:sp>
        <p:nvSpPr>
          <p:cNvPr id="134" name="Google Shape;134;p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7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36" name="Google Shape;136;p7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37" name="Google Shape;137;p7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7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9" name="Google Shape;139;p7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showMasterSp="0" type="tbl">
  <p:cSld name="TABLE">
    <p:spTree>
      <p:nvGrpSpPr>
        <p:cNvPr id="140" name="Shape 140"/>
        <p:cNvGrpSpPr/>
        <p:nvPr/>
      </p:nvGrpSpPr>
      <p:grpSpPr>
        <a:xfrm>
          <a:off x="0" y="0"/>
          <a:ext cx="0" cy="0"/>
          <a:chOff x="0" y="0"/>
          <a:chExt cx="0" cy="0"/>
        </a:xfrm>
      </p:grpSpPr>
      <p:sp>
        <p:nvSpPr>
          <p:cNvPr id="141" name="Google Shape;141;p75"/>
          <p:cNvSpPr/>
          <p:nvPr/>
        </p:nvSpPr>
        <p:spPr>
          <a:xfrm>
            <a:off x="414338" y="1244600"/>
            <a:ext cx="7889875" cy="104775"/>
          </a:xfrm>
          <a:prstGeom prst="rect">
            <a:avLst/>
          </a:prstGeom>
          <a:gradFill>
            <a:gsLst>
              <a:gs pos="0">
                <a:srgbClr val="006699"/>
              </a:gs>
              <a:gs pos="100000">
                <a:srgbClr val="FFFFFF"/>
              </a:gs>
            </a:gsLst>
            <a:path path="circle">
              <a:fillToRect b="100%" l="0%" r="100%" t="0%"/>
            </a:path>
            <a:tileRect b="0%" l="-100%" r="0%" t="-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Gill Sans"/>
              <a:ea typeface="Gill Sans"/>
              <a:cs typeface="Gill Sans"/>
              <a:sym typeface="Gill Sans"/>
            </a:endParaRPr>
          </a:p>
        </p:txBody>
      </p:sp>
      <p:sp>
        <p:nvSpPr>
          <p:cNvPr id="142" name="Google Shape;142;p7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75"/>
          <p:cNvSpPr/>
          <p:nvPr>
            <p:ph idx="2" type="tbl"/>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4" name="Shape 144"/>
        <p:cNvGrpSpPr/>
        <p:nvPr/>
      </p:nvGrpSpPr>
      <p:grpSpPr>
        <a:xfrm>
          <a:off x="0" y="0"/>
          <a:ext cx="0" cy="0"/>
          <a:chOff x="0" y="0"/>
          <a:chExt cx="0" cy="0"/>
        </a:xfrm>
      </p:grpSpPr>
      <p:sp>
        <p:nvSpPr>
          <p:cNvPr id="145" name="Google Shape;145;p7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6" name="Google Shape;146;p7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47" name="Google Shape;147;p7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7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7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0" name="Shape 150"/>
        <p:cNvGrpSpPr/>
        <p:nvPr/>
      </p:nvGrpSpPr>
      <p:grpSpPr>
        <a:xfrm>
          <a:off x="0" y="0"/>
          <a:ext cx="0" cy="0"/>
          <a:chOff x="0" y="0"/>
          <a:chExt cx="0" cy="0"/>
        </a:xfrm>
      </p:grpSpPr>
      <p:sp>
        <p:nvSpPr>
          <p:cNvPr id="151" name="Google Shape;151;p7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2" name="Google Shape;152;p7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3" name="Google Shape;153;p77"/>
          <p:cNvSpPr txBox="1"/>
          <p:nvPr>
            <p:ph idx="10" type="dt"/>
          </p:nvPr>
        </p:nvSpPr>
        <p:spPr>
          <a:xfrm>
            <a:off x="6553200" y="6356349"/>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7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5" name="Google Shape;155;p77"/>
          <p:cNvSpPr txBox="1"/>
          <p:nvPr>
            <p:ph idx="12" type="sldNum"/>
          </p:nvPr>
        </p:nvSpPr>
        <p:spPr>
          <a:xfrm>
            <a:off x="457200" y="6308725"/>
            <a:ext cx="2133600" cy="365125"/>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
        <p:nvSpPr>
          <p:cNvPr id="156" name="Google Shape;156;p77"/>
          <p:cNvSpPr/>
          <p:nvPr>
            <p:ph idx="2" type="pic"/>
          </p:nvPr>
        </p:nvSpPr>
        <p:spPr>
          <a:xfrm>
            <a:off x="6588125" y="5589588"/>
            <a:ext cx="2555875" cy="1276350"/>
          </a:xfrm>
          <a:prstGeom prst="rect">
            <a:avLst/>
          </a:prstGeom>
          <a:noFill/>
          <a:ln>
            <a:noFill/>
          </a:ln>
        </p:spPr>
      </p:sp>
      <p:pic>
        <p:nvPicPr>
          <p:cNvPr id="157" name="Google Shape;157;p77"/>
          <p:cNvPicPr preferRelativeResize="0"/>
          <p:nvPr/>
        </p:nvPicPr>
        <p:blipFill rotWithShape="1">
          <a:blip r:embed="rId2">
            <a:alphaModFix/>
          </a:blip>
          <a:srcRect b="0" l="0" r="0" t="0"/>
          <a:stretch/>
        </p:blipFill>
        <p:spPr>
          <a:xfrm>
            <a:off x="7067007" y="5423622"/>
            <a:ext cx="2076993" cy="1297853"/>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8" name="Shape 158"/>
        <p:cNvGrpSpPr/>
        <p:nvPr/>
      </p:nvGrpSpPr>
      <p:grpSpPr>
        <a:xfrm>
          <a:off x="0" y="0"/>
          <a:ext cx="0" cy="0"/>
          <a:chOff x="0" y="0"/>
          <a:chExt cx="0" cy="0"/>
        </a:xfrm>
      </p:grpSpPr>
      <p:sp>
        <p:nvSpPr>
          <p:cNvPr id="159" name="Google Shape;159;p7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0" name="Google Shape;160;p7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61" name="Google Shape;161;p7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2" name="Google Shape;162;p7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3" name="Google Shape;163;p7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64" name="Shape 164"/>
        <p:cNvGrpSpPr/>
        <p:nvPr/>
      </p:nvGrpSpPr>
      <p:grpSpPr>
        <a:xfrm>
          <a:off x="0" y="0"/>
          <a:ext cx="0" cy="0"/>
          <a:chOff x="0" y="0"/>
          <a:chExt cx="0" cy="0"/>
        </a:xfrm>
      </p:grpSpPr>
      <p:sp>
        <p:nvSpPr>
          <p:cNvPr id="165" name="Google Shape;165;p8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6" name="Google Shape;166;p8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67" name="Google Shape;167;p8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68" name="Google Shape;168;p8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69" name="Google Shape;169;p8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70" name="Google Shape;170;p8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1" name="Google Shape;171;p8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2" name="Google Shape;172;p8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3" name="Shape 173"/>
        <p:cNvGrpSpPr/>
        <p:nvPr/>
      </p:nvGrpSpPr>
      <p:grpSpPr>
        <a:xfrm>
          <a:off x="0" y="0"/>
          <a:ext cx="0" cy="0"/>
          <a:chOff x="0" y="0"/>
          <a:chExt cx="0" cy="0"/>
        </a:xfrm>
      </p:grpSpPr>
      <p:sp>
        <p:nvSpPr>
          <p:cNvPr id="174" name="Google Shape;174;p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5" name="Google Shape;175;p8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6" name="Google Shape;176;p8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7" name="Google Shape;177;p8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8" name="Shape 178"/>
        <p:cNvGrpSpPr/>
        <p:nvPr/>
      </p:nvGrpSpPr>
      <p:grpSpPr>
        <a:xfrm>
          <a:off x="0" y="0"/>
          <a:ext cx="0" cy="0"/>
          <a:chOff x="0" y="0"/>
          <a:chExt cx="0" cy="0"/>
        </a:xfrm>
      </p:grpSpPr>
      <p:sp>
        <p:nvSpPr>
          <p:cNvPr id="179" name="Google Shape;179;p8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p8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1" name="Google Shape;181;p8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82" name="Shape 182"/>
        <p:cNvGrpSpPr/>
        <p:nvPr/>
      </p:nvGrpSpPr>
      <p:grpSpPr>
        <a:xfrm>
          <a:off x="0" y="0"/>
          <a:ext cx="0" cy="0"/>
          <a:chOff x="0" y="0"/>
          <a:chExt cx="0" cy="0"/>
        </a:xfrm>
      </p:grpSpPr>
      <p:sp>
        <p:nvSpPr>
          <p:cNvPr id="183" name="Google Shape;183;p83"/>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4" name="Google Shape;184;p83"/>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85" name="Google Shape;185;p83"/>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86" name="Google Shape;186;p8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7" name="Google Shape;187;p8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8" name="Google Shape;188;p8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89" name="Shape 189"/>
        <p:cNvGrpSpPr/>
        <p:nvPr/>
      </p:nvGrpSpPr>
      <p:grpSpPr>
        <a:xfrm>
          <a:off x="0" y="0"/>
          <a:ext cx="0" cy="0"/>
          <a:chOff x="0" y="0"/>
          <a:chExt cx="0" cy="0"/>
        </a:xfrm>
      </p:grpSpPr>
      <p:sp>
        <p:nvSpPr>
          <p:cNvPr id="190" name="Google Shape;190;p84"/>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1" name="Google Shape;191;p84"/>
          <p:cNvSpPr/>
          <p:nvPr>
            <p:ph idx="2" type="pic"/>
          </p:nvPr>
        </p:nvSpPr>
        <p:spPr>
          <a:xfrm>
            <a:off x="1792288" y="612775"/>
            <a:ext cx="5486400" cy="4114800"/>
          </a:xfrm>
          <a:prstGeom prst="rect">
            <a:avLst/>
          </a:prstGeom>
          <a:noFill/>
          <a:ln>
            <a:noFill/>
          </a:ln>
        </p:spPr>
      </p:sp>
      <p:sp>
        <p:nvSpPr>
          <p:cNvPr id="192" name="Google Shape;192;p84"/>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93" name="Google Shape;193;p8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4" name="Google Shape;194;p8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5" name="Google Shape;195;p8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96" name="Shape 196"/>
        <p:cNvGrpSpPr/>
        <p:nvPr/>
      </p:nvGrpSpPr>
      <p:grpSpPr>
        <a:xfrm>
          <a:off x="0" y="0"/>
          <a:ext cx="0" cy="0"/>
          <a:chOff x="0" y="0"/>
          <a:chExt cx="0" cy="0"/>
        </a:xfrm>
      </p:grpSpPr>
      <p:sp>
        <p:nvSpPr>
          <p:cNvPr id="197" name="Google Shape;197;p8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8" name="Google Shape;198;p85"/>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99" name="Google Shape;199;p8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0" name="Google Shape;200;p8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1" name="Google Shape;201;p8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02" name="Shape 202"/>
        <p:cNvGrpSpPr/>
        <p:nvPr/>
      </p:nvGrpSpPr>
      <p:grpSpPr>
        <a:xfrm>
          <a:off x="0" y="0"/>
          <a:ext cx="0" cy="0"/>
          <a:chOff x="0" y="0"/>
          <a:chExt cx="0" cy="0"/>
        </a:xfrm>
      </p:grpSpPr>
      <p:sp>
        <p:nvSpPr>
          <p:cNvPr id="203" name="Google Shape;203;p86"/>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86"/>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05" name="Google Shape;205;p8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6" name="Google Shape;206;p8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7" name="Google Shape;207;p8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type="obj">
  <p:cSld name="OBJECT">
    <p:spTree>
      <p:nvGrpSpPr>
        <p:cNvPr id="208" name="Shape 208"/>
        <p:cNvGrpSpPr/>
        <p:nvPr/>
      </p:nvGrpSpPr>
      <p:grpSpPr>
        <a:xfrm>
          <a:off x="0" y="0"/>
          <a:ext cx="0" cy="0"/>
          <a:chOff x="0" y="0"/>
          <a:chExt cx="0" cy="0"/>
        </a:xfrm>
      </p:grpSpPr>
      <p:sp>
        <p:nvSpPr>
          <p:cNvPr id="209" name="Google Shape;209;g3be6e5f1d5b_1_6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g3be6e5f1d5b_1_61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1" name="Google Shape;211;g3be6e5f1d5b_1_6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2" name="Google Shape;212;g3be6e5f1d5b_1_6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3" name="Google Shape;213;g3be6e5f1d5b_1_6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6" Type="http://schemas.openxmlformats.org/officeDocument/2006/relationships/theme" Target="../theme/theme1.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1pPr>
            <a:lvl2pPr lvl="1"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2pPr>
            <a:lvl3pPr lvl="2"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3pPr>
            <a:lvl4pPr lvl="3"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4pPr>
            <a:lvl5pPr lvl="4"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5pPr>
            <a:lvl6pPr lvl="5"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6pPr>
            <a:lvl7pPr lvl="6"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7pPr>
            <a:lvl8pPr lvl="7"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8pPr>
            <a:lvl9pPr lvl="8" marR="0" rtl="0" algn="ctr">
              <a:lnSpc>
                <a:spcPct val="100000"/>
              </a:lnSpc>
              <a:spcBef>
                <a:spcPts val="0"/>
              </a:spcBef>
              <a:spcAft>
                <a:spcPts val="0"/>
              </a:spcAft>
              <a:buClr>
                <a:srgbClr val="000000"/>
              </a:buClr>
              <a:buSzPts val="1400"/>
              <a:buFont typeface="Arial"/>
              <a:buNone/>
              <a:defRPr b="0" i="0" sz="4400" u="none" cap="none" strike="noStrike">
                <a:solidFill>
                  <a:schemeClr val="dk1"/>
                </a:solidFill>
                <a:latin typeface="Calibri"/>
                <a:ea typeface="Calibri"/>
                <a:cs typeface="Calibri"/>
                <a:sym typeface="Calibri"/>
              </a:defRPr>
            </a:lvl9pPr>
          </a:lstStyle>
          <a:p/>
        </p:txBody>
      </p:sp>
      <p:sp>
        <p:nvSpPr>
          <p:cNvPr id="11" name="Google Shape;11;p6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68"/>
          <p:cNvSpPr txBox="1"/>
          <p:nvPr>
            <p:ph idx="11" type="ftr"/>
          </p:nvPr>
        </p:nvSpPr>
        <p:spPr>
          <a:xfrm>
            <a:off x="1042988" y="6356350"/>
            <a:ext cx="5113337" cy="385763"/>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3F3F3F"/>
                </a:solidFill>
                <a:latin typeface="EB Garamond"/>
                <a:ea typeface="EB Garamond"/>
                <a:cs typeface="EB Garamond"/>
                <a:sym typeface="EB Garamond"/>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68"/>
          <p:cNvSpPr txBox="1"/>
          <p:nvPr>
            <p:ph idx="12" type="sldNum"/>
          </p:nvPr>
        </p:nvSpPr>
        <p:spPr>
          <a:xfrm>
            <a:off x="422275" y="6356350"/>
            <a:ext cx="477838"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404040"/>
                </a:solidFill>
                <a:latin typeface="EB Garamond"/>
                <a:ea typeface="EB Garamond"/>
                <a:cs typeface="EB Garamond"/>
                <a:sym typeface="EB Garamon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8" name="Shape 118"/>
        <p:cNvGrpSpPr/>
        <p:nvPr/>
      </p:nvGrpSpPr>
      <p:grpSpPr>
        <a:xfrm>
          <a:off x="0" y="0"/>
          <a:ext cx="0" cy="0"/>
          <a:chOff x="0" y="0"/>
          <a:chExt cx="0" cy="0"/>
        </a:xfrm>
      </p:grpSpPr>
      <p:sp>
        <p:nvSpPr>
          <p:cNvPr id="119" name="Google Shape;119;p7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0" name="Google Shape;120;p7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1" name="Google Shape;121;p7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2" name="Google Shape;122;p7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3" name="Google Shape;123;p7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6.xml"/><Relationship Id="rId3"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7.xml"/><Relationship Id="rId3"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9.xml"/><Relationship Id="rId3" Type="http://schemas.openxmlformats.org/officeDocument/2006/relationships/image" Target="../media/image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1.xml"/><Relationship Id="rId3"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1.xml"/><Relationship Id="rId3" Type="http://schemas.openxmlformats.org/officeDocument/2006/relationships/image" Target="../media/image12.png"/><Relationship Id="rId4" Type="http://schemas.openxmlformats.org/officeDocument/2006/relationships/image" Target="../media/image10.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7.xml"/><Relationship Id="rId3" Type="http://schemas.openxmlformats.org/officeDocument/2006/relationships/hyperlink" Target="http://java.sun.com/j2ee/1.4/docs/api/javax/servlet/http/HttpSession.html"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3.xml"/><Relationship Id="rId3" Type="http://schemas.openxmlformats.org/officeDocument/2006/relationships/image" Target="../media/image1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5.xml"/><Relationship Id="rId3" Type="http://schemas.openxmlformats.org/officeDocument/2006/relationships/image" Target="../media/image1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6.xml"/><Relationship Id="rId3" Type="http://schemas.openxmlformats.org/officeDocument/2006/relationships/image" Target="../media/image1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4.xml"/><Relationship Id="rId3" Type="http://schemas.openxmlformats.org/officeDocument/2006/relationships/hyperlink" Target="http://localhost:8080/testWeb/config"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7.xml"/><Relationship Id="rId3" Type="http://schemas.openxmlformats.org/officeDocument/2006/relationships/image" Target="../media/image14.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1.xml"/><Relationship Id="rId3" Type="http://schemas.openxmlformats.org/officeDocument/2006/relationships/hyperlink" Target="http://localhost:8080/testWeb/context"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9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1C33"/>
        </a:solidFill>
      </p:bgPr>
    </p:bg>
    <p:spTree>
      <p:nvGrpSpPr>
        <p:cNvPr id="217" name="Shape 217"/>
        <p:cNvGrpSpPr/>
        <p:nvPr/>
      </p:nvGrpSpPr>
      <p:grpSpPr>
        <a:xfrm>
          <a:off x="0" y="0"/>
          <a:ext cx="0" cy="0"/>
          <a:chOff x="0" y="0"/>
          <a:chExt cx="0" cy="0"/>
        </a:xfrm>
      </p:grpSpPr>
      <p:pic>
        <p:nvPicPr>
          <p:cNvPr id="218" name="Google Shape;218;p1"/>
          <p:cNvPicPr preferRelativeResize="0"/>
          <p:nvPr>
            <p:ph idx="2" type="pic"/>
          </p:nvPr>
        </p:nvPicPr>
        <p:blipFill rotWithShape="1">
          <a:blip r:embed="rId3">
            <a:alphaModFix/>
          </a:blip>
          <a:srcRect b="40023" l="33064" r="33064" t="40021"/>
          <a:stretch/>
        </p:blipFill>
        <p:spPr>
          <a:xfrm>
            <a:off x="3071813" y="1143000"/>
            <a:ext cx="3024187" cy="1338263"/>
          </a:xfrm>
          <a:prstGeom prst="rect">
            <a:avLst/>
          </a:prstGeom>
          <a:noFill/>
          <a:ln>
            <a:noFill/>
          </a:ln>
        </p:spPr>
      </p:pic>
      <p:sp>
        <p:nvSpPr>
          <p:cNvPr id="219" name="Google Shape;219;p1"/>
          <p:cNvSpPr txBox="1"/>
          <p:nvPr>
            <p:ph idx="1" type="body"/>
          </p:nvPr>
        </p:nvSpPr>
        <p:spPr>
          <a:xfrm>
            <a:off x="287337" y="3369449"/>
            <a:ext cx="8569325" cy="1754909"/>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3F3F3F"/>
              </a:buClr>
              <a:buSzPts val="3200"/>
              <a:buNone/>
            </a:pPr>
            <a:r>
              <a:t/>
            </a:r>
            <a:endParaRPr sz="3200">
              <a:solidFill>
                <a:schemeClr val="lt1"/>
              </a:solidFill>
            </a:endParaRPr>
          </a:p>
          <a:p>
            <a:pPr indent="0" lvl="0" marL="0" rtl="0" algn="ctr">
              <a:lnSpc>
                <a:spcPct val="100000"/>
              </a:lnSpc>
              <a:spcBef>
                <a:spcPts val="640"/>
              </a:spcBef>
              <a:spcAft>
                <a:spcPts val="0"/>
              </a:spcAft>
              <a:buClr>
                <a:schemeClr val="lt1"/>
              </a:buClr>
              <a:buSzPts val="3200"/>
              <a:buNone/>
            </a:pPr>
            <a:r>
              <a:rPr lang="en-US" sz="3200" u="sng">
                <a:solidFill>
                  <a:schemeClr val="lt1"/>
                </a:solidFill>
              </a:rPr>
              <a:t>Subject Name :Web Development with Java</a:t>
            </a:r>
            <a:endParaRPr sz="3200" u="sng">
              <a:solidFill>
                <a:schemeClr val="lt1"/>
              </a:solidFill>
            </a:endParaRPr>
          </a:p>
          <a:p>
            <a:pPr indent="0" lvl="0" marL="0" rtl="0" algn="ctr">
              <a:lnSpc>
                <a:spcPct val="100000"/>
              </a:lnSpc>
              <a:spcBef>
                <a:spcPts val="640"/>
              </a:spcBef>
              <a:spcAft>
                <a:spcPts val="0"/>
              </a:spcAft>
              <a:buClr>
                <a:schemeClr val="lt1"/>
              </a:buClr>
              <a:buSzPts val="3200"/>
              <a:buNone/>
            </a:pPr>
            <a:r>
              <a:rPr lang="en-US" sz="3200" u="sng">
                <a:solidFill>
                  <a:schemeClr val="lt1"/>
                </a:solidFill>
              </a:rPr>
              <a:t>Unit No:II</a:t>
            </a:r>
            <a:endParaRPr sz="3200" u="sng">
              <a:solidFill>
                <a:schemeClr val="lt1"/>
              </a:solidFill>
            </a:endParaRPr>
          </a:p>
          <a:p>
            <a:pPr indent="0" lvl="0" marL="0" rtl="0" algn="ctr">
              <a:lnSpc>
                <a:spcPct val="100000"/>
              </a:lnSpc>
              <a:spcBef>
                <a:spcPts val="640"/>
              </a:spcBef>
              <a:spcAft>
                <a:spcPts val="0"/>
              </a:spcAft>
              <a:buClr>
                <a:schemeClr val="lt1"/>
              </a:buClr>
              <a:buSzPts val="3200"/>
              <a:buNone/>
            </a:pPr>
            <a:r>
              <a:rPr lang="en-US" sz="3200">
                <a:solidFill>
                  <a:schemeClr val="lt1"/>
                </a:solidFill>
              </a:rPr>
              <a:t>Unit Name :</a:t>
            </a:r>
            <a:r>
              <a:rPr lang="en-US" sz="3200">
                <a:solidFill>
                  <a:schemeClr val="lt1"/>
                </a:solidFill>
              </a:rPr>
              <a:t>Java Servlet Technology</a:t>
            </a:r>
            <a:endParaRPr sz="3200">
              <a:solidFill>
                <a:schemeClr val="lt1"/>
              </a:solidFill>
            </a:endParaRPr>
          </a:p>
          <a:p>
            <a:pPr indent="0" lvl="0" marL="0" rtl="0" algn="ctr">
              <a:lnSpc>
                <a:spcPct val="100000"/>
              </a:lnSpc>
              <a:spcBef>
                <a:spcPts val="640"/>
              </a:spcBef>
              <a:spcAft>
                <a:spcPts val="0"/>
              </a:spcAft>
              <a:buClr>
                <a:schemeClr val="lt1"/>
              </a:buClr>
              <a:buSzPts val="3200"/>
              <a:buNone/>
            </a:pPr>
            <a:r>
              <a:t/>
            </a:r>
            <a:endParaRPr sz="3200" u="sng">
              <a:solidFill>
                <a:schemeClr val="lt1"/>
              </a:solidFill>
            </a:endParaRPr>
          </a:p>
          <a:p>
            <a:pPr indent="0" lvl="0" marL="0" rtl="0" algn="ctr">
              <a:lnSpc>
                <a:spcPct val="100000"/>
              </a:lnSpc>
              <a:spcBef>
                <a:spcPts val="640"/>
              </a:spcBef>
              <a:spcAft>
                <a:spcPts val="0"/>
              </a:spcAft>
              <a:buClr>
                <a:srgbClr val="3F3F3F"/>
              </a:buClr>
              <a:buSzPts val="3200"/>
              <a:buNone/>
            </a:pPr>
            <a:r>
              <a:t/>
            </a:r>
            <a:endParaRPr sz="3200">
              <a:solidFill>
                <a:schemeClr val="lt1"/>
              </a:solidFill>
            </a:endParaRPr>
          </a:p>
          <a:p>
            <a:pPr indent="0" lvl="0" marL="0" rtl="0" algn="ctr">
              <a:lnSpc>
                <a:spcPct val="100000"/>
              </a:lnSpc>
              <a:spcBef>
                <a:spcPts val="640"/>
              </a:spcBef>
              <a:spcAft>
                <a:spcPts val="0"/>
              </a:spcAft>
              <a:buClr>
                <a:srgbClr val="3F3F3F"/>
              </a:buClr>
              <a:buSzPts val="3200"/>
              <a:buNone/>
            </a:pPr>
            <a:r>
              <a:t/>
            </a:r>
            <a:endParaRPr sz="3200">
              <a:solidFill>
                <a:schemeClr val="lt1"/>
              </a:solidFill>
            </a:endParaRPr>
          </a:p>
        </p:txBody>
      </p:sp>
      <p:sp>
        <p:nvSpPr>
          <p:cNvPr id="220" name="Google Shape;220;p1"/>
          <p:cNvSpPr txBox="1"/>
          <p:nvPr/>
        </p:nvSpPr>
        <p:spPr>
          <a:xfrm>
            <a:off x="323850" y="5949950"/>
            <a:ext cx="8569325" cy="8636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Faculty Name :Dr. Saloni Bhushan</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9F1C33"/>
        </a:solidFill>
      </p:bgPr>
    </p:bg>
    <p:spTree>
      <p:nvGrpSpPr>
        <p:cNvPr id="224" name="Shape 224"/>
        <p:cNvGrpSpPr/>
        <p:nvPr/>
      </p:nvGrpSpPr>
      <p:grpSpPr>
        <a:xfrm>
          <a:off x="0" y="0"/>
          <a:ext cx="0" cy="0"/>
          <a:chOff x="0" y="0"/>
          <a:chExt cx="0" cy="0"/>
        </a:xfrm>
      </p:grpSpPr>
      <p:pic>
        <p:nvPicPr>
          <p:cNvPr id="225" name="Google Shape;225;p2"/>
          <p:cNvPicPr preferRelativeResize="0"/>
          <p:nvPr>
            <p:ph idx="2" type="pic"/>
          </p:nvPr>
        </p:nvPicPr>
        <p:blipFill rotWithShape="1">
          <a:blip r:embed="rId3">
            <a:alphaModFix/>
          </a:blip>
          <a:srcRect b="40023" l="33064" r="33064" t="40021"/>
          <a:stretch/>
        </p:blipFill>
        <p:spPr>
          <a:xfrm>
            <a:off x="3132138" y="1700213"/>
            <a:ext cx="3024187" cy="1338262"/>
          </a:xfrm>
          <a:prstGeom prst="rect">
            <a:avLst/>
          </a:prstGeom>
          <a:noFill/>
          <a:ln>
            <a:noFill/>
          </a:ln>
        </p:spPr>
      </p:pic>
      <p:sp>
        <p:nvSpPr>
          <p:cNvPr id="226" name="Google Shape;226;p2"/>
          <p:cNvSpPr txBox="1"/>
          <p:nvPr>
            <p:ph idx="1" type="body"/>
          </p:nvPr>
        </p:nvSpPr>
        <p:spPr>
          <a:xfrm>
            <a:off x="307975" y="3284538"/>
            <a:ext cx="8569325" cy="19304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3F3F3F"/>
              </a:buClr>
              <a:buSzPts val="3200"/>
              <a:buNone/>
            </a:pPr>
            <a:r>
              <a:t/>
            </a:r>
            <a:endParaRPr sz="3200">
              <a:solidFill>
                <a:schemeClr val="lt1"/>
              </a:solidFill>
            </a:endParaRPr>
          </a:p>
          <a:p>
            <a:pPr indent="0" lvl="0" marL="0" rtl="0" algn="ctr">
              <a:lnSpc>
                <a:spcPct val="100000"/>
              </a:lnSpc>
              <a:spcBef>
                <a:spcPts val="640"/>
              </a:spcBef>
              <a:spcAft>
                <a:spcPts val="0"/>
              </a:spcAft>
              <a:buClr>
                <a:schemeClr val="lt1"/>
              </a:buClr>
              <a:buSzPts val="3200"/>
              <a:buNone/>
            </a:pPr>
            <a:r>
              <a:rPr lang="en-US" sz="3200">
                <a:solidFill>
                  <a:schemeClr val="lt1"/>
                </a:solidFill>
              </a:rPr>
              <a:t>Unit No.2</a:t>
            </a:r>
            <a:endParaRPr/>
          </a:p>
        </p:txBody>
      </p:sp>
      <p:sp>
        <p:nvSpPr>
          <p:cNvPr id="227" name="Google Shape;227;p2"/>
          <p:cNvSpPr txBox="1"/>
          <p:nvPr/>
        </p:nvSpPr>
        <p:spPr>
          <a:xfrm>
            <a:off x="323850" y="5949950"/>
            <a:ext cx="8569325" cy="8636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2000"/>
              <a:buFont typeface="Arial"/>
              <a:buNone/>
            </a:pPr>
            <a:r>
              <a:rPr b="0" i="0" lang="en-US" sz="2000" u="none" cap="none" strike="noStrike">
                <a:solidFill>
                  <a:srgbClr val="FFFFFF"/>
                </a:solidFill>
                <a:latin typeface="Arial"/>
                <a:ea typeface="Arial"/>
                <a:cs typeface="Arial"/>
                <a:sym typeface="Arial"/>
              </a:rPr>
              <a:t>Faculty Name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
          <p:cNvSpPr txBox="1"/>
          <p:nvPr>
            <p:ph type="title"/>
          </p:nvPr>
        </p:nvSpPr>
        <p:spPr>
          <a:xfrm>
            <a:off x="457200" y="274638"/>
            <a:ext cx="8229600" cy="77787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rPr lang="en-US"/>
              <a:t>Index</a:t>
            </a:r>
            <a:endParaRPr/>
          </a:p>
        </p:txBody>
      </p:sp>
      <p:sp>
        <p:nvSpPr>
          <p:cNvPr id="233" name="Google Shape;233;p3"/>
          <p:cNvSpPr txBox="1"/>
          <p:nvPr>
            <p:ph idx="12" type="sldNum"/>
          </p:nvPr>
        </p:nvSpPr>
        <p:spPr>
          <a:xfrm>
            <a:off x="468313" y="6356350"/>
            <a:ext cx="47625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404040"/>
              </a:buClr>
              <a:buSzPts val="1400"/>
              <a:buFont typeface="Arial"/>
              <a:buNone/>
            </a:pPr>
            <a:fld id="{00000000-1234-1234-1234-123412341234}" type="slidenum">
              <a:rPr b="0" i="0" lang="en-US" sz="1400" u="none" cap="none" strike="noStrike">
                <a:solidFill>
                  <a:srgbClr val="404040"/>
                </a:solidFill>
                <a:latin typeface="EB Garamond"/>
                <a:ea typeface="EB Garamond"/>
                <a:cs typeface="EB Garamond"/>
                <a:sym typeface="EB Garamond"/>
              </a:rPr>
              <a:t>‹#›</a:t>
            </a:fld>
            <a:endParaRPr b="0" i="0" sz="1400" u="none" cap="none" strike="noStrike">
              <a:solidFill>
                <a:srgbClr val="404040"/>
              </a:solidFill>
              <a:latin typeface="EB Garamond"/>
              <a:ea typeface="EB Garamond"/>
              <a:cs typeface="EB Garamond"/>
              <a:sym typeface="EB Garamond"/>
            </a:endParaRPr>
          </a:p>
        </p:txBody>
      </p:sp>
      <p:pic>
        <p:nvPicPr>
          <p:cNvPr id="234" name="Google Shape;234;p3"/>
          <p:cNvPicPr preferRelativeResize="0"/>
          <p:nvPr>
            <p:ph idx="2" type="pic"/>
          </p:nvPr>
        </p:nvPicPr>
        <p:blipFill rotWithShape="1">
          <a:blip r:embed="rId3">
            <a:alphaModFix/>
          </a:blip>
          <a:srcRect b="36039" l="30318" r="25697" t="34656"/>
          <a:stretch/>
        </p:blipFill>
        <p:spPr>
          <a:xfrm>
            <a:off x="6588125" y="5589588"/>
            <a:ext cx="2555875" cy="1276350"/>
          </a:xfrm>
          <a:prstGeom prst="rect">
            <a:avLst/>
          </a:prstGeom>
          <a:noFill/>
          <a:ln>
            <a:noFill/>
          </a:ln>
        </p:spPr>
      </p:pic>
      <p:graphicFrame>
        <p:nvGraphicFramePr>
          <p:cNvPr id="235" name="Google Shape;235;p3"/>
          <p:cNvGraphicFramePr/>
          <p:nvPr/>
        </p:nvGraphicFramePr>
        <p:xfrm>
          <a:off x="539750" y="1484313"/>
          <a:ext cx="3000000" cy="3000000"/>
        </p:xfrm>
        <a:graphic>
          <a:graphicData uri="http://schemas.openxmlformats.org/drawingml/2006/table">
            <a:tbl>
              <a:tblPr bandRow="1" firstRow="1">
                <a:noFill/>
                <a:tableStyleId>{E37676E8-5CBD-4BE1-90AE-029BD7F60689}</a:tableStyleId>
              </a:tblPr>
              <a:tblGrid>
                <a:gridCol w="7032650"/>
                <a:gridCol w="1031850"/>
              </a:tblGrid>
              <a:tr h="370925">
                <a:tc>
                  <a:txBody>
                    <a:bodyPr/>
                    <a:lstStyle/>
                    <a:p>
                      <a:pPr indent="0" lvl="0" marL="0" marR="0" rtl="0" algn="ctr">
                        <a:lnSpc>
                          <a:spcPct val="100000"/>
                        </a:lnSpc>
                        <a:spcBef>
                          <a:spcPts val="0"/>
                        </a:spcBef>
                        <a:spcAft>
                          <a:spcPts val="0"/>
                        </a:spcAft>
                        <a:buClr>
                          <a:schemeClr val="dk1"/>
                        </a:buClr>
                        <a:buSzPts val="1400"/>
                        <a:buFont typeface="EB Garamond"/>
                        <a:buNone/>
                      </a:pPr>
                      <a:r>
                        <a:rPr b="1" lang="en-US" sz="1400" u="none" cap="none" strike="noStrike">
                          <a:latin typeface="EB Garamond"/>
                          <a:ea typeface="EB Garamond"/>
                          <a:cs typeface="EB Garamond"/>
                          <a:sym typeface="EB Garamond"/>
                        </a:rPr>
                        <a:t>Lecture No &amp; Topic Name</a:t>
                      </a:r>
                      <a:endParaRPr b="1"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latin typeface="EB Garamond"/>
                          <a:ea typeface="EB Garamond"/>
                          <a:cs typeface="EB Garamond"/>
                          <a:sym typeface="EB Garamond"/>
                        </a:rPr>
                        <a:t>Slide No</a:t>
                      </a:r>
                      <a:endParaRPr sz="1400" u="none" cap="none" strike="noStrike"/>
                    </a:p>
                  </a:txBody>
                  <a:tcPr marT="45725" marB="45725" marR="91450" marL="91450" anchor="ctr"/>
                </a:tc>
              </a:tr>
              <a:tr h="51817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latin typeface="EB Garamond"/>
                        <a:ea typeface="EB Garamond"/>
                        <a:cs typeface="EB Garamond"/>
                        <a:sym typeface="EB Garamond"/>
                      </a:endParaRPr>
                    </a:p>
                  </a:txBody>
                  <a:tcPr marT="45725" marB="45725" marR="91450" marL="91450" anchor="ctr"/>
                </a:tc>
              </a:tr>
              <a:tr h="370925">
                <a:tc>
                  <a:txBody>
                    <a:bodyPr/>
                    <a:lstStyle/>
                    <a:p>
                      <a:pPr indent="0" lvl="0" marL="0" marR="0" rtl="0" algn="l">
                        <a:lnSpc>
                          <a:spcPct val="100000"/>
                        </a:lnSpc>
                        <a:spcBef>
                          <a:spcPts val="0"/>
                        </a:spcBef>
                        <a:spcAft>
                          <a:spcPts val="0"/>
                        </a:spcAft>
                        <a:buClr>
                          <a:schemeClr val="dk1"/>
                        </a:buClr>
                        <a:buSzPts val="1400"/>
                        <a:buFont typeface="Calibri"/>
                        <a:buNone/>
                      </a:pPr>
                      <a:r>
                        <a:t/>
                      </a:r>
                      <a:endParaRPr b="0" sz="1400" u="none" cap="none" strike="noStrike">
                        <a:latin typeface="EB Garamond"/>
                        <a:ea typeface="EB Garamond"/>
                        <a:cs typeface="EB Garamond"/>
                        <a:sym typeface="EB Garamond"/>
                      </a:endParaRPr>
                    </a:p>
                  </a:txBody>
                  <a:tcPr marT="45725" marB="45725" marR="91450" marL="91450" anchor="ctr"/>
                </a:tc>
                <a:tc>
                  <a:txBody>
                    <a:bodyPr/>
                    <a:lstStyle/>
                    <a:p>
                      <a:pPr indent="0" lvl="0" marL="0" marR="0" rtl="0" algn="ctr">
                        <a:lnSpc>
                          <a:spcPct val="100000"/>
                        </a:lnSpc>
                        <a:spcBef>
                          <a:spcPts val="0"/>
                        </a:spcBef>
                        <a:spcAft>
                          <a:spcPts val="0"/>
                        </a:spcAft>
                        <a:buClr>
                          <a:srgbClr val="000000"/>
                        </a:buClr>
                        <a:buSzPts val="1400"/>
                        <a:buFont typeface="Arial"/>
                        <a:buNone/>
                      </a:pPr>
                      <a:r>
                        <a:t/>
                      </a:r>
                      <a:endParaRPr b="0" sz="1400" u="none" cap="none" strike="noStrike">
                        <a:latin typeface="EB Garamond"/>
                        <a:ea typeface="EB Garamond"/>
                        <a:cs typeface="EB Garamond"/>
                        <a:sym typeface="EB Garamond"/>
                      </a:endParaRPr>
                    </a:p>
                  </a:txBody>
                  <a:tcPr marT="45725" marB="45725" marR="91450" marL="91450" anchor="ctr"/>
                </a:tc>
              </a:tr>
            </a:tbl>
          </a:graphicData>
        </a:graphic>
      </p:graphicFrame>
      <p:sp>
        <p:nvSpPr>
          <p:cNvPr id="236" name="Google Shape;236;p3"/>
          <p:cNvSpPr txBox="1"/>
          <p:nvPr>
            <p:ph idx="11" type="ftr"/>
          </p:nvPr>
        </p:nvSpPr>
        <p:spPr>
          <a:xfrm>
            <a:off x="1028700" y="6356350"/>
            <a:ext cx="2895600" cy="365125"/>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
          <p:cNvSpPr txBox="1"/>
          <p:nvPr>
            <p:ph type="title"/>
          </p:nvPr>
        </p:nvSpPr>
        <p:spPr>
          <a:xfrm>
            <a:off x="457200" y="333375"/>
            <a:ext cx="8229600" cy="822325"/>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SzPts val="1400"/>
              <a:buNone/>
            </a:pPr>
            <a:r>
              <a:rPr lang="en-US"/>
              <a:t>Unit No:1</a:t>
            </a:r>
            <a:endParaRPr/>
          </a:p>
        </p:txBody>
      </p:sp>
      <p:sp>
        <p:nvSpPr>
          <p:cNvPr id="242" name="Google Shape;242;p4"/>
          <p:cNvSpPr txBox="1"/>
          <p:nvPr/>
        </p:nvSpPr>
        <p:spPr>
          <a:xfrm>
            <a:off x="446088" y="2857500"/>
            <a:ext cx="8229600" cy="85883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FFFFFF"/>
              </a:buClr>
              <a:buSzPts val="4800"/>
              <a:buFont typeface="Arial"/>
              <a:buNone/>
            </a:pPr>
            <a:r>
              <a:rPr b="1" i="0" lang="en-US" sz="4800" u="none" cap="none" strike="noStrike">
                <a:solidFill>
                  <a:srgbClr val="FFFFFF"/>
                </a:solidFill>
                <a:latin typeface="EB Garamond"/>
                <a:ea typeface="EB Garamond"/>
                <a:cs typeface="EB Garamond"/>
                <a:sym typeface="EB Garamond"/>
              </a:rPr>
              <a:t>Lecture No: 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4800"/>
              <a:buFont typeface="Arial"/>
              <a:buNone/>
            </a:pPr>
            <a:r>
              <a:t/>
            </a:r>
            <a:endParaRPr b="1" i="0" sz="4800" u="none" cap="none" strike="noStrike">
              <a:solidFill>
                <a:srgbClr val="FFFFFF"/>
              </a:solidFill>
              <a:latin typeface="EB Garamond"/>
              <a:ea typeface="EB Garamond"/>
              <a:cs typeface="EB Garamond"/>
              <a:sym typeface="EB Garamo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5"/>
          <p:cNvSpPr txBox="1"/>
          <p:nvPr>
            <p:ph type="title"/>
          </p:nvPr>
        </p:nvSpPr>
        <p:spPr>
          <a:xfrm>
            <a:off x="457200" y="332655"/>
            <a:ext cx="8229600" cy="822583"/>
          </a:xfrm>
          <a:prstGeom prst="rect">
            <a:avLst/>
          </a:prstGeom>
          <a:noFill/>
          <a:ln>
            <a:noFill/>
          </a:ln>
        </p:spPr>
        <p:txBody>
          <a:bodyPr anchorCtr="0" anchor="ctr" bIns="45700" lIns="91425" spcFirstLastPara="1" rIns="91425" wrap="square" tIns="45700">
            <a:normAutofit/>
          </a:bodyPr>
          <a:lstStyle/>
          <a:p>
            <a:pPr indent="0" lvl="0" marL="0" rtl="0" algn="l">
              <a:lnSpc>
                <a:spcPct val="100000"/>
              </a:lnSpc>
              <a:spcBef>
                <a:spcPts val="0"/>
              </a:spcBef>
              <a:spcAft>
                <a:spcPts val="0"/>
              </a:spcAft>
              <a:buClr>
                <a:schemeClr val="lt1"/>
              </a:buClr>
              <a:buSzPts val="2000"/>
              <a:buFont typeface="EB Garamond"/>
              <a:buNone/>
            </a:pPr>
            <a:r>
              <a:rPr lang="en-US"/>
              <a:t>Content</a:t>
            </a:r>
            <a:endParaRPr/>
          </a:p>
        </p:txBody>
      </p:sp>
      <p:sp>
        <p:nvSpPr>
          <p:cNvPr id="248" name="Google Shape;248;p5"/>
          <p:cNvSpPr/>
          <p:nvPr/>
        </p:nvSpPr>
        <p:spPr>
          <a:xfrm>
            <a:off x="457200" y="1326379"/>
            <a:ext cx="6320672" cy="4801314"/>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b="1" lang="en-US" sz="1100">
                <a:solidFill>
                  <a:schemeClr val="dk1"/>
                </a:solidFill>
              </a:rPr>
              <a:t>J</a:t>
            </a:r>
            <a:r>
              <a:rPr b="1" lang="en-US" sz="1100">
                <a:solidFill>
                  <a:schemeClr val="lt1"/>
                </a:solidFill>
              </a:rPr>
              <a:t>ava Servlet Technology</a:t>
            </a:r>
            <a:endParaRPr b="1" sz="1100">
              <a:solidFill>
                <a:schemeClr val="lt1"/>
              </a:solidFill>
            </a:endParaRPr>
          </a:p>
          <a:p>
            <a:pPr indent="-228600" lvl="0" marL="457200" rtl="0" algn="l">
              <a:lnSpc>
                <a:spcPct val="115000"/>
              </a:lnSpc>
              <a:spcBef>
                <a:spcPts val="1200"/>
              </a:spcBef>
              <a:spcAft>
                <a:spcPts val="0"/>
              </a:spcAft>
              <a:buClr>
                <a:schemeClr val="dk1"/>
              </a:buClr>
              <a:buSzPts val="1100"/>
              <a:buFont typeface="Arial"/>
              <a:buNone/>
            </a:pPr>
            <a:r>
              <a:rPr lang="en-US" sz="1000">
                <a:solidFill>
                  <a:schemeClr val="lt1"/>
                </a:solidFill>
              </a:rPr>
              <a:t>·</a:t>
            </a:r>
            <a:r>
              <a:rPr lang="en-US" sz="700">
                <a:solidFill>
                  <a:schemeClr val="lt1"/>
                </a:solidFill>
                <a:latin typeface="Times New Roman"/>
                <a:ea typeface="Times New Roman"/>
                <a:cs typeface="Times New Roman"/>
                <a:sym typeface="Times New Roman"/>
              </a:rPr>
              <a:t>         </a:t>
            </a:r>
            <a:r>
              <a:rPr lang="en-US" sz="1100">
                <a:solidFill>
                  <a:schemeClr val="lt1"/>
                </a:solidFill>
              </a:rPr>
              <a:t>Introduction to Java Servlets</a:t>
            </a:r>
            <a:endParaRPr sz="1100">
              <a:solidFill>
                <a:schemeClr val="lt1"/>
              </a:solidFill>
            </a:endParaRPr>
          </a:p>
          <a:p>
            <a:pPr indent="-228600" lvl="0" marL="457200" rtl="0" algn="l">
              <a:lnSpc>
                <a:spcPct val="115000"/>
              </a:lnSpc>
              <a:spcBef>
                <a:spcPts val="500"/>
              </a:spcBef>
              <a:spcAft>
                <a:spcPts val="0"/>
              </a:spcAft>
              <a:buClr>
                <a:schemeClr val="dk1"/>
              </a:buClr>
              <a:buSzPts val="1100"/>
              <a:buFont typeface="Arial"/>
              <a:buNone/>
            </a:pPr>
            <a:r>
              <a:rPr lang="en-US" sz="1000">
                <a:solidFill>
                  <a:schemeClr val="lt1"/>
                </a:solidFill>
              </a:rPr>
              <a:t>·</a:t>
            </a:r>
            <a:r>
              <a:rPr lang="en-US" sz="700">
                <a:solidFill>
                  <a:schemeClr val="lt1"/>
                </a:solidFill>
                <a:latin typeface="Times New Roman"/>
                <a:ea typeface="Times New Roman"/>
                <a:cs typeface="Times New Roman"/>
                <a:sym typeface="Times New Roman"/>
              </a:rPr>
              <a:t>         </a:t>
            </a:r>
            <a:r>
              <a:rPr lang="en-US" sz="1100">
                <a:solidFill>
                  <a:schemeClr val="lt1"/>
                </a:solidFill>
              </a:rPr>
              <a:t>J2EE architecture</a:t>
            </a:r>
            <a:endParaRPr sz="1100">
              <a:solidFill>
                <a:schemeClr val="lt1"/>
              </a:solidFill>
            </a:endParaRPr>
          </a:p>
          <a:p>
            <a:pPr indent="-228600" lvl="0" marL="457200" rtl="0" algn="l">
              <a:lnSpc>
                <a:spcPct val="115000"/>
              </a:lnSpc>
              <a:spcBef>
                <a:spcPts val="500"/>
              </a:spcBef>
              <a:spcAft>
                <a:spcPts val="0"/>
              </a:spcAft>
              <a:buClr>
                <a:schemeClr val="dk1"/>
              </a:buClr>
              <a:buSzPts val="1100"/>
              <a:buFont typeface="Arial"/>
              <a:buNone/>
            </a:pPr>
            <a:r>
              <a:rPr lang="en-US" sz="1000">
                <a:solidFill>
                  <a:schemeClr val="lt1"/>
                </a:solidFill>
              </a:rPr>
              <a:t>·</a:t>
            </a:r>
            <a:r>
              <a:rPr lang="en-US" sz="700">
                <a:solidFill>
                  <a:schemeClr val="lt1"/>
                </a:solidFill>
                <a:latin typeface="Times New Roman"/>
                <a:ea typeface="Times New Roman"/>
                <a:cs typeface="Times New Roman"/>
                <a:sym typeface="Times New Roman"/>
              </a:rPr>
              <a:t>         </a:t>
            </a:r>
            <a:r>
              <a:rPr lang="en-US" sz="1100">
                <a:solidFill>
                  <a:schemeClr val="lt1"/>
                </a:solidFill>
              </a:rPr>
              <a:t>Web server and web container</a:t>
            </a:r>
            <a:endParaRPr sz="1100">
              <a:solidFill>
                <a:schemeClr val="lt1"/>
              </a:solidFill>
            </a:endParaRPr>
          </a:p>
          <a:p>
            <a:pPr indent="-228600" lvl="0" marL="457200" rtl="0" algn="l">
              <a:lnSpc>
                <a:spcPct val="115000"/>
              </a:lnSpc>
              <a:spcBef>
                <a:spcPts val="500"/>
              </a:spcBef>
              <a:spcAft>
                <a:spcPts val="0"/>
              </a:spcAft>
              <a:buClr>
                <a:schemeClr val="dk1"/>
              </a:buClr>
              <a:buSzPts val="1100"/>
              <a:buFont typeface="Arial"/>
              <a:buNone/>
            </a:pPr>
            <a:r>
              <a:rPr lang="en-US" sz="1000">
                <a:solidFill>
                  <a:schemeClr val="lt1"/>
                </a:solidFill>
              </a:rPr>
              <a:t>·</a:t>
            </a:r>
            <a:r>
              <a:rPr lang="en-US" sz="700">
                <a:solidFill>
                  <a:schemeClr val="lt1"/>
                </a:solidFill>
                <a:latin typeface="Times New Roman"/>
                <a:ea typeface="Times New Roman"/>
                <a:cs typeface="Times New Roman"/>
                <a:sym typeface="Times New Roman"/>
              </a:rPr>
              <a:t>         </a:t>
            </a:r>
            <a:r>
              <a:rPr lang="en-US" sz="1100">
                <a:solidFill>
                  <a:schemeClr val="lt1"/>
                </a:solidFill>
              </a:rPr>
              <a:t>Servlet life cycle</a:t>
            </a:r>
            <a:endParaRPr sz="1100">
              <a:solidFill>
                <a:schemeClr val="lt1"/>
              </a:solidFill>
            </a:endParaRPr>
          </a:p>
          <a:p>
            <a:pPr indent="-228600" lvl="0" marL="457200" rtl="0" algn="l">
              <a:lnSpc>
                <a:spcPct val="115000"/>
              </a:lnSpc>
              <a:spcBef>
                <a:spcPts val="500"/>
              </a:spcBef>
              <a:spcAft>
                <a:spcPts val="0"/>
              </a:spcAft>
              <a:buClr>
                <a:schemeClr val="dk1"/>
              </a:buClr>
              <a:buSzPts val="1100"/>
              <a:buFont typeface="Arial"/>
              <a:buNone/>
            </a:pPr>
            <a:r>
              <a:rPr lang="en-US" sz="1000">
                <a:solidFill>
                  <a:schemeClr val="lt1"/>
                </a:solidFill>
              </a:rPr>
              <a:t>·</a:t>
            </a:r>
            <a:r>
              <a:rPr lang="en-US" sz="700">
                <a:solidFill>
                  <a:schemeClr val="lt1"/>
                </a:solidFill>
                <a:latin typeface="Times New Roman"/>
                <a:ea typeface="Times New Roman"/>
                <a:cs typeface="Times New Roman"/>
                <a:sym typeface="Times New Roman"/>
              </a:rPr>
              <a:t>         </a:t>
            </a:r>
            <a:r>
              <a:rPr lang="en-US" sz="1100">
                <a:solidFill>
                  <a:schemeClr val="lt1"/>
                </a:solidFill>
              </a:rPr>
              <a:t>HTTP protocol and HTTP methods</a:t>
            </a:r>
            <a:endParaRPr sz="1100">
              <a:solidFill>
                <a:schemeClr val="lt1"/>
              </a:solidFill>
            </a:endParaRPr>
          </a:p>
          <a:p>
            <a:pPr indent="-228600" lvl="0" marL="457200" rtl="0" algn="l">
              <a:lnSpc>
                <a:spcPct val="115000"/>
              </a:lnSpc>
              <a:spcBef>
                <a:spcPts val="500"/>
              </a:spcBef>
              <a:spcAft>
                <a:spcPts val="0"/>
              </a:spcAft>
              <a:buClr>
                <a:schemeClr val="dk1"/>
              </a:buClr>
              <a:buSzPts val="1100"/>
              <a:buFont typeface="Arial"/>
              <a:buNone/>
            </a:pPr>
            <a:r>
              <a:rPr lang="en-US" sz="1000">
                <a:solidFill>
                  <a:schemeClr val="lt1"/>
                </a:solidFill>
              </a:rPr>
              <a:t>·</a:t>
            </a:r>
            <a:r>
              <a:rPr lang="en-US" sz="700">
                <a:solidFill>
                  <a:schemeClr val="lt1"/>
                </a:solidFill>
                <a:latin typeface="Times New Roman"/>
                <a:ea typeface="Times New Roman"/>
                <a:cs typeface="Times New Roman"/>
                <a:sym typeface="Times New Roman"/>
              </a:rPr>
              <a:t>         </a:t>
            </a:r>
            <a:r>
              <a:rPr lang="en-US" sz="1100">
                <a:solidFill>
                  <a:schemeClr val="lt1"/>
                </a:solidFill>
              </a:rPr>
              <a:t>Types of servlets:</a:t>
            </a:r>
            <a:endParaRPr sz="1100">
              <a:solidFill>
                <a:schemeClr val="lt1"/>
              </a:solidFill>
            </a:endParaRPr>
          </a:p>
          <a:p>
            <a:pPr indent="-228600" lvl="0" marL="914400" rtl="0" algn="l">
              <a:lnSpc>
                <a:spcPct val="115000"/>
              </a:lnSpc>
              <a:spcBef>
                <a:spcPts val="500"/>
              </a:spcBef>
              <a:spcAft>
                <a:spcPts val="0"/>
              </a:spcAft>
              <a:buClr>
                <a:schemeClr val="dk1"/>
              </a:buClr>
              <a:buSzPts val="1100"/>
              <a:buFont typeface="Arial"/>
              <a:buNone/>
            </a:pPr>
            <a:r>
              <a:rPr lang="en-US" sz="1000">
                <a:solidFill>
                  <a:schemeClr val="lt1"/>
                </a:solidFill>
                <a:latin typeface="Courier New"/>
                <a:ea typeface="Courier New"/>
                <a:cs typeface="Courier New"/>
                <a:sym typeface="Courier New"/>
              </a:rPr>
              <a:t>o</a:t>
            </a:r>
            <a:r>
              <a:rPr lang="en-US" sz="700">
                <a:solidFill>
                  <a:schemeClr val="lt1"/>
                </a:solidFill>
                <a:latin typeface="Times New Roman"/>
                <a:ea typeface="Times New Roman"/>
                <a:cs typeface="Times New Roman"/>
                <a:sym typeface="Times New Roman"/>
              </a:rPr>
              <a:t>	</a:t>
            </a:r>
            <a:r>
              <a:rPr lang="en-US" sz="1100">
                <a:solidFill>
                  <a:schemeClr val="lt1"/>
                </a:solidFill>
              </a:rPr>
              <a:t>GenericServlet</a:t>
            </a:r>
            <a:endParaRPr sz="1100">
              <a:solidFill>
                <a:schemeClr val="lt1"/>
              </a:solidFill>
            </a:endParaRPr>
          </a:p>
          <a:p>
            <a:pPr indent="-228600" lvl="0" marL="914400" rtl="0" algn="l">
              <a:lnSpc>
                <a:spcPct val="115000"/>
              </a:lnSpc>
              <a:spcBef>
                <a:spcPts val="500"/>
              </a:spcBef>
              <a:spcAft>
                <a:spcPts val="0"/>
              </a:spcAft>
              <a:buClr>
                <a:schemeClr val="dk1"/>
              </a:buClr>
              <a:buSzPts val="1100"/>
              <a:buFont typeface="Arial"/>
              <a:buNone/>
            </a:pPr>
            <a:r>
              <a:rPr lang="en-US" sz="1000">
                <a:solidFill>
                  <a:schemeClr val="lt1"/>
                </a:solidFill>
                <a:latin typeface="Courier New"/>
                <a:ea typeface="Courier New"/>
                <a:cs typeface="Courier New"/>
                <a:sym typeface="Courier New"/>
              </a:rPr>
              <a:t>o</a:t>
            </a:r>
            <a:r>
              <a:rPr lang="en-US" sz="700">
                <a:solidFill>
                  <a:schemeClr val="lt1"/>
                </a:solidFill>
                <a:latin typeface="Times New Roman"/>
                <a:ea typeface="Times New Roman"/>
                <a:cs typeface="Times New Roman"/>
                <a:sym typeface="Times New Roman"/>
              </a:rPr>
              <a:t>	</a:t>
            </a:r>
            <a:r>
              <a:rPr lang="en-US" sz="1100">
                <a:solidFill>
                  <a:schemeClr val="lt1"/>
                </a:solidFill>
              </a:rPr>
              <a:t>HttpServlet</a:t>
            </a:r>
            <a:endParaRPr sz="1100">
              <a:solidFill>
                <a:schemeClr val="lt1"/>
              </a:solidFill>
            </a:endParaRPr>
          </a:p>
          <a:p>
            <a:pPr indent="-228600" lvl="0" marL="457200" rtl="0" algn="l">
              <a:lnSpc>
                <a:spcPct val="115000"/>
              </a:lnSpc>
              <a:spcBef>
                <a:spcPts val="500"/>
              </a:spcBef>
              <a:spcAft>
                <a:spcPts val="0"/>
              </a:spcAft>
              <a:buClr>
                <a:schemeClr val="dk1"/>
              </a:buClr>
              <a:buSzPts val="1100"/>
              <a:buFont typeface="Arial"/>
              <a:buNone/>
            </a:pPr>
            <a:r>
              <a:rPr lang="en-US" sz="1000">
                <a:solidFill>
                  <a:schemeClr val="lt1"/>
                </a:solidFill>
              </a:rPr>
              <a:t>·</a:t>
            </a:r>
            <a:r>
              <a:rPr lang="en-US" sz="700">
                <a:solidFill>
                  <a:schemeClr val="lt1"/>
                </a:solidFill>
                <a:latin typeface="Times New Roman"/>
                <a:ea typeface="Times New Roman"/>
                <a:cs typeface="Times New Roman"/>
                <a:sym typeface="Times New Roman"/>
              </a:rPr>
              <a:t>         </a:t>
            </a:r>
            <a:r>
              <a:rPr lang="en-US" sz="1100">
                <a:solidFill>
                  <a:schemeClr val="lt1"/>
                </a:solidFill>
              </a:rPr>
              <a:t>Writing, deploying, and executing simple servlet applications</a:t>
            </a:r>
            <a:endParaRPr sz="1100">
              <a:solidFill>
                <a:schemeClr val="lt1"/>
              </a:solidFill>
            </a:endParaRPr>
          </a:p>
          <a:p>
            <a:pPr indent="-228600" lvl="0" marL="457200" rtl="0" algn="l">
              <a:lnSpc>
                <a:spcPct val="115000"/>
              </a:lnSpc>
              <a:spcBef>
                <a:spcPts val="500"/>
              </a:spcBef>
              <a:spcAft>
                <a:spcPts val="0"/>
              </a:spcAft>
              <a:buClr>
                <a:schemeClr val="dk1"/>
              </a:buClr>
              <a:buSzPts val="1100"/>
              <a:buFont typeface="Arial"/>
              <a:buNone/>
            </a:pPr>
            <a:r>
              <a:rPr lang="en-US" sz="1000">
                <a:solidFill>
                  <a:schemeClr val="lt1"/>
                </a:solidFill>
              </a:rPr>
              <a:t>·</a:t>
            </a:r>
            <a:r>
              <a:rPr lang="en-US" sz="700">
                <a:solidFill>
                  <a:schemeClr val="lt1"/>
                </a:solidFill>
                <a:latin typeface="Times New Roman"/>
                <a:ea typeface="Times New Roman"/>
                <a:cs typeface="Times New Roman"/>
                <a:sym typeface="Times New Roman"/>
              </a:rPr>
              <a:t>         </a:t>
            </a:r>
            <a:r>
              <a:rPr lang="en-US" sz="1100">
                <a:solidFill>
                  <a:schemeClr val="lt1"/>
                </a:solidFill>
              </a:rPr>
              <a:t>Handling client requests and server responses (GET and POST)</a:t>
            </a:r>
            <a:endParaRPr sz="1100">
              <a:solidFill>
                <a:schemeClr val="lt1"/>
              </a:solidFill>
            </a:endParaRPr>
          </a:p>
          <a:p>
            <a:pPr indent="-228600" lvl="0" marL="457200" rtl="0" algn="l">
              <a:lnSpc>
                <a:spcPct val="115000"/>
              </a:lnSpc>
              <a:spcBef>
                <a:spcPts val="500"/>
              </a:spcBef>
              <a:spcAft>
                <a:spcPts val="0"/>
              </a:spcAft>
              <a:buClr>
                <a:schemeClr val="dk1"/>
              </a:buClr>
              <a:buSzPts val="1100"/>
              <a:buFont typeface="Arial"/>
              <a:buNone/>
            </a:pPr>
            <a:r>
              <a:rPr lang="en-US" sz="1000">
                <a:solidFill>
                  <a:schemeClr val="lt1"/>
                </a:solidFill>
              </a:rPr>
              <a:t>·</a:t>
            </a:r>
            <a:r>
              <a:rPr lang="en-US" sz="700">
                <a:solidFill>
                  <a:schemeClr val="lt1"/>
                </a:solidFill>
                <a:latin typeface="Times New Roman"/>
                <a:ea typeface="Times New Roman"/>
                <a:cs typeface="Times New Roman"/>
                <a:sym typeface="Times New Roman"/>
              </a:rPr>
              <a:t>         </a:t>
            </a:r>
            <a:r>
              <a:rPr lang="en-US" sz="1100">
                <a:solidFill>
                  <a:schemeClr val="lt1"/>
                </a:solidFill>
              </a:rPr>
              <a:t>Session tracking techniques:</a:t>
            </a:r>
            <a:endParaRPr sz="1100">
              <a:solidFill>
                <a:schemeClr val="lt1"/>
              </a:solidFill>
            </a:endParaRPr>
          </a:p>
          <a:p>
            <a:pPr indent="-228600" lvl="0" marL="685800" rtl="0" algn="l">
              <a:lnSpc>
                <a:spcPct val="115000"/>
              </a:lnSpc>
              <a:spcBef>
                <a:spcPts val="500"/>
              </a:spcBef>
              <a:spcAft>
                <a:spcPts val="0"/>
              </a:spcAft>
              <a:buClr>
                <a:schemeClr val="dk1"/>
              </a:buClr>
              <a:buSzPts val="1100"/>
              <a:buFont typeface="Arial"/>
              <a:buNone/>
            </a:pPr>
            <a:r>
              <a:rPr lang="en-US" sz="1000">
                <a:solidFill>
                  <a:schemeClr val="lt1"/>
                </a:solidFill>
              </a:rPr>
              <a:t>·</a:t>
            </a:r>
            <a:r>
              <a:rPr lang="en-US" sz="700">
                <a:solidFill>
                  <a:schemeClr val="lt1"/>
                </a:solidFill>
                <a:latin typeface="Times New Roman"/>
                <a:ea typeface="Times New Roman"/>
                <a:cs typeface="Times New Roman"/>
                <a:sym typeface="Times New Roman"/>
              </a:rPr>
              <a:t>         </a:t>
            </a:r>
            <a:r>
              <a:rPr lang="en-US" sz="1100">
                <a:solidFill>
                  <a:schemeClr val="lt1"/>
                </a:solidFill>
              </a:rPr>
              <a:t>HttpSession</a:t>
            </a:r>
            <a:endParaRPr sz="1100">
              <a:solidFill>
                <a:schemeClr val="lt1"/>
              </a:solidFill>
            </a:endParaRPr>
          </a:p>
          <a:p>
            <a:pPr indent="-228600" lvl="0" marL="685800" rtl="0" algn="l">
              <a:lnSpc>
                <a:spcPct val="115000"/>
              </a:lnSpc>
              <a:spcBef>
                <a:spcPts val="500"/>
              </a:spcBef>
              <a:spcAft>
                <a:spcPts val="0"/>
              </a:spcAft>
              <a:buClr>
                <a:schemeClr val="dk1"/>
              </a:buClr>
              <a:buSzPts val="1100"/>
              <a:buFont typeface="Arial"/>
              <a:buNone/>
            </a:pPr>
            <a:r>
              <a:rPr lang="en-US" sz="1000">
                <a:solidFill>
                  <a:schemeClr val="lt1"/>
                </a:solidFill>
              </a:rPr>
              <a:t>·</a:t>
            </a:r>
            <a:r>
              <a:rPr lang="en-US" sz="700">
                <a:solidFill>
                  <a:schemeClr val="lt1"/>
                </a:solidFill>
                <a:latin typeface="Times New Roman"/>
                <a:ea typeface="Times New Roman"/>
                <a:cs typeface="Times New Roman"/>
                <a:sym typeface="Times New Roman"/>
              </a:rPr>
              <a:t>         </a:t>
            </a:r>
            <a:r>
              <a:rPr lang="en-US" sz="1100">
                <a:solidFill>
                  <a:schemeClr val="lt1"/>
                </a:solidFill>
              </a:rPr>
              <a:t>Cookies</a:t>
            </a:r>
            <a:endParaRPr sz="1100">
              <a:solidFill>
                <a:schemeClr val="lt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lt1"/>
                </a:solidFill>
              </a:rPr>
              <a:t>·</a:t>
            </a:r>
            <a:r>
              <a:rPr lang="en-US" sz="1200">
                <a:solidFill>
                  <a:schemeClr val="lt1"/>
                </a:solidFill>
                <a:latin typeface="Times New Roman"/>
                <a:ea typeface="Times New Roman"/>
                <a:cs typeface="Times New Roman"/>
                <a:sym typeface="Times New Roman"/>
              </a:rPr>
              <a:t>  ServletConfig and ServletContext</a:t>
            </a:r>
            <a:endParaRPr sz="1200">
              <a:solidFill>
                <a:schemeClr val="lt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1800"/>
              <a:buFont typeface="Arial"/>
              <a:buNone/>
            </a:pPr>
            <a:r>
              <a:rPr lang="en-US" sz="1200">
                <a:solidFill>
                  <a:schemeClr val="lt1"/>
                </a:solidFill>
              </a:rPr>
              <a:t>·</a:t>
            </a:r>
            <a:r>
              <a:rPr lang="en-US" sz="1200">
                <a:solidFill>
                  <a:schemeClr val="lt1"/>
                </a:solidFill>
                <a:latin typeface="Times New Roman"/>
                <a:ea typeface="Times New Roman"/>
                <a:cs typeface="Times New Roman"/>
                <a:sym typeface="Times New Roman"/>
              </a:rPr>
              <a:t>  Database connectivity using Servlets</a:t>
            </a:r>
            <a:endParaRPr b="1" sz="18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g3be6e5f1d5b_1_6"/>
          <p:cNvSpPr txBox="1"/>
          <p:nvPr>
            <p:ph type="ctrTitle"/>
          </p:nvPr>
        </p:nvSpPr>
        <p:spPr>
          <a:xfrm>
            <a:off x="533400" y="1"/>
            <a:ext cx="7772400" cy="8382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What Is a Servlet?</a:t>
            </a:r>
            <a:endParaRPr/>
          </a:p>
        </p:txBody>
      </p:sp>
      <p:sp>
        <p:nvSpPr>
          <p:cNvPr id="254" name="Google Shape;254;g3be6e5f1d5b_1_6"/>
          <p:cNvSpPr txBox="1"/>
          <p:nvPr>
            <p:ph idx="1" type="subTitle"/>
          </p:nvPr>
        </p:nvSpPr>
        <p:spPr>
          <a:xfrm>
            <a:off x="304800" y="838200"/>
            <a:ext cx="8610600" cy="6019800"/>
          </a:xfrm>
          <a:prstGeom prst="rect">
            <a:avLst/>
          </a:prstGeom>
          <a:noFill/>
          <a:ln>
            <a:noFill/>
          </a:ln>
        </p:spPr>
        <p:txBody>
          <a:bodyPr anchorCtr="0" anchor="t" bIns="45700" lIns="91425" spcFirstLastPara="1" rIns="91425" wrap="square" tIns="45700">
            <a:normAutofit fontScale="85000" lnSpcReduction="20000"/>
          </a:bodyPr>
          <a:lstStyle/>
          <a:p>
            <a:pPr indent="-172720" lvl="0" marL="0" rtl="0" algn="l">
              <a:spcBef>
                <a:spcPts val="0"/>
              </a:spcBef>
              <a:spcAft>
                <a:spcPts val="0"/>
              </a:spcAft>
              <a:buClr>
                <a:srgbClr val="888888"/>
              </a:buClr>
              <a:buSzPct val="100000"/>
              <a:buFont typeface="Arial"/>
              <a:buChar char="•"/>
            </a:pPr>
            <a:r>
              <a:rPr lang="en-US"/>
              <a:t>A servlet is a Java class that is used to extend the capabilities of servers that host applications which can be accessed via a request-response programming model.</a:t>
            </a:r>
            <a:endParaRPr/>
          </a:p>
          <a:p>
            <a:pPr indent="-172720" lvl="0" marL="0" rtl="0" algn="l">
              <a:spcBef>
                <a:spcPts val="544"/>
              </a:spcBef>
              <a:spcAft>
                <a:spcPts val="0"/>
              </a:spcAft>
              <a:buClr>
                <a:srgbClr val="888888"/>
              </a:buClr>
              <a:buSzPct val="100000"/>
              <a:buFont typeface="Arial"/>
              <a:buChar char="•"/>
            </a:pPr>
            <a:r>
              <a:rPr lang="en-US"/>
              <a:t> Although servlets can respond to any type of request, they are commonly used to extend the applications hosted by web servers. For such applications, Java Servlet technology defines HTTP-specific servlet classes. </a:t>
            </a:r>
            <a:endParaRPr/>
          </a:p>
          <a:p>
            <a:pPr indent="-172720" lvl="0" marL="0" rtl="0" algn="l">
              <a:spcBef>
                <a:spcPts val="544"/>
              </a:spcBef>
              <a:spcAft>
                <a:spcPts val="0"/>
              </a:spcAft>
              <a:buClr>
                <a:srgbClr val="888888"/>
              </a:buClr>
              <a:buSzPct val="100000"/>
              <a:buFont typeface="Arial"/>
              <a:buChar char="•"/>
            </a:pPr>
            <a:r>
              <a:rPr lang="en-US"/>
              <a:t>The </a:t>
            </a:r>
            <a:r>
              <a:rPr b="1" lang="en-US"/>
              <a:t>javax.servlet</a:t>
            </a:r>
            <a:r>
              <a:rPr lang="en-US"/>
              <a:t> and </a:t>
            </a:r>
            <a:r>
              <a:rPr b="1" lang="en-US"/>
              <a:t>javax.servlet.http</a:t>
            </a:r>
            <a:r>
              <a:rPr lang="en-US"/>
              <a:t> packages provide interfaces and classes for writing servlets. </a:t>
            </a:r>
            <a:endParaRPr/>
          </a:p>
          <a:p>
            <a:pPr indent="-172720" lvl="0" marL="0" rtl="0" algn="l">
              <a:spcBef>
                <a:spcPts val="544"/>
              </a:spcBef>
              <a:spcAft>
                <a:spcPts val="0"/>
              </a:spcAft>
              <a:buClr>
                <a:srgbClr val="888888"/>
              </a:buClr>
              <a:buSzPct val="100000"/>
              <a:buFont typeface="Arial"/>
              <a:buChar char="•"/>
            </a:pPr>
            <a:r>
              <a:rPr lang="en-US"/>
              <a:t>All servlets must implement the </a:t>
            </a:r>
            <a:r>
              <a:rPr b="1" lang="en-US"/>
              <a:t>Servlet</a:t>
            </a:r>
            <a:r>
              <a:rPr lang="en-US"/>
              <a:t> interface, which defines life-cycle methods.</a:t>
            </a:r>
            <a:endParaRPr/>
          </a:p>
          <a:p>
            <a:pPr indent="-172720" lvl="0" marL="0" rtl="0" algn="l">
              <a:spcBef>
                <a:spcPts val="544"/>
              </a:spcBef>
              <a:spcAft>
                <a:spcPts val="0"/>
              </a:spcAft>
              <a:buClr>
                <a:srgbClr val="888888"/>
              </a:buClr>
              <a:buSzPct val="100000"/>
              <a:buFont typeface="Arial"/>
              <a:buChar char="•"/>
            </a:pPr>
            <a:r>
              <a:rPr lang="en-US"/>
              <a:t> When implementing a generic service, you can extend the </a:t>
            </a:r>
            <a:r>
              <a:rPr b="1" lang="en-US"/>
              <a:t>GenericServlet</a:t>
            </a:r>
            <a:r>
              <a:rPr lang="en-US"/>
              <a:t> class provided with the Java Servlet API. </a:t>
            </a:r>
            <a:endParaRPr/>
          </a:p>
          <a:p>
            <a:pPr indent="-172720" lvl="0" marL="0" rtl="0" algn="l">
              <a:spcBef>
                <a:spcPts val="544"/>
              </a:spcBef>
              <a:spcAft>
                <a:spcPts val="0"/>
              </a:spcAft>
              <a:buClr>
                <a:srgbClr val="888888"/>
              </a:buClr>
              <a:buSzPct val="100000"/>
              <a:buFont typeface="Arial"/>
              <a:buChar char="•"/>
            </a:pPr>
            <a:r>
              <a:rPr lang="en-US"/>
              <a:t>The </a:t>
            </a:r>
            <a:r>
              <a:rPr b="1" lang="en-US"/>
              <a:t>HttpServlet</a:t>
            </a:r>
            <a:r>
              <a:rPr lang="en-US"/>
              <a:t> class provides methods, such as doGet and doPost, for handling HTTP-specific services. </a:t>
            </a:r>
            <a:endParaRPr/>
          </a:p>
          <a:p>
            <a:pPr indent="0" lvl="0" marL="0" rtl="0" algn="l">
              <a:spcBef>
                <a:spcPts val="544"/>
              </a:spcBef>
              <a:spcAft>
                <a:spcPts val="0"/>
              </a:spcAft>
              <a:buClr>
                <a:srgbClr val="888888"/>
              </a:buClr>
              <a:buSzPct val="100000"/>
              <a:buFont typeface="Arial"/>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g3be6e5f1d5b_1_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Java Servlets</a:t>
            </a:r>
            <a:endParaRPr/>
          </a:p>
        </p:txBody>
      </p:sp>
      <p:sp>
        <p:nvSpPr>
          <p:cNvPr id="260" name="Google Shape;260;g3be6e5f1d5b_1_11"/>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Calibri"/>
              <a:buNone/>
            </a:pPr>
            <a:r>
              <a:rPr lang="en-US"/>
              <a:t> </a:t>
            </a:r>
            <a:endParaRPr/>
          </a:p>
        </p:txBody>
      </p:sp>
      <p:sp>
        <p:nvSpPr>
          <p:cNvPr id="261" name="Google Shape;261;g3be6e5f1d5b_1_11"/>
          <p:cNvSpPr/>
          <p:nvPr/>
        </p:nvSpPr>
        <p:spPr>
          <a:xfrm>
            <a:off x="457200" y="1752600"/>
            <a:ext cx="7772400" cy="5562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Java’s answer to CGI + ASP</a:t>
            </a:r>
            <a:endParaRPr/>
          </a:p>
          <a:p>
            <a:pPr indent="-342900" lvl="0" marL="342900" marR="0" rtl="0" algn="l">
              <a:spcBef>
                <a:spcPts val="64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A little more general than CGI/ASP, etc.</a:t>
            </a:r>
            <a:endParaRPr/>
          </a:p>
          <a:p>
            <a:pPr indent="-342900" lvl="0" marL="342900" marR="0" rtl="0" algn="l">
              <a:spcBef>
                <a:spcPts val="64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Work with all major web servers</a:t>
            </a:r>
            <a:endParaRPr/>
          </a:p>
          <a:p>
            <a:pPr indent="-342900" lvl="0" marL="342900" marR="0" rtl="0" algn="l">
              <a:spcBef>
                <a:spcPts val="64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Need web server servlet engine</a:t>
            </a:r>
            <a:endParaRPr/>
          </a:p>
          <a:p>
            <a:pPr indent="-342900" lvl="0" marL="342900" marR="0" rtl="0" algn="l">
              <a:spcBef>
                <a:spcPts val="640"/>
              </a:spcBef>
              <a:spcAft>
                <a:spcPts val="0"/>
              </a:spcAft>
              <a:buClr>
                <a:schemeClr val="dk1"/>
              </a:buClr>
              <a:buSzPts val="3200"/>
              <a:buFont typeface="Times New Roman"/>
              <a:buChar char="•"/>
            </a:pPr>
            <a:r>
              <a:rPr b="0" i="0" lang="en-US" sz="3200" u="none" cap="none" strike="noStrike">
                <a:solidFill>
                  <a:schemeClr val="dk1"/>
                </a:solidFill>
                <a:latin typeface="Times New Roman"/>
                <a:ea typeface="Times New Roman"/>
                <a:cs typeface="Times New Roman"/>
                <a:sym typeface="Times New Roman"/>
              </a:rPr>
              <a:t>Need servlet development kit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g3be8b600d6d_0_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What’s good about them?</a:t>
            </a:r>
            <a:endParaRPr/>
          </a:p>
        </p:txBody>
      </p:sp>
      <p:sp>
        <p:nvSpPr>
          <p:cNvPr id="268" name="Google Shape;268;g3be8b600d6d_0_2"/>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342900" lvl="0" marL="457200" rtl="0" algn="l">
              <a:spcBef>
                <a:spcPts val="360"/>
              </a:spcBef>
              <a:spcAft>
                <a:spcPts val="0"/>
              </a:spcAft>
              <a:buSzPts val="1800"/>
              <a:buChar char="•"/>
            </a:pPr>
            <a:r>
              <a:rPr lang="en-US"/>
              <a:t>Concurrency(A servlet can handle </a:t>
            </a:r>
            <a:r>
              <a:rPr lang="en-US"/>
              <a:t>multiple</a:t>
            </a:r>
            <a:r>
              <a:rPr lang="en-US"/>
              <a:t> request, concurrently)</a:t>
            </a:r>
            <a:endParaRPr/>
          </a:p>
          <a:p>
            <a:pPr indent="-342900" lvl="0" marL="457200" rtl="0" algn="l">
              <a:spcBef>
                <a:spcPts val="0"/>
              </a:spcBef>
              <a:spcAft>
                <a:spcPts val="0"/>
              </a:spcAft>
              <a:buSzPts val="1800"/>
              <a:buChar char="•"/>
            </a:pPr>
            <a:r>
              <a:rPr lang="en-US"/>
              <a:t>Forward request</a:t>
            </a:r>
            <a:endParaRPr/>
          </a:p>
          <a:p>
            <a:pPr indent="-342900" lvl="0" marL="457200" rtl="0" algn="l">
              <a:spcBef>
                <a:spcPts val="0"/>
              </a:spcBef>
              <a:spcAft>
                <a:spcPts val="0"/>
              </a:spcAft>
              <a:buSzPts val="1800"/>
              <a:buChar char="•"/>
            </a:pPr>
            <a:r>
              <a:rPr lang="en-US"/>
              <a:t>Portability</a:t>
            </a:r>
            <a:endParaRPr/>
          </a:p>
          <a:p>
            <a:pPr indent="-342900" lvl="0" marL="457200" rtl="0" algn="l">
              <a:spcBef>
                <a:spcPts val="0"/>
              </a:spcBef>
              <a:spcAft>
                <a:spcPts val="0"/>
              </a:spcAft>
              <a:buSzPts val="1800"/>
              <a:buChar char="•"/>
            </a:pPr>
            <a:r>
              <a:rPr lang="en-US"/>
              <a:t>Efficiency</a:t>
            </a:r>
            <a:endParaRPr/>
          </a:p>
          <a:p>
            <a:pPr indent="-342900" lvl="0" marL="457200" rtl="0" algn="l">
              <a:spcBef>
                <a:spcPts val="0"/>
              </a:spcBef>
              <a:spcAft>
                <a:spcPts val="0"/>
              </a:spcAft>
              <a:buSzPts val="1800"/>
              <a:buChar char="•"/>
            </a:pPr>
            <a:r>
              <a:rPr lang="en-US"/>
              <a:t>Safety</a:t>
            </a:r>
            <a:endParaRPr/>
          </a:p>
        </p:txBody>
      </p:sp>
      <p:sp>
        <p:nvSpPr>
          <p:cNvPr id="269" name="Google Shape;269;g3be8b600d6d_0_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3be6e5f1d5b_1_625"/>
          <p:cNvSpPr txBox="1"/>
          <p:nvPr>
            <p:ph idx="2" type="tbl"/>
          </p:nvPr>
        </p:nvSpPr>
        <p:spPr>
          <a:xfrm>
            <a:off x="457200" y="1282475"/>
            <a:ext cx="8229600" cy="53400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a:latin typeface="Arial"/>
                <a:ea typeface="Arial"/>
                <a:cs typeface="Arial"/>
                <a:sym typeface="Arial"/>
              </a:rPr>
              <a:t>J2EE (now called </a:t>
            </a:r>
            <a:r>
              <a:rPr b="1" lang="en-US">
                <a:latin typeface="Arial"/>
                <a:ea typeface="Arial"/>
                <a:cs typeface="Arial"/>
                <a:sym typeface="Arial"/>
              </a:rPr>
              <a:t>Java EE / Jakarta EE</a:t>
            </a:r>
            <a:r>
              <a:rPr lang="en-US">
                <a:latin typeface="Arial"/>
                <a:ea typeface="Arial"/>
                <a:cs typeface="Arial"/>
                <a:sym typeface="Arial"/>
              </a:rPr>
              <a:t>) is a platform used to develop </a:t>
            </a:r>
            <a:r>
              <a:rPr b="1" lang="en-US">
                <a:latin typeface="Arial"/>
                <a:ea typeface="Arial"/>
                <a:cs typeface="Arial"/>
                <a:sym typeface="Arial"/>
              </a:rPr>
              <a:t>enterprise-level, distributed, and web-based applications</a:t>
            </a:r>
            <a:r>
              <a:rPr lang="en-US">
                <a:latin typeface="Arial"/>
                <a:ea typeface="Arial"/>
                <a:cs typeface="Arial"/>
                <a:sym typeface="Arial"/>
              </a:rPr>
              <a:t>.</a:t>
            </a:r>
            <a:endParaRPr>
              <a:latin typeface="Arial"/>
              <a:ea typeface="Arial"/>
              <a:cs typeface="Arial"/>
              <a:sym typeface="Arial"/>
            </a:endParaRPr>
          </a:p>
          <a:p>
            <a:pPr indent="0" lvl="0" marL="0" rtl="0" algn="l">
              <a:lnSpc>
                <a:spcPct val="115000"/>
              </a:lnSpc>
              <a:spcBef>
                <a:spcPts val="1200"/>
              </a:spcBef>
              <a:spcAft>
                <a:spcPts val="0"/>
              </a:spcAft>
              <a:buNone/>
            </a:pPr>
            <a:r>
              <a:rPr lang="en-US">
                <a:latin typeface="Arial"/>
                <a:ea typeface="Arial"/>
                <a:cs typeface="Arial"/>
                <a:sym typeface="Arial"/>
              </a:rPr>
              <a:t>It extends Java SE by providing:</a:t>
            </a:r>
            <a:endParaRPr>
              <a:latin typeface="Arial"/>
              <a:ea typeface="Arial"/>
              <a:cs typeface="Arial"/>
              <a:sym typeface="Arial"/>
            </a:endParaRPr>
          </a:p>
          <a:p>
            <a:pPr indent="-298450" lvl="0" marL="457200" rtl="0" algn="l">
              <a:lnSpc>
                <a:spcPct val="115000"/>
              </a:lnSpc>
              <a:spcBef>
                <a:spcPts val="1200"/>
              </a:spcBef>
              <a:spcAft>
                <a:spcPts val="0"/>
              </a:spcAft>
              <a:buClr>
                <a:schemeClr val="dk1"/>
              </a:buClr>
              <a:buSzPts val="1100"/>
              <a:buChar char="●"/>
            </a:pPr>
            <a:r>
              <a:rPr lang="en-US"/>
              <a:t>Web services</a:t>
            </a:r>
            <a:endParaRPr/>
          </a:p>
          <a:p>
            <a:pPr indent="-298450" lvl="0" marL="457200" rtl="0" algn="l">
              <a:lnSpc>
                <a:spcPct val="115000"/>
              </a:lnSpc>
              <a:spcBef>
                <a:spcPts val="0"/>
              </a:spcBef>
              <a:spcAft>
                <a:spcPts val="0"/>
              </a:spcAft>
              <a:buClr>
                <a:schemeClr val="dk1"/>
              </a:buClr>
              <a:buSzPts val="1100"/>
              <a:buChar char="●"/>
            </a:pPr>
            <a:r>
              <a:rPr lang="en-US"/>
              <a:t>Distributed computing</a:t>
            </a:r>
            <a:endParaRPr/>
          </a:p>
          <a:p>
            <a:pPr indent="-298450" lvl="0" marL="457200" rtl="0" algn="l">
              <a:lnSpc>
                <a:spcPct val="115000"/>
              </a:lnSpc>
              <a:spcBef>
                <a:spcPts val="0"/>
              </a:spcBef>
              <a:spcAft>
                <a:spcPts val="0"/>
              </a:spcAft>
              <a:buClr>
                <a:schemeClr val="dk1"/>
              </a:buClr>
              <a:buSzPts val="1100"/>
              <a:buChar char="●"/>
            </a:pPr>
            <a:r>
              <a:rPr lang="en-US"/>
              <a:t>Database connectivity</a:t>
            </a:r>
            <a:endParaRPr/>
          </a:p>
          <a:p>
            <a:pPr indent="-298450" lvl="0" marL="457200" rtl="0" algn="l">
              <a:lnSpc>
                <a:spcPct val="115000"/>
              </a:lnSpc>
              <a:spcBef>
                <a:spcPts val="0"/>
              </a:spcBef>
              <a:spcAft>
                <a:spcPts val="0"/>
              </a:spcAft>
              <a:buClr>
                <a:schemeClr val="dk1"/>
              </a:buClr>
              <a:buSzPts val="1100"/>
              <a:buChar char="●"/>
            </a:pPr>
            <a:r>
              <a:rPr lang="en-US"/>
              <a:t>Security</a:t>
            </a:r>
            <a:endParaRPr/>
          </a:p>
          <a:p>
            <a:pPr indent="-298450" lvl="0" marL="457200" rtl="0" algn="l">
              <a:lnSpc>
                <a:spcPct val="115000"/>
              </a:lnSpc>
              <a:spcBef>
                <a:spcPts val="0"/>
              </a:spcBef>
              <a:spcAft>
                <a:spcPts val="0"/>
              </a:spcAft>
              <a:buClr>
                <a:schemeClr val="dk1"/>
              </a:buClr>
              <a:buSzPts val="1100"/>
              <a:buChar char="●"/>
            </a:pPr>
            <a:r>
              <a:rPr lang="en-US"/>
              <a:t>Transaction management</a:t>
            </a:r>
            <a:endParaRPr/>
          </a:p>
          <a:p>
            <a:pPr indent="-298450" lvl="0" marL="457200" rtl="0" algn="l">
              <a:lnSpc>
                <a:spcPct val="115000"/>
              </a:lnSpc>
              <a:spcBef>
                <a:spcPts val="0"/>
              </a:spcBef>
              <a:spcAft>
                <a:spcPts val="0"/>
              </a:spcAft>
              <a:buClr>
                <a:schemeClr val="dk1"/>
              </a:buClr>
              <a:buSzPts val="1100"/>
              <a:buChar char="●"/>
            </a:pPr>
            <a:r>
              <a:rPr lang="en-US"/>
              <a:t>Component-based development</a:t>
            </a:r>
            <a:endParaRPr/>
          </a:p>
          <a:p>
            <a:pPr indent="0" lvl="0" marL="0" rtl="0" algn="l">
              <a:lnSpc>
                <a:spcPct val="115000"/>
              </a:lnSpc>
              <a:spcBef>
                <a:spcPts val="1200"/>
              </a:spcBef>
              <a:spcAft>
                <a:spcPts val="0"/>
              </a:spcAft>
              <a:buNone/>
            </a:pPr>
            <a:r>
              <a:rPr lang="en-US"/>
              <a:t>It is mainly used for:</a:t>
            </a:r>
            <a:endParaRPr/>
          </a:p>
          <a:p>
            <a:pPr indent="-298450" lvl="0" marL="457200" rtl="0" algn="l">
              <a:lnSpc>
                <a:spcPct val="115000"/>
              </a:lnSpc>
              <a:spcBef>
                <a:spcPts val="1200"/>
              </a:spcBef>
              <a:spcAft>
                <a:spcPts val="0"/>
              </a:spcAft>
              <a:buClr>
                <a:schemeClr val="dk1"/>
              </a:buClr>
              <a:buSzPts val="1100"/>
              <a:buChar char="●"/>
            </a:pPr>
            <a:r>
              <a:rPr lang="en-US"/>
              <a:t>Banking applications</a:t>
            </a:r>
            <a:endParaRPr/>
          </a:p>
          <a:p>
            <a:pPr indent="-298450" lvl="0" marL="457200" rtl="0" algn="l">
              <a:lnSpc>
                <a:spcPct val="115000"/>
              </a:lnSpc>
              <a:spcBef>
                <a:spcPts val="0"/>
              </a:spcBef>
              <a:spcAft>
                <a:spcPts val="0"/>
              </a:spcAft>
              <a:buClr>
                <a:schemeClr val="dk1"/>
              </a:buClr>
              <a:buSzPts val="1100"/>
              <a:buChar char="●"/>
            </a:pPr>
            <a:r>
              <a:rPr lang="en-US"/>
              <a:t>E-commerce systems</a:t>
            </a:r>
            <a:endParaRPr/>
          </a:p>
          <a:p>
            <a:pPr indent="-298450" lvl="0" marL="457200" rtl="0" algn="l">
              <a:lnSpc>
                <a:spcPct val="115000"/>
              </a:lnSpc>
              <a:spcBef>
                <a:spcPts val="0"/>
              </a:spcBef>
              <a:spcAft>
                <a:spcPts val="0"/>
              </a:spcAft>
              <a:buClr>
                <a:schemeClr val="dk1"/>
              </a:buClr>
              <a:buSzPts val="1100"/>
              <a:buChar char="●"/>
            </a:pPr>
            <a:r>
              <a:rPr lang="en-US"/>
              <a:t>ERP systems</a:t>
            </a:r>
            <a:endParaRPr/>
          </a:p>
          <a:p>
            <a:pPr indent="-298450" lvl="0" marL="457200" rtl="0" algn="l">
              <a:lnSpc>
                <a:spcPct val="115000"/>
              </a:lnSpc>
              <a:spcBef>
                <a:spcPts val="0"/>
              </a:spcBef>
              <a:spcAft>
                <a:spcPts val="0"/>
              </a:spcAft>
              <a:buClr>
                <a:schemeClr val="dk1"/>
              </a:buClr>
              <a:buSzPts val="1100"/>
              <a:buChar char="●"/>
            </a:pPr>
            <a:r>
              <a:rPr lang="en-US"/>
              <a:t>Government portals</a:t>
            </a:r>
            <a:endParaRPr/>
          </a:p>
          <a:p>
            <a:pPr indent="0" lvl="0" marL="0" rtl="0" algn="l">
              <a:spcBef>
                <a:spcPts val="1200"/>
              </a:spcBef>
              <a:spcAft>
                <a:spcPts val="0"/>
              </a:spcAft>
              <a:buNone/>
            </a:pPr>
            <a:r>
              <a:t/>
            </a:r>
            <a:endParaRPr/>
          </a:p>
        </p:txBody>
      </p:sp>
      <p:sp>
        <p:nvSpPr>
          <p:cNvPr id="276" name="Google Shape;276;g3be6e5f1d5b_1_625"/>
          <p:cNvSpPr txBox="1"/>
          <p:nvPr>
            <p:ph type="title"/>
          </p:nvPr>
        </p:nvSpPr>
        <p:spPr>
          <a:xfrm>
            <a:off x="457200" y="139463"/>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J2EE architecture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3be6e5f1d5b_1_634"/>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Multi-Tier Architecture of J2EE</a:t>
            </a:r>
            <a:endParaRPr/>
          </a:p>
        </p:txBody>
      </p:sp>
      <p:sp>
        <p:nvSpPr>
          <p:cNvPr id="283" name="Google Shape;283;g3be6e5f1d5b_1_634"/>
          <p:cNvSpPr/>
          <p:nvPr>
            <p:ph idx="2" type="tbl"/>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2200">
                <a:latin typeface="Arial"/>
                <a:ea typeface="Arial"/>
                <a:cs typeface="Arial"/>
                <a:sym typeface="Arial"/>
              </a:rPr>
              <a:t>J2EE follows a </a:t>
            </a:r>
            <a:r>
              <a:rPr b="1" lang="en-US" sz="2200">
                <a:latin typeface="Arial"/>
                <a:ea typeface="Arial"/>
                <a:cs typeface="Arial"/>
                <a:sym typeface="Arial"/>
              </a:rPr>
              <a:t>Multi-Tier (N-Tier) Architecture</a:t>
            </a:r>
            <a:r>
              <a:rPr lang="en-US" sz="2200">
                <a:latin typeface="Arial"/>
                <a:ea typeface="Arial"/>
                <a:cs typeface="Arial"/>
                <a:sym typeface="Arial"/>
              </a:rPr>
              <a:t>.</a:t>
            </a:r>
            <a:endParaRPr sz="22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900">
                <a:latin typeface="Arial"/>
                <a:ea typeface="Arial"/>
                <a:cs typeface="Arial"/>
                <a:sym typeface="Arial"/>
              </a:rPr>
              <a:t>The four main tiers are:</a:t>
            </a:r>
            <a:endParaRPr b="1" sz="1900">
              <a:latin typeface="Arial"/>
              <a:ea typeface="Arial"/>
              <a:cs typeface="Arial"/>
              <a:sym typeface="Arial"/>
            </a:endParaRPr>
          </a:p>
          <a:p>
            <a:pPr indent="0" lvl="0" marL="0" rtl="0" algn="l">
              <a:spcBef>
                <a:spcPts val="400"/>
              </a:spcBef>
              <a:spcAft>
                <a:spcPts val="0"/>
              </a:spcAft>
              <a:buClr>
                <a:schemeClr val="dk1"/>
              </a:buClr>
              <a:buSzPts val="1100"/>
              <a:buFont typeface="Arial"/>
              <a:buNone/>
            </a:pPr>
            <a:r>
              <a:rPr lang="en-US" sz="2400"/>
              <a:t>Client Tier</a:t>
            </a:r>
            <a:endParaRPr sz="2400"/>
          </a:p>
          <a:p>
            <a:pPr indent="0" lvl="0" marL="0" rtl="0" algn="l">
              <a:spcBef>
                <a:spcPts val="0"/>
              </a:spcBef>
              <a:spcAft>
                <a:spcPts val="0"/>
              </a:spcAft>
              <a:buClr>
                <a:schemeClr val="dk1"/>
              </a:buClr>
              <a:buSzPts val="1100"/>
              <a:buFont typeface="Arial"/>
              <a:buNone/>
            </a:pPr>
            <a:r>
              <a:rPr lang="en-US" sz="2400"/>
              <a:t>Web Tier</a:t>
            </a:r>
            <a:endParaRPr sz="2400"/>
          </a:p>
          <a:p>
            <a:pPr indent="0" lvl="0" marL="0" rtl="0" algn="l">
              <a:spcBef>
                <a:spcPts val="0"/>
              </a:spcBef>
              <a:spcAft>
                <a:spcPts val="0"/>
              </a:spcAft>
              <a:buClr>
                <a:schemeClr val="dk1"/>
              </a:buClr>
              <a:buSzPts val="1100"/>
              <a:buFont typeface="Arial"/>
              <a:buNone/>
            </a:pPr>
            <a:r>
              <a:rPr lang="en-US" sz="2400"/>
              <a:t>Business Tier</a:t>
            </a:r>
            <a:endParaRPr sz="2400"/>
          </a:p>
          <a:p>
            <a:pPr indent="0" lvl="0" marL="0" rtl="0" algn="l">
              <a:spcBef>
                <a:spcPts val="0"/>
              </a:spcBef>
              <a:spcAft>
                <a:spcPts val="0"/>
              </a:spcAft>
              <a:buClr>
                <a:schemeClr val="dk1"/>
              </a:buClr>
              <a:buSzPts val="1100"/>
              <a:buFont typeface="Arial"/>
              <a:buNone/>
            </a:pPr>
            <a:r>
              <a:rPr lang="en-US" sz="2400"/>
              <a:t>Enterprise Information System (EIS) Tier</a:t>
            </a:r>
            <a:endParaRPr sz="2400"/>
          </a:p>
          <a:p>
            <a:pPr indent="0" lvl="0" marL="0" rtl="0" algn="l">
              <a:spcBef>
                <a:spcPts val="0"/>
              </a:spcBef>
              <a:spcAft>
                <a:spcPts val="0"/>
              </a:spcAft>
              <a:buClr>
                <a:schemeClr val="dk1"/>
              </a:buClr>
              <a:buSzPts val="1100"/>
              <a:buFont typeface="Arial"/>
              <a:buNone/>
            </a:pPr>
            <a:r>
              <a:t/>
            </a:r>
            <a:endParaRPr sz="2400"/>
          </a:p>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be6e5f1d5b_1_644"/>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Client Tier (Presentation Client)</a:t>
            </a:r>
            <a:endParaRPr/>
          </a:p>
        </p:txBody>
      </p:sp>
      <p:sp>
        <p:nvSpPr>
          <p:cNvPr id="290" name="Google Shape;290;g3be6e5f1d5b_1_644"/>
          <p:cNvSpPr/>
          <p:nvPr>
            <p:ph idx="2" type="tbl"/>
          </p:nvPr>
        </p:nvSpPr>
        <p:spPr>
          <a:xfrm>
            <a:off x="457200" y="1417650"/>
            <a:ext cx="8229600" cy="52797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900">
                <a:latin typeface="Arial"/>
                <a:ea typeface="Arial"/>
                <a:cs typeface="Arial"/>
                <a:sym typeface="Arial"/>
              </a:rPr>
              <a:t>This is the </a:t>
            </a:r>
            <a:r>
              <a:rPr b="1" lang="en-US" sz="1900">
                <a:latin typeface="Arial"/>
                <a:ea typeface="Arial"/>
                <a:cs typeface="Arial"/>
                <a:sym typeface="Arial"/>
              </a:rPr>
              <a:t>user interface layer</a:t>
            </a:r>
            <a:r>
              <a:rPr lang="en-US" sz="1900">
                <a:latin typeface="Arial"/>
                <a:ea typeface="Arial"/>
                <a:cs typeface="Arial"/>
                <a:sym typeface="Arial"/>
              </a:rPr>
              <a:t>.</a:t>
            </a:r>
            <a:endParaRPr sz="19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2100">
                <a:latin typeface="Arial"/>
                <a:ea typeface="Arial"/>
                <a:cs typeface="Arial"/>
                <a:sym typeface="Arial"/>
              </a:rPr>
              <a:t>It can be:</a:t>
            </a:r>
            <a:endParaRPr b="1" sz="2100">
              <a:latin typeface="Arial"/>
              <a:ea typeface="Arial"/>
              <a:cs typeface="Arial"/>
              <a:sym typeface="Arial"/>
            </a:endParaRPr>
          </a:p>
          <a:p>
            <a:pPr indent="-349250" lvl="0" marL="457200" rtl="0" algn="l">
              <a:lnSpc>
                <a:spcPct val="115000"/>
              </a:lnSpc>
              <a:spcBef>
                <a:spcPts val="1200"/>
              </a:spcBef>
              <a:spcAft>
                <a:spcPts val="0"/>
              </a:spcAft>
              <a:buClr>
                <a:schemeClr val="dk1"/>
              </a:buClr>
              <a:buSzPts val="1900"/>
              <a:buChar char="●"/>
            </a:pPr>
            <a:r>
              <a:rPr lang="en-US" sz="1900">
                <a:latin typeface="Arial"/>
                <a:ea typeface="Arial"/>
                <a:cs typeface="Arial"/>
                <a:sym typeface="Arial"/>
              </a:rPr>
              <a:t>Web Browser (Chrome, Edge, etc.)</a:t>
            </a:r>
            <a:endParaRPr sz="1900">
              <a:latin typeface="Arial"/>
              <a:ea typeface="Arial"/>
              <a:cs typeface="Arial"/>
              <a:sym typeface="Arial"/>
            </a:endParaRPr>
          </a:p>
          <a:p>
            <a:pPr indent="-349250" lvl="0" marL="457200" rtl="0" algn="l">
              <a:lnSpc>
                <a:spcPct val="115000"/>
              </a:lnSpc>
              <a:spcBef>
                <a:spcPts val="0"/>
              </a:spcBef>
              <a:spcAft>
                <a:spcPts val="0"/>
              </a:spcAft>
              <a:buClr>
                <a:schemeClr val="dk1"/>
              </a:buClr>
              <a:buSzPts val="1900"/>
              <a:buChar char="●"/>
            </a:pPr>
            <a:r>
              <a:rPr lang="en-US" sz="1900">
                <a:latin typeface="Arial"/>
                <a:ea typeface="Arial"/>
                <a:cs typeface="Arial"/>
                <a:sym typeface="Arial"/>
              </a:rPr>
              <a:t>Mobile App</a:t>
            </a:r>
            <a:endParaRPr sz="1900">
              <a:latin typeface="Arial"/>
              <a:ea typeface="Arial"/>
              <a:cs typeface="Arial"/>
              <a:sym typeface="Arial"/>
            </a:endParaRPr>
          </a:p>
          <a:p>
            <a:pPr indent="-349250" lvl="0" marL="457200" rtl="0" algn="l">
              <a:lnSpc>
                <a:spcPct val="115000"/>
              </a:lnSpc>
              <a:spcBef>
                <a:spcPts val="0"/>
              </a:spcBef>
              <a:spcAft>
                <a:spcPts val="0"/>
              </a:spcAft>
              <a:buClr>
                <a:schemeClr val="dk1"/>
              </a:buClr>
              <a:buSzPts val="1900"/>
              <a:buChar char="●"/>
            </a:pPr>
            <a:r>
              <a:rPr lang="en-US" sz="1900">
                <a:latin typeface="Arial"/>
                <a:ea typeface="Arial"/>
                <a:cs typeface="Arial"/>
                <a:sym typeface="Arial"/>
              </a:rPr>
              <a:t>Desktop Application</a:t>
            </a:r>
            <a:br>
              <a:rPr lang="en-US" sz="1900">
                <a:latin typeface="Arial"/>
                <a:ea typeface="Arial"/>
                <a:cs typeface="Arial"/>
                <a:sym typeface="Arial"/>
              </a:rPr>
            </a:br>
            <a:endParaRPr sz="19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2100">
                <a:latin typeface="Arial"/>
                <a:ea typeface="Arial"/>
                <a:cs typeface="Arial"/>
                <a:sym typeface="Arial"/>
              </a:rPr>
              <a:t>Responsibilities:</a:t>
            </a:r>
            <a:endParaRPr b="1" sz="2100">
              <a:latin typeface="Arial"/>
              <a:ea typeface="Arial"/>
              <a:cs typeface="Arial"/>
              <a:sym typeface="Arial"/>
            </a:endParaRPr>
          </a:p>
          <a:p>
            <a:pPr indent="-349250" lvl="0" marL="457200" rtl="0" algn="l">
              <a:lnSpc>
                <a:spcPct val="115000"/>
              </a:lnSpc>
              <a:spcBef>
                <a:spcPts val="1200"/>
              </a:spcBef>
              <a:spcAft>
                <a:spcPts val="0"/>
              </a:spcAft>
              <a:buClr>
                <a:schemeClr val="dk1"/>
              </a:buClr>
              <a:buSzPts val="1900"/>
              <a:buChar char="●"/>
            </a:pPr>
            <a:r>
              <a:rPr lang="en-US" sz="1900">
                <a:latin typeface="Arial"/>
                <a:ea typeface="Arial"/>
                <a:cs typeface="Arial"/>
                <a:sym typeface="Arial"/>
              </a:rPr>
              <a:t>Accept user input</a:t>
            </a:r>
            <a:endParaRPr sz="1900">
              <a:latin typeface="Arial"/>
              <a:ea typeface="Arial"/>
              <a:cs typeface="Arial"/>
              <a:sym typeface="Arial"/>
            </a:endParaRPr>
          </a:p>
          <a:p>
            <a:pPr indent="-349250" lvl="0" marL="457200" rtl="0" algn="l">
              <a:lnSpc>
                <a:spcPct val="115000"/>
              </a:lnSpc>
              <a:spcBef>
                <a:spcPts val="0"/>
              </a:spcBef>
              <a:spcAft>
                <a:spcPts val="0"/>
              </a:spcAft>
              <a:buClr>
                <a:schemeClr val="dk1"/>
              </a:buClr>
              <a:buSzPts val="1900"/>
              <a:buChar char="●"/>
            </a:pPr>
            <a:r>
              <a:rPr lang="en-US" sz="1900">
                <a:latin typeface="Arial"/>
                <a:ea typeface="Arial"/>
                <a:cs typeface="Arial"/>
                <a:sym typeface="Arial"/>
              </a:rPr>
              <a:t>Send request to server</a:t>
            </a:r>
            <a:endParaRPr sz="1900">
              <a:latin typeface="Arial"/>
              <a:ea typeface="Arial"/>
              <a:cs typeface="Arial"/>
              <a:sym typeface="Arial"/>
            </a:endParaRPr>
          </a:p>
          <a:p>
            <a:pPr indent="-349250" lvl="0" marL="457200" rtl="0" algn="l">
              <a:lnSpc>
                <a:spcPct val="115000"/>
              </a:lnSpc>
              <a:spcBef>
                <a:spcPts val="0"/>
              </a:spcBef>
              <a:spcAft>
                <a:spcPts val="0"/>
              </a:spcAft>
              <a:buClr>
                <a:schemeClr val="dk1"/>
              </a:buClr>
              <a:buSzPts val="1900"/>
              <a:buChar char="●"/>
            </a:pPr>
            <a:r>
              <a:rPr lang="en-US" sz="1900">
                <a:latin typeface="Arial"/>
                <a:ea typeface="Arial"/>
                <a:cs typeface="Arial"/>
                <a:sym typeface="Arial"/>
              </a:rPr>
              <a:t>Display response to user</a:t>
            </a:r>
            <a:endParaRPr sz="19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900">
                <a:latin typeface="Arial"/>
                <a:ea typeface="Arial"/>
                <a:cs typeface="Arial"/>
                <a:sym typeface="Arial"/>
              </a:rPr>
              <a:t>Example:</a:t>
            </a:r>
            <a:br>
              <a:rPr lang="en-US" sz="1900">
                <a:latin typeface="Arial"/>
                <a:ea typeface="Arial"/>
                <a:cs typeface="Arial"/>
                <a:sym typeface="Arial"/>
              </a:rPr>
            </a:br>
            <a:r>
              <a:rPr lang="en-US" sz="1900">
                <a:latin typeface="Arial"/>
                <a:ea typeface="Arial"/>
                <a:cs typeface="Arial"/>
                <a:sym typeface="Arial"/>
              </a:rPr>
              <a:t> User fills a login form → Clicks submit → Request goes to Web Server</a:t>
            </a:r>
            <a:endParaRPr sz="1900">
              <a:latin typeface="Arial"/>
              <a:ea typeface="Arial"/>
              <a:cs typeface="Arial"/>
              <a:sym typeface="Arial"/>
            </a:endParaRPr>
          </a:p>
          <a:p>
            <a:pPr indent="0" lvl="0" marL="0" rtl="0" algn="l">
              <a:spcBef>
                <a:spcPts val="1200"/>
              </a:spcBef>
              <a:spcAft>
                <a:spcPts val="0"/>
              </a:spcAft>
              <a:buNone/>
            </a:pPr>
            <a:r>
              <a:t/>
            </a:r>
            <a:endParaRPr sz="26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g3be6e5f1d5b_1_65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Web Tier (Presentation Logic Layer)</a:t>
            </a:r>
            <a:endParaRPr/>
          </a:p>
        </p:txBody>
      </p:sp>
      <p:sp>
        <p:nvSpPr>
          <p:cNvPr id="297" name="Google Shape;297;g3be6e5f1d5b_1_652"/>
          <p:cNvSpPr txBox="1"/>
          <p:nvPr>
            <p:ph idx="1" type="body"/>
          </p:nvPr>
        </p:nvSpPr>
        <p:spPr>
          <a:xfrm>
            <a:off x="142875" y="1600200"/>
            <a:ext cx="4038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700">
                <a:latin typeface="Arial"/>
                <a:ea typeface="Arial"/>
                <a:cs typeface="Arial"/>
                <a:sym typeface="Arial"/>
              </a:rPr>
              <a:t>This tier runs on the </a:t>
            </a:r>
            <a:r>
              <a:rPr b="1" lang="en-US" sz="1700">
                <a:latin typeface="Arial"/>
                <a:ea typeface="Arial"/>
                <a:cs typeface="Arial"/>
                <a:sym typeface="Arial"/>
              </a:rPr>
              <a:t>Web Server</a:t>
            </a:r>
            <a:r>
              <a:rPr lang="en-US" sz="1700">
                <a:latin typeface="Arial"/>
                <a:ea typeface="Arial"/>
                <a:cs typeface="Arial"/>
                <a:sym typeface="Arial"/>
              </a:rPr>
              <a:t>.</a:t>
            </a:r>
            <a:endParaRPr sz="17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900">
                <a:latin typeface="Arial"/>
                <a:ea typeface="Arial"/>
                <a:cs typeface="Arial"/>
                <a:sym typeface="Arial"/>
              </a:rPr>
              <a:t>Technologies used:</a:t>
            </a:r>
            <a:endParaRPr b="1" sz="1900">
              <a:latin typeface="Arial"/>
              <a:ea typeface="Arial"/>
              <a:cs typeface="Arial"/>
              <a:sym typeface="Arial"/>
            </a:endParaRPr>
          </a:p>
          <a:p>
            <a:pPr indent="-336550" lvl="0" marL="457200" rtl="0" algn="l">
              <a:lnSpc>
                <a:spcPct val="115000"/>
              </a:lnSpc>
              <a:spcBef>
                <a:spcPts val="1200"/>
              </a:spcBef>
              <a:spcAft>
                <a:spcPts val="0"/>
              </a:spcAft>
              <a:buSzPts val="1700"/>
              <a:buChar char="●"/>
            </a:pPr>
            <a:r>
              <a:rPr lang="en-US" sz="1700">
                <a:latin typeface="Arial"/>
                <a:ea typeface="Arial"/>
                <a:cs typeface="Arial"/>
                <a:sym typeface="Arial"/>
              </a:rPr>
              <a:t>Servlet</a:t>
            </a: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JSP (Java Server Pages)</a:t>
            </a: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JSF</a:t>
            </a: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HTML, CSS, JavaScript</a:t>
            </a:r>
            <a:br>
              <a:rPr lang="en-US" sz="1700">
                <a:latin typeface="Arial"/>
                <a:ea typeface="Arial"/>
                <a:cs typeface="Arial"/>
                <a:sym typeface="Arial"/>
              </a:rPr>
            </a:br>
            <a:endParaRPr sz="17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900">
                <a:latin typeface="Arial"/>
                <a:ea typeface="Arial"/>
                <a:cs typeface="Arial"/>
                <a:sym typeface="Arial"/>
              </a:rPr>
              <a:t>Responsibilities:</a:t>
            </a:r>
            <a:endParaRPr b="1" sz="1900">
              <a:latin typeface="Arial"/>
              <a:ea typeface="Arial"/>
              <a:cs typeface="Arial"/>
              <a:sym typeface="Arial"/>
            </a:endParaRPr>
          </a:p>
          <a:p>
            <a:pPr indent="-336550" lvl="0" marL="457200" rtl="0" algn="l">
              <a:lnSpc>
                <a:spcPct val="115000"/>
              </a:lnSpc>
              <a:spcBef>
                <a:spcPts val="1200"/>
              </a:spcBef>
              <a:spcAft>
                <a:spcPts val="0"/>
              </a:spcAft>
              <a:buSzPts val="1700"/>
              <a:buChar char="●"/>
            </a:pPr>
            <a:r>
              <a:rPr lang="en-US" sz="1700">
                <a:latin typeface="Arial"/>
                <a:ea typeface="Arial"/>
                <a:cs typeface="Arial"/>
                <a:sym typeface="Arial"/>
              </a:rPr>
              <a:t>Receive HTTPequest</a:t>
            </a: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Process request</a:t>
            </a: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Forward to business layer</a:t>
            </a: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Generate dynamic response</a:t>
            </a:r>
            <a:br>
              <a:rPr lang="en-US" sz="1700">
                <a:latin typeface="Arial"/>
                <a:ea typeface="Arial"/>
                <a:cs typeface="Arial"/>
                <a:sym typeface="Arial"/>
              </a:rPr>
            </a:br>
            <a:endParaRPr sz="1700">
              <a:latin typeface="Arial"/>
              <a:ea typeface="Arial"/>
              <a:cs typeface="Arial"/>
              <a:sym typeface="Arial"/>
            </a:endParaRPr>
          </a:p>
          <a:p>
            <a:pPr indent="0" lvl="0" marL="0" rtl="0" algn="l">
              <a:spcBef>
                <a:spcPts val="1200"/>
              </a:spcBef>
              <a:spcAft>
                <a:spcPts val="0"/>
              </a:spcAft>
              <a:buNone/>
            </a:pPr>
            <a:r>
              <a:t/>
            </a:r>
            <a:endParaRPr sz="1100">
              <a:solidFill>
                <a:srgbClr val="888888"/>
              </a:solidFill>
              <a:latin typeface="Arial"/>
              <a:ea typeface="Arial"/>
              <a:cs typeface="Arial"/>
              <a:sym typeface="Arial"/>
            </a:endParaRPr>
          </a:p>
        </p:txBody>
      </p:sp>
      <p:sp>
        <p:nvSpPr>
          <p:cNvPr id="298" name="Google Shape;298;g3be6e5f1d5b_1_652"/>
          <p:cNvSpPr txBox="1"/>
          <p:nvPr>
            <p:ph idx="2" type="body"/>
          </p:nvPr>
        </p:nvSpPr>
        <p:spPr>
          <a:xfrm>
            <a:off x="4648200" y="1600200"/>
            <a:ext cx="4038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400"/>
              </a:spcBef>
              <a:spcAft>
                <a:spcPts val="0"/>
              </a:spcAft>
              <a:buClr>
                <a:schemeClr val="dk1"/>
              </a:buClr>
              <a:buSzPts val="1100"/>
              <a:buFont typeface="Arial"/>
              <a:buNone/>
            </a:pPr>
            <a:r>
              <a:rPr b="1" lang="en-US" sz="2100">
                <a:latin typeface="Arial"/>
                <a:ea typeface="Arial"/>
                <a:cs typeface="Arial"/>
                <a:sym typeface="Arial"/>
              </a:rPr>
              <a:t>Components:</a:t>
            </a:r>
            <a:endParaRPr b="1" sz="2100">
              <a:latin typeface="Arial"/>
              <a:ea typeface="Arial"/>
              <a:cs typeface="Arial"/>
              <a:sym typeface="Arial"/>
            </a:endParaRPr>
          </a:p>
          <a:p>
            <a:pPr indent="-349250" lvl="0" marL="457200" rtl="0" algn="l">
              <a:lnSpc>
                <a:spcPct val="115000"/>
              </a:lnSpc>
              <a:spcBef>
                <a:spcPts val="1200"/>
              </a:spcBef>
              <a:spcAft>
                <a:spcPts val="0"/>
              </a:spcAft>
              <a:buSzPts val="1900"/>
              <a:buChar char="●"/>
            </a:pPr>
            <a:r>
              <a:rPr lang="en-US" sz="1900">
                <a:latin typeface="Arial"/>
                <a:ea typeface="Arial"/>
                <a:cs typeface="Arial"/>
                <a:sym typeface="Arial"/>
              </a:rPr>
              <a:t>Web Container (like Apache Tomcat)</a:t>
            </a:r>
            <a:br>
              <a:rPr lang="en-US" sz="1900">
                <a:latin typeface="Arial"/>
                <a:ea typeface="Arial"/>
                <a:cs typeface="Arial"/>
                <a:sym typeface="Arial"/>
              </a:rPr>
            </a:br>
            <a:endParaRPr sz="19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900">
                <a:latin typeface="Arial"/>
                <a:ea typeface="Arial"/>
                <a:cs typeface="Arial"/>
                <a:sym typeface="Arial"/>
              </a:rPr>
              <a:t>The web container:</a:t>
            </a:r>
            <a:endParaRPr sz="1900">
              <a:latin typeface="Arial"/>
              <a:ea typeface="Arial"/>
              <a:cs typeface="Arial"/>
              <a:sym typeface="Arial"/>
            </a:endParaRPr>
          </a:p>
          <a:p>
            <a:pPr indent="-349250" lvl="0" marL="457200" rtl="0" algn="l">
              <a:lnSpc>
                <a:spcPct val="115000"/>
              </a:lnSpc>
              <a:spcBef>
                <a:spcPts val="1200"/>
              </a:spcBef>
              <a:spcAft>
                <a:spcPts val="0"/>
              </a:spcAft>
              <a:buSzPts val="1900"/>
              <a:buChar char="●"/>
            </a:pPr>
            <a:r>
              <a:rPr lang="en-US" sz="1900">
                <a:latin typeface="Arial"/>
                <a:ea typeface="Arial"/>
                <a:cs typeface="Arial"/>
                <a:sym typeface="Arial"/>
              </a:rPr>
              <a:t>Manages servlets</a:t>
            </a:r>
            <a:endParaRPr sz="1900">
              <a:latin typeface="Arial"/>
              <a:ea typeface="Arial"/>
              <a:cs typeface="Arial"/>
              <a:sym typeface="Arial"/>
            </a:endParaRPr>
          </a:p>
          <a:p>
            <a:pPr indent="-349250" lvl="0" marL="457200" rtl="0" algn="l">
              <a:lnSpc>
                <a:spcPct val="115000"/>
              </a:lnSpc>
              <a:spcBef>
                <a:spcPts val="0"/>
              </a:spcBef>
              <a:spcAft>
                <a:spcPts val="0"/>
              </a:spcAft>
              <a:buSzPts val="1900"/>
              <a:buChar char="●"/>
            </a:pPr>
            <a:r>
              <a:rPr lang="en-US" sz="1900">
                <a:latin typeface="Arial"/>
                <a:ea typeface="Arial"/>
                <a:cs typeface="Arial"/>
                <a:sym typeface="Arial"/>
              </a:rPr>
              <a:t>Handles lifecycle</a:t>
            </a:r>
            <a:endParaRPr sz="1900">
              <a:latin typeface="Arial"/>
              <a:ea typeface="Arial"/>
              <a:cs typeface="Arial"/>
              <a:sym typeface="Arial"/>
            </a:endParaRPr>
          </a:p>
          <a:p>
            <a:pPr indent="-349250" lvl="0" marL="457200" rtl="0" algn="l">
              <a:lnSpc>
                <a:spcPct val="115000"/>
              </a:lnSpc>
              <a:spcBef>
                <a:spcPts val="0"/>
              </a:spcBef>
              <a:spcAft>
                <a:spcPts val="0"/>
              </a:spcAft>
              <a:buSzPts val="1900"/>
              <a:buChar char="●"/>
            </a:pPr>
            <a:r>
              <a:rPr lang="en-US" sz="1900">
                <a:latin typeface="Arial"/>
                <a:ea typeface="Arial"/>
                <a:cs typeface="Arial"/>
                <a:sym typeface="Arial"/>
              </a:rPr>
              <a:t>Provides security</a:t>
            </a:r>
            <a:endParaRPr sz="1900">
              <a:latin typeface="Arial"/>
              <a:ea typeface="Arial"/>
              <a:cs typeface="Arial"/>
              <a:sym typeface="Arial"/>
            </a:endParaRPr>
          </a:p>
          <a:p>
            <a:pPr indent="-349250" lvl="0" marL="457200" rtl="0" algn="l">
              <a:lnSpc>
                <a:spcPct val="115000"/>
              </a:lnSpc>
              <a:spcBef>
                <a:spcPts val="0"/>
              </a:spcBef>
              <a:spcAft>
                <a:spcPts val="0"/>
              </a:spcAft>
              <a:buSzPts val="1900"/>
              <a:buChar char="●"/>
            </a:pPr>
            <a:r>
              <a:rPr lang="en-US" sz="1900">
                <a:latin typeface="Arial"/>
                <a:ea typeface="Arial"/>
                <a:cs typeface="Arial"/>
                <a:sym typeface="Arial"/>
              </a:rPr>
              <a:t>Manages sessions</a:t>
            </a:r>
            <a:endParaRPr sz="1900">
              <a:latin typeface="Arial"/>
              <a:ea typeface="Arial"/>
              <a:cs typeface="Arial"/>
              <a:sym typeface="Arial"/>
            </a:endParaRPr>
          </a:p>
          <a:p>
            <a:pPr indent="0" lvl="0" marL="0" rtl="0" algn="l">
              <a:spcBef>
                <a:spcPts val="1200"/>
              </a:spcBef>
              <a:spcAft>
                <a:spcPts val="0"/>
              </a:spcAft>
              <a:buClr>
                <a:schemeClr val="dk1"/>
              </a:buClr>
              <a:buSzPts val="1100"/>
              <a:buFont typeface="Arial"/>
              <a:buNone/>
            </a:pPr>
            <a:r>
              <a:t/>
            </a:r>
            <a:endParaRPr sz="2000">
              <a:solidFill>
                <a:srgbClr val="888888"/>
              </a:solidFill>
            </a:endParaRPr>
          </a:p>
          <a:p>
            <a:pPr indent="0" lvl="0" marL="0" rtl="0" algn="l">
              <a:spcBef>
                <a:spcPts val="560"/>
              </a:spcBef>
              <a:spcAft>
                <a:spcPts val="0"/>
              </a:spcAft>
              <a:buNone/>
            </a:pPr>
            <a:r>
              <a:t/>
            </a:r>
            <a:endParaRPr/>
          </a:p>
        </p:txBody>
      </p:sp>
      <p:sp>
        <p:nvSpPr>
          <p:cNvPr id="299" name="Google Shape;299;g3be6e5f1d5b_1_65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g3be6e5f1d5b_1_660"/>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Business Tier (Application Logic Layer)</a:t>
            </a:r>
            <a:endParaRPr/>
          </a:p>
        </p:txBody>
      </p:sp>
      <p:sp>
        <p:nvSpPr>
          <p:cNvPr id="306" name="Google Shape;306;g3be6e5f1d5b_1_660"/>
          <p:cNvSpPr/>
          <p:nvPr>
            <p:ph idx="2" type="tbl"/>
          </p:nvPr>
        </p:nvSpPr>
        <p:spPr>
          <a:xfrm>
            <a:off x="457200" y="1600200"/>
            <a:ext cx="41148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This is the </a:t>
            </a:r>
            <a:r>
              <a:rPr b="1" lang="en-US">
                <a:latin typeface="Arial"/>
                <a:ea typeface="Arial"/>
                <a:cs typeface="Arial"/>
                <a:sym typeface="Arial"/>
              </a:rPr>
              <a:t>core processing layer</a:t>
            </a:r>
            <a:r>
              <a:rPr lang="en-US">
                <a:latin typeface="Arial"/>
                <a:ea typeface="Arial"/>
                <a:cs typeface="Arial"/>
                <a:sym typeface="Arial"/>
              </a:rPr>
              <a:t>.</a:t>
            </a:r>
            <a:endParaRPr>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2000">
                <a:latin typeface="Arial"/>
                <a:ea typeface="Arial"/>
                <a:cs typeface="Arial"/>
                <a:sym typeface="Arial"/>
              </a:rPr>
              <a:t>Technologies used:</a:t>
            </a:r>
            <a:endParaRPr b="1" sz="2000">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Char char="●"/>
            </a:pPr>
            <a:r>
              <a:rPr lang="en-US">
                <a:latin typeface="Arial"/>
                <a:ea typeface="Arial"/>
                <a:cs typeface="Arial"/>
                <a:sym typeface="Arial"/>
              </a:rPr>
              <a:t>EJB (Enterprise Java Beans)</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Char char="●"/>
            </a:pPr>
            <a:r>
              <a:rPr lang="en-US">
                <a:latin typeface="Arial"/>
                <a:ea typeface="Arial"/>
                <a:cs typeface="Arial"/>
                <a:sym typeface="Arial"/>
              </a:rPr>
              <a:t>Spring Framework (modern applications)</a:t>
            </a:r>
            <a:br>
              <a:rPr lang="en-US">
                <a:latin typeface="Arial"/>
                <a:ea typeface="Arial"/>
                <a:cs typeface="Arial"/>
                <a:sym typeface="Arial"/>
              </a:rPr>
            </a:br>
            <a:endParaRPr>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2000">
                <a:latin typeface="Arial"/>
                <a:ea typeface="Arial"/>
                <a:cs typeface="Arial"/>
                <a:sym typeface="Arial"/>
              </a:rPr>
              <a:t>Responsibilities:</a:t>
            </a:r>
            <a:endParaRPr b="1" sz="2000">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Char char="●"/>
            </a:pPr>
            <a:r>
              <a:rPr lang="en-US">
                <a:latin typeface="Arial"/>
                <a:ea typeface="Arial"/>
                <a:cs typeface="Arial"/>
                <a:sym typeface="Arial"/>
              </a:rPr>
              <a:t>Business rules</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Char char="●"/>
            </a:pPr>
            <a:r>
              <a:rPr lang="en-US">
                <a:latin typeface="Arial"/>
                <a:ea typeface="Arial"/>
                <a:cs typeface="Arial"/>
                <a:sym typeface="Arial"/>
              </a:rPr>
              <a:t>Validations</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Char char="●"/>
            </a:pPr>
            <a:r>
              <a:rPr lang="en-US">
                <a:latin typeface="Arial"/>
                <a:ea typeface="Arial"/>
                <a:cs typeface="Arial"/>
                <a:sym typeface="Arial"/>
              </a:rPr>
              <a:t>Transaction management</a:t>
            </a: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Char char="●"/>
            </a:pPr>
            <a:r>
              <a:rPr lang="en-US">
                <a:latin typeface="Arial"/>
                <a:ea typeface="Arial"/>
                <a:cs typeface="Arial"/>
                <a:sym typeface="Arial"/>
              </a:rPr>
              <a:t>Decision making</a:t>
            </a:r>
            <a:endParaRPr>
              <a:latin typeface="Arial"/>
              <a:ea typeface="Arial"/>
              <a:cs typeface="Arial"/>
              <a:sym typeface="Arial"/>
            </a:endParaRPr>
          </a:p>
          <a:p>
            <a:pPr indent="0" lvl="0" marL="0" rtl="0" algn="l">
              <a:spcBef>
                <a:spcPts val="1200"/>
              </a:spcBef>
              <a:spcAft>
                <a:spcPts val="0"/>
              </a:spcAft>
              <a:buNone/>
            </a:pPr>
            <a:r>
              <a:t/>
            </a:r>
            <a:endParaRPr sz="2500"/>
          </a:p>
        </p:txBody>
      </p:sp>
      <p:sp>
        <p:nvSpPr>
          <p:cNvPr id="307" name="Google Shape;307;g3be6e5f1d5b_1_660"/>
          <p:cNvSpPr/>
          <p:nvPr>
            <p:ph idx="2" type="tbl"/>
          </p:nvPr>
        </p:nvSpPr>
        <p:spPr>
          <a:xfrm>
            <a:off x="4806575" y="1770450"/>
            <a:ext cx="41148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None/>
            </a:pPr>
            <a:r>
              <a:rPr lang="en-US" sz="1600">
                <a:latin typeface="Arial"/>
                <a:ea typeface="Arial"/>
                <a:cs typeface="Arial"/>
                <a:sym typeface="Arial"/>
              </a:rPr>
              <a:t>Example:</a:t>
            </a:r>
            <a:endParaRPr sz="1600">
              <a:latin typeface="Arial"/>
              <a:ea typeface="Arial"/>
              <a:cs typeface="Arial"/>
              <a:sym typeface="Arial"/>
            </a:endParaRPr>
          </a:p>
          <a:p>
            <a:pPr indent="-330200" lvl="0" marL="457200" rtl="0" algn="l">
              <a:lnSpc>
                <a:spcPct val="115000"/>
              </a:lnSpc>
              <a:spcBef>
                <a:spcPts val="1200"/>
              </a:spcBef>
              <a:spcAft>
                <a:spcPts val="0"/>
              </a:spcAft>
              <a:buClr>
                <a:schemeClr val="dk1"/>
              </a:buClr>
              <a:buSzPts val="1600"/>
              <a:buChar char="●"/>
            </a:pPr>
            <a:r>
              <a:rPr lang="en-US" sz="1600">
                <a:latin typeface="Arial"/>
                <a:ea typeface="Arial"/>
                <a:cs typeface="Arial"/>
                <a:sym typeface="Arial"/>
              </a:rPr>
              <a:t>Checking login credentials</a:t>
            </a:r>
            <a:endParaRPr sz="1600">
              <a:latin typeface="Arial"/>
              <a:ea typeface="Arial"/>
              <a:cs typeface="Arial"/>
              <a:sym typeface="Arial"/>
            </a:endParaRPr>
          </a:p>
          <a:p>
            <a:pPr indent="-330200" lvl="0" marL="457200" rtl="0" algn="l">
              <a:lnSpc>
                <a:spcPct val="115000"/>
              </a:lnSpc>
              <a:spcBef>
                <a:spcPts val="0"/>
              </a:spcBef>
              <a:spcAft>
                <a:spcPts val="0"/>
              </a:spcAft>
              <a:buClr>
                <a:schemeClr val="dk1"/>
              </a:buClr>
              <a:buSzPts val="1600"/>
              <a:buChar char="●"/>
            </a:pPr>
            <a:r>
              <a:rPr lang="en-US" sz="1600">
                <a:latin typeface="Arial"/>
                <a:ea typeface="Arial"/>
                <a:cs typeface="Arial"/>
                <a:sym typeface="Arial"/>
              </a:rPr>
              <a:t>Calculating bank interest</a:t>
            </a:r>
            <a:endParaRPr sz="1600">
              <a:latin typeface="Arial"/>
              <a:ea typeface="Arial"/>
              <a:cs typeface="Arial"/>
              <a:sym typeface="Arial"/>
            </a:endParaRPr>
          </a:p>
          <a:p>
            <a:pPr indent="-330200" lvl="0" marL="457200" rtl="0" algn="l">
              <a:lnSpc>
                <a:spcPct val="115000"/>
              </a:lnSpc>
              <a:spcBef>
                <a:spcPts val="0"/>
              </a:spcBef>
              <a:spcAft>
                <a:spcPts val="0"/>
              </a:spcAft>
              <a:buClr>
                <a:schemeClr val="dk1"/>
              </a:buClr>
              <a:buSzPts val="1600"/>
              <a:buChar char="●"/>
            </a:pPr>
            <a:r>
              <a:rPr lang="en-US" sz="1600">
                <a:latin typeface="Arial"/>
                <a:ea typeface="Arial"/>
                <a:cs typeface="Arial"/>
                <a:sym typeface="Arial"/>
              </a:rPr>
              <a:t>Processing online payment</a:t>
            </a:r>
            <a:br>
              <a:rPr lang="en-US" sz="1600">
                <a:latin typeface="Arial"/>
                <a:ea typeface="Arial"/>
                <a:cs typeface="Arial"/>
                <a:sym typeface="Arial"/>
              </a:rPr>
            </a:br>
            <a:endParaRPr sz="1600">
              <a:latin typeface="Arial"/>
              <a:ea typeface="Arial"/>
              <a:cs typeface="Arial"/>
              <a:sym typeface="Arial"/>
            </a:endParaRPr>
          </a:p>
          <a:p>
            <a:pPr indent="0" lvl="0" marL="0" rtl="0" algn="l">
              <a:lnSpc>
                <a:spcPct val="115000"/>
              </a:lnSpc>
              <a:spcBef>
                <a:spcPts val="1400"/>
              </a:spcBef>
              <a:spcAft>
                <a:spcPts val="0"/>
              </a:spcAft>
              <a:buNone/>
            </a:pPr>
            <a:r>
              <a:rPr b="1" lang="en-US">
                <a:latin typeface="Arial"/>
                <a:ea typeface="Arial"/>
                <a:cs typeface="Arial"/>
                <a:sym typeface="Arial"/>
              </a:rPr>
              <a:t>Runs inside:</a:t>
            </a:r>
            <a:endParaRPr b="1">
              <a:latin typeface="Arial"/>
              <a:ea typeface="Arial"/>
              <a:cs typeface="Arial"/>
              <a:sym typeface="Arial"/>
            </a:endParaRPr>
          </a:p>
          <a:p>
            <a:pPr indent="-330200" lvl="0" marL="457200" rtl="0" algn="l">
              <a:lnSpc>
                <a:spcPct val="115000"/>
              </a:lnSpc>
              <a:spcBef>
                <a:spcPts val="1200"/>
              </a:spcBef>
              <a:spcAft>
                <a:spcPts val="0"/>
              </a:spcAft>
              <a:buClr>
                <a:schemeClr val="dk1"/>
              </a:buClr>
              <a:buSzPts val="1600"/>
              <a:buChar char="●"/>
            </a:pPr>
            <a:r>
              <a:rPr lang="en-US" sz="1600">
                <a:latin typeface="Arial"/>
                <a:ea typeface="Arial"/>
                <a:cs typeface="Arial"/>
                <a:sym typeface="Arial"/>
              </a:rPr>
              <a:t>Application Server (GlassFish, JBoss, WebLogic)</a:t>
            </a:r>
            <a:br>
              <a:rPr lang="en-US" sz="1600">
                <a:latin typeface="Arial"/>
                <a:ea typeface="Arial"/>
                <a:cs typeface="Arial"/>
                <a:sym typeface="Arial"/>
              </a:rPr>
            </a:br>
            <a:endParaRPr sz="1600">
              <a:latin typeface="Arial"/>
              <a:ea typeface="Arial"/>
              <a:cs typeface="Arial"/>
              <a:sym typeface="Arial"/>
            </a:endParaRPr>
          </a:p>
          <a:p>
            <a:pPr indent="0" lvl="0" marL="0" rtl="0" algn="l">
              <a:spcBef>
                <a:spcPts val="1200"/>
              </a:spcBef>
              <a:spcAft>
                <a:spcPts val="0"/>
              </a:spcAft>
              <a:buNone/>
            </a:pPr>
            <a:r>
              <a:t/>
            </a:r>
            <a:endParaRPr sz="2300"/>
          </a:p>
          <a:p>
            <a:pPr indent="-330200" lvl="0" marL="457200" rtl="0" algn="l">
              <a:lnSpc>
                <a:spcPct val="115000"/>
              </a:lnSpc>
              <a:spcBef>
                <a:spcPts val="1200"/>
              </a:spcBef>
              <a:spcAft>
                <a:spcPts val="0"/>
              </a:spcAft>
              <a:buClr>
                <a:schemeClr val="dk1"/>
              </a:buClr>
              <a:buSzPts val="1600"/>
              <a:buFont typeface="Arial"/>
              <a:buChar char="●"/>
            </a:pPr>
            <a:r>
              <a:t/>
            </a:r>
            <a:endParaRPr sz="2300">
              <a:latin typeface="Arial"/>
              <a:ea typeface="Arial"/>
              <a:cs typeface="Arial"/>
              <a:sym typeface="Arial"/>
            </a:endParaRPr>
          </a:p>
          <a:p>
            <a:pPr indent="0" lvl="0" marL="0" rtl="0" algn="l">
              <a:spcBef>
                <a:spcPts val="1200"/>
              </a:spcBef>
              <a:spcAft>
                <a:spcPts val="0"/>
              </a:spcAft>
              <a:buNone/>
            </a:pPr>
            <a:r>
              <a:t/>
            </a:r>
            <a:endParaRPr sz="3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g3be6e5f1d5b_1_675"/>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EIS Tier (Enterprise Information System Tier)</a:t>
            </a:r>
            <a:endParaRPr/>
          </a:p>
        </p:txBody>
      </p:sp>
      <p:sp>
        <p:nvSpPr>
          <p:cNvPr id="314" name="Google Shape;314;g3be6e5f1d5b_1_675"/>
          <p:cNvSpPr/>
          <p:nvPr>
            <p:ph idx="2" type="tbl"/>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900">
                <a:latin typeface="Arial"/>
                <a:ea typeface="Arial"/>
                <a:cs typeface="Arial"/>
                <a:sym typeface="Arial"/>
              </a:rPr>
              <a:t>This is the </a:t>
            </a:r>
            <a:r>
              <a:rPr b="1" lang="en-US" sz="1900">
                <a:latin typeface="Arial"/>
                <a:ea typeface="Arial"/>
                <a:cs typeface="Arial"/>
                <a:sym typeface="Arial"/>
              </a:rPr>
              <a:t>data storage layer</a:t>
            </a:r>
            <a:r>
              <a:rPr lang="en-US" sz="1900">
                <a:latin typeface="Arial"/>
                <a:ea typeface="Arial"/>
                <a:cs typeface="Arial"/>
                <a:sym typeface="Arial"/>
              </a:rPr>
              <a:t>.</a:t>
            </a:r>
            <a:endParaRPr sz="19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900">
                <a:latin typeface="Arial"/>
                <a:ea typeface="Arial"/>
                <a:cs typeface="Arial"/>
                <a:sym typeface="Arial"/>
              </a:rPr>
              <a:t>The Data Storage Layer stores data permanently using databases.</a:t>
            </a:r>
            <a:endParaRPr b="1" sz="19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900">
                <a:latin typeface="Arial"/>
                <a:ea typeface="Arial"/>
                <a:cs typeface="Arial"/>
                <a:sym typeface="Arial"/>
              </a:rPr>
              <a:t>It is responsible for saving, updating, and retrieving information such as user details, transactions, and records.</a:t>
            </a:r>
            <a:endParaRPr b="1" sz="19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900">
                <a:latin typeface="Arial"/>
                <a:ea typeface="Arial"/>
                <a:cs typeface="Arial"/>
                <a:sym typeface="Arial"/>
              </a:rPr>
              <a:t>Technologies used:</a:t>
            </a:r>
            <a:endParaRPr b="1" sz="1900">
              <a:latin typeface="Arial"/>
              <a:ea typeface="Arial"/>
              <a:cs typeface="Arial"/>
              <a:sym typeface="Arial"/>
            </a:endParaRPr>
          </a:p>
          <a:p>
            <a:pPr indent="-336550" lvl="0" marL="457200" rtl="0" algn="l">
              <a:lnSpc>
                <a:spcPct val="115000"/>
              </a:lnSpc>
              <a:spcBef>
                <a:spcPts val="1200"/>
              </a:spcBef>
              <a:spcAft>
                <a:spcPts val="0"/>
              </a:spcAft>
              <a:buClr>
                <a:schemeClr val="dk1"/>
              </a:buClr>
              <a:buSzPts val="1700"/>
              <a:buChar char="●"/>
            </a:pPr>
            <a:r>
              <a:rPr lang="en-US" sz="1700">
                <a:latin typeface="Arial"/>
                <a:ea typeface="Arial"/>
                <a:cs typeface="Arial"/>
                <a:sym typeface="Arial"/>
              </a:rPr>
              <a:t>JDBC</a:t>
            </a:r>
            <a:endParaRPr sz="1700">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Char char="●"/>
            </a:pPr>
            <a:r>
              <a:rPr lang="en-US" sz="1700">
                <a:latin typeface="Arial"/>
                <a:ea typeface="Arial"/>
                <a:cs typeface="Arial"/>
                <a:sym typeface="Arial"/>
              </a:rPr>
              <a:t>JPA</a:t>
            </a:r>
            <a:endParaRPr sz="1700">
              <a:latin typeface="Arial"/>
              <a:ea typeface="Arial"/>
              <a:cs typeface="Arial"/>
              <a:sym typeface="Arial"/>
            </a:endParaRPr>
          </a:p>
          <a:p>
            <a:pPr indent="-336550" lvl="0" marL="457200" rtl="0" algn="l">
              <a:lnSpc>
                <a:spcPct val="115000"/>
              </a:lnSpc>
              <a:spcBef>
                <a:spcPts val="0"/>
              </a:spcBef>
              <a:spcAft>
                <a:spcPts val="0"/>
              </a:spcAft>
              <a:buClr>
                <a:schemeClr val="dk1"/>
              </a:buClr>
              <a:buSzPts val="1700"/>
              <a:buChar char="●"/>
            </a:pPr>
            <a:r>
              <a:rPr lang="en-US" sz="1700">
                <a:latin typeface="Arial"/>
                <a:ea typeface="Arial"/>
                <a:cs typeface="Arial"/>
                <a:sym typeface="Arial"/>
              </a:rPr>
              <a:t>Hibernate</a:t>
            </a:r>
            <a:endParaRPr sz="17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g3be6e5f1d5b_1_683"/>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 Complete Flow of J2EE Architecture</a:t>
            </a:r>
            <a:endParaRPr/>
          </a:p>
        </p:txBody>
      </p:sp>
      <p:sp>
        <p:nvSpPr>
          <p:cNvPr id="321" name="Google Shape;321;g3be6e5f1d5b_1_683"/>
          <p:cNvSpPr/>
          <p:nvPr>
            <p:ph idx="2" type="tbl"/>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a:t>Let’s understand the flow:</a:t>
            </a:r>
            <a:endParaRPr/>
          </a:p>
          <a:p>
            <a:pPr indent="0" lvl="0" marL="0" rtl="0" algn="l">
              <a:spcBef>
                <a:spcPts val="0"/>
              </a:spcBef>
              <a:spcAft>
                <a:spcPts val="0"/>
              </a:spcAft>
              <a:buClr>
                <a:schemeClr val="dk1"/>
              </a:buClr>
              <a:buSzPts val="1100"/>
              <a:buFont typeface="Arial"/>
              <a:buNone/>
            </a:pPr>
            <a:r>
              <a:rPr lang="en-US"/>
              <a:t>1. User sends request from Browser</a:t>
            </a:r>
            <a:endParaRPr/>
          </a:p>
          <a:p>
            <a:pPr indent="0" lvl="0" marL="0" rtl="0" algn="l">
              <a:spcBef>
                <a:spcPts val="0"/>
              </a:spcBef>
              <a:spcAft>
                <a:spcPts val="0"/>
              </a:spcAft>
              <a:buClr>
                <a:schemeClr val="dk1"/>
              </a:buClr>
              <a:buSzPts val="1100"/>
              <a:buFont typeface="Arial"/>
              <a:buNone/>
            </a:pPr>
            <a:r>
              <a:rPr lang="en-US"/>
              <a:t>2. Web Tier (Servlet/JSP) receives request</a:t>
            </a:r>
            <a:endParaRPr/>
          </a:p>
          <a:p>
            <a:pPr indent="0" lvl="0" marL="0" rtl="0" algn="l">
              <a:spcBef>
                <a:spcPts val="0"/>
              </a:spcBef>
              <a:spcAft>
                <a:spcPts val="0"/>
              </a:spcAft>
              <a:buClr>
                <a:schemeClr val="dk1"/>
              </a:buClr>
              <a:buSzPts val="1100"/>
              <a:buFont typeface="Arial"/>
              <a:buNone/>
            </a:pPr>
            <a:r>
              <a:rPr lang="en-US"/>
              <a:t>3. Web Tier calls Business Tier (EJB)</a:t>
            </a:r>
            <a:endParaRPr/>
          </a:p>
          <a:p>
            <a:pPr indent="0" lvl="0" marL="0" rtl="0" algn="l">
              <a:spcBef>
                <a:spcPts val="0"/>
              </a:spcBef>
              <a:spcAft>
                <a:spcPts val="0"/>
              </a:spcAft>
              <a:buClr>
                <a:schemeClr val="dk1"/>
              </a:buClr>
              <a:buSzPts val="1100"/>
              <a:buFont typeface="Arial"/>
              <a:buNone/>
            </a:pPr>
            <a:r>
              <a:rPr lang="en-US"/>
              <a:t>4. Business Tier accesses Database using JDBC</a:t>
            </a:r>
            <a:endParaRPr/>
          </a:p>
          <a:p>
            <a:pPr indent="0" lvl="0" marL="0" rtl="0" algn="l">
              <a:spcBef>
                <a:spcPts val="0"/>
              </a:spcBef>
              <a:spcAft>
                <a:spcPts val="0"/>
              </a:spcAft>
              <a:buClr>
                <a:schemeClr val="dk1"/>
              </a:buClr>
              <a:buSzPts val="1100"/>
              <a:buFont typeface="Arial"/>
              <a:buNone/>
            </a:pPr>
            <a:r>
              <a:rPr lang="en-US"/>
              <a:t>5. Database sends response</a:t>
            </a:r>
            <a:endParaRPr/>
          </a:p>
          <a:p>
            <a:pPr indent="0" lvl="0" marL="0" rtl="0" algn="l">
              <a:spcBef>
                <a:spcPts val="0"/>
              </a:spcBef>
              <a:spcAft>
                <a:spcPts val="0"/>
              </a:spcAft>
              <a:buClr>
                <a:schemeClr val="dk1"/>
              </a:buClr>
              <a:buSzPts val="1100"/>
              <a:buFont typeface="Arial"/>
              <a:buNone/>
            </a:pPr>
            <a:r>
              <a:rPr lang="en-US"/>
              <a:t>6. Response goes back through layers to client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pic>
        <p:nvPicPr>
          <p:cNvPr id="322" name="Google Shape;322;g3be6e5f1d5b_1_683"/>
          <p:cNvPicPr preferRelativeResize="0"/>
          <p:nvPr/>
        </p:nvPicPr>
        <p:blipFill>
          <a:blip r:embed="rId3">
            <a:alphaModFix/>
          </a:blip>
          <a:stretch>
            <a:fillRect/>
          </a:stretch>
        </p:blipFill>
        <p:spPr>
          <a:xfrm>
            <a:off x="5179225" y="1243025"/>
            <a:ext cx="3804050" cy="55078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g3be6e5f1d5b_1_693"/>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Web Server</a:t>
            </a:r>
            <a:endParaRPr/>
          </a:p>
        </p:txBody>
      </p:sp>
      <p:sp>
        <p:nvSpPr>
          <p:cNvPr id="329" name="Google Shape;329;g3be6e5f1d5b_1_693"/>
          <p:cNvSpPr/>
          <p:nvPr>
            <p:ph idx="2" type="tbl"/>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2000">
                <a:latin typeface="Arial"/>
                <a:ea typeface="Arial"/>
                <a:cs typeface="Arial"/>
                <a:sym typeface="Arial"/>
              </a:rPr>
              <a:t>A </a:t>
            </a:r>
            <a:r>
              <a:rPr b="1" lang="en-US" sz="2000">
                <a:latin typeface="Arial"/>
                <a:ea typeface="Arial"/>
                <a:cs typeface="Arial"/>
                <a:sym typeface="Arial"/>
              </a:rPr>
              <a:t>Web Server</a:t>
            </a:r>
            <a:r>
              <a:rPr lang="en-US" sz="2000">
                <a:latin typeface="Arial"/>
                <a:ea typeface="Arial"/>
                <a:cs typeface="Arial"/>
                <a:sym typeface="Arial"/>
              </a:rPr>
              <a:t> is software that:</a:t>
            </a:r>
            <a:endParaRPr sz="2000">
              <a:latin typeface="Arial"/>
              <a:ea typeface="Arial"/>
              <a:cs typeface="Arial"/>
              <a:sym typeface="Arial"/>
            </a:endParaRPr>
          </a:p>
          <a:p>
            <a:pPr indent="-355600" lvl="0" marL="457200" rtl="0" algn="l">
              <a:lnSpc>
                <a:spcPct val="115000"/>
              </a:lnSpc>
              <a:spcBef>
                <a:spcPts val="1200"/>
              </a:spcBef>
              <a:spcAft>
                <a:spcPts val="0"/>
              </a:spcAft>
              <a:buClr>
                <a:schemeClr val="dk1"/>
              </a:buClr>
              <a:buSzPts val="2000"/>
              <a:buChar char="●"/>
            </a:pPr>
            <a:r>
              <a:rPr lang="en-US" sz="2000">
                <a:latin typeface="Arial"/>
                <a:ea typeface="Arial"/>
                <a:cs typeface="Arial"/>
                <a:sym typeface="Arial"/>
              </a:rPr>
              <a:t>Handles </a:t>
            </a:r>
            <a:r>
              <a:rPr b="1" lang="en-US" sz="2000">
                <a:latin typeface="Arial"/>
                <a:ea typeface="Arial"/>
                <a:cs typeface="Arial"/>
                <a:sym typeface="Arial"/>
              </a:rPr>
              <a:t>HTTP requests</a:t>
            </a:r>
            <a:br>
              <a:rPr b="1" lang="en-US" sz="2000">
                <a:latin typeface="Arial"/>
                <a:ea typeface="Arial"/>
                <a:cs typeface="Arial"/>
                <a:sym typeface="Arial"/>
              </a:rPr>
            </a:br>
            <a:endParaRPr b="1" sz="2000">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lang="en-US" sz="2000">
                <a:latin typeface="Arial"/>
                <a:ea typeface="Arial"/>
                <a:cs typeface="Arial"/>
                <a:sym typeface="Arial"/>
              </a:rPr>
              <a:t>Serves </a:t>
            </a:r>
            <a:r>
              <a:rPr b="1" lang="en-US" sz="2000">
                <a:latin typeface="Arial"/>
                <a:ea typeface="Arial"/>
                <a:cs typeface="Arial"/>
                <a:sym typeface="Arial"/>
              </a:rPr>
              <a:t>static content</a:t>
            </a:r>
            <a:br>
              <a:rPr b="1" lang="en-US" sz="2000">
                <a:latin typeface="Arial"/>
                <a:ea typeface="Arial"/>
                <a:cs typeface="Arial"/>
                <a:sym typeface="Arial"/>
              </a:rPr>
            </a:br>
            <a:endParaRPr b="1" sz="2000">
              <a:latin typeface="Arial"/>
              <a:ea typeface="Arial"/>
              <a:cs typeface="Arial"/>
              <a:sym typeface="Arial"/>
            </a:endParaRPr>
          </a:p>
          <a:p>
            <a:pPr indent="-355600" lvl="0" marL="457200" rtl="0" algn="l">
              <a:lnSpc>
                <a:spcPct val="115000"/>
              </a:lnSpc>
              <a:spcBef>
                <a:spcPts val="0"/>
              </a:spcBef>
              <a:spcAft>
                <a:spcPts val="0"/>
              </a:spcAft>
              <a:buClr>
                <a:schemeClr val="dk1"/>
              </a:buClr>
              <a:buSzPts val="2000"/>
              <a:buChar char="●"/>
            </a:pPr>
            <a:r>
              <a:rPr lang="en-US" sz="2000">
                <a:latin typeface="Arial"/>
                <a:ea typeface="Arial"/>
                <a:cs typeface="Arial"/>
                <a:sym typeface="Arial"/>
              </a:rPr>
              <a:t>Communicates with the client (browser)</a:t>
            </a:r>
            <a:br>
              <a:rPr lang="en-US" sz="2000">
                <a:latin typeface="Arial"/>
                <a:ea typeface="Arial"/>
                <a:cs typeface="Arial"/>
                <a:sym typeface="Arial"/>
              </a:rPr>
            </a:br>
            <a:endParaRPr sz="20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2000">
                <a:latin typeface="Arial"/>
                <a:ea typeface="Arial"/>
                <a:cs typeface="Arial"/>
                <a:sym typeface="Arial"/>
              </a:rPr>
              <a:t>It works at the </a:t>
            </a:r>
            <a:r>
              <a:rPr b="1" lang="en-US" sz="2000">
                <a:latin typeface="Arial"/>
                <a:ea typeface="Arial"/>
                <a:cs typeface="Arial"/>
                <a:sym typeface="Arial"/>
              </a:rPr>
              <a:t>presentation level</a:t>
            </a:r>
            <a:r>
              <a:rPr lang="en-US" sz="2000">
                <a:latin typeface="Arial"/>
                <a:ea typeface="Arial"/>
                <a:cs typeface="Arial"/>
                <a:sym typeface="Arial"/>
              </a:rPr>
              <a:t>.</a:t>
            </a:r>
            <a:endParaRPr sz="20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3be6e5f1d5b_1_70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What Does a Web Server Do?</a:t>
            </a:r>
            <a:endParaRPr/>
          </a:p>
        </p:txBody>
      </p:sp>
      <p:sp>
        <p:nvSpPr>
          <p:cNvPr id="336" name="Google Shape;336;g3be6e5f1d5b_1_701"/>
          <p:cNvSpPr/>
          <p:nvPr>
            <p:ph idx="2" type="tbl"/>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2000"/>
              <a:t>Receives HTTP request</a:t>
            </a:r>
            <a:br>
              <a:rPr lang="en-US" sz="2000"/>
            </a:br>
            <a:endParaRPr sz="2000"/>
          </a:p>
          <a:p>
            <a:pPr indent="0" lvl="0" marL="0" rtl="0" algn="l">
              <a:spcBef>
                <a:spcPts val="0"/>
              </a:spcBef>
              <a:spcAft>
                <a:spcPts val="0"/>
              </a:spcAft>
              <a:buClr>
                <a:schemeClr val="dk1"/>
              </a:buClr>
              <a:buSzPts val="1100"/>
              <a:buFont typeface="Arial"/>
              <a:buNone/>
            </a:pPr>
            <a:r>
              <a:rPr lang="en-US" sz="2000"/>
              <a:t>Returns:</a:t>
            </a:r>
            <a:br>
              <a:rPr lang="en-US" sz="2000"/>
            </a:br>
            <a:endParaRPr sz="2000"/>
          </a:p>
          <a:p>
            <a:pPr indent="-311150" lvl="0" marL="457200" rtl="0" algn="l">
              <a:lnSpc>
                <a:spcPct val="115000"/>
              </a:lnSpc>
              <a:spcBef>
                <a:spcPts val="1200"/>
              </a:spcBef>
              <a:spcAft>
                <a:spcPts val="0"/>
              </a:spcAft>
              <a:buClr>
                <a:schemeClr val="dk1"/>
              </a:buClr>
              <a:buSzPts val="1300"/>
              <a:buChar char="●"/>
            </a:pPr>
            <a:r>
              <a:rPr lang="en-US" sz="2000"/>
              <a:t>HTML files</a:t>
            </a:r>
            <a:endParaRPr sz="2000"/>
          </a:p>
          <a:p>
            <a:pPr indent="-311150" lvl="0" marL="457200" rtl="0" algn="l">
              <a:lnSpc>
                <a:spcPct val="115000"/>
              </a:lnSpc>
              <a:spcBef>
                <a:spcPts val="0"/>
              </a:spcBef>
              <a:spcAft>
                <a:spcPts val="0"/>
              </a:spcAft>
              <a:buClr>
                <a:schemeClr val="dk1"/>
              </a:buClr>
              <a:buSzPts val="1300"/>
              <a:buChar char="●"/>
            </a:pPr>
            <a:r>
              <a:rPr lang="en-US" sz="2000"/>
              <a:t>CSS files</a:t>
            </a:r>
            <a:endParaRPr sz="2000"/>
          </a:p>
          <a:p>
            <a:pPr indent="-311150" lvl="0" marL="457200" rtl="0" algn="l">
              <a:lnSpc>
                <a:spcPct val="115000"/>
              </a:lnSpc>
              <a:spcBef>
                <a:spcPts val="0"/>
              </a:spcBef>
              <a:spcAft>
                <a:spcPts val="0"/>
              </a:spcAft>
              <a:buClr>
                <a:schemeClr val="dk1"/>
              </a:buClr>
              <a:buSzPts val="1300"/>
              <a:buChar char="●"/>
            </a:pPr>
            <a:r>
              <a:rPr lang="en-US" sz="2000"/>
              <a:t>JavaScript files</a:t>
            </a:r>
            <a:endParaRPr sz="2000"/>
          </a:p>
          <a:p>
            <a:pPr indent="-311150" lvl="0" marL="457200" rtl="0" algn="l">
              <a:lnSpc>
                <a:spcPct val="115000"/>
              </a:lnSpc>
              <a:spcBef>
                <a:spcPts val="0"/>
              </a:spcBef>
              <a:spcAft>
                <a:spcPts val="0"/>
              </a:spcAft>
              <a:buClr>
                <a:schemeClr val="dk1"/>
              </a:buClr>
              <a:buSzPts val="1300"/>
              <a:buChar char="●"/>
            </a:pPr>
            <a:r>
              <a:rPr lang="en-US" sz="2000"/>
              <a:t>Images</a:t>
            </a:r>
            <a:endParaRPr sz="2000"/>
          </a:p>
          <a:p>
            <a:pPr indent="-311150" lvl="0" marL="457200" rtl="0" algn="l">
              <a:lnSpc>
                <a:spcPct val="115000"/>
              </a:lnSpc>
              <a:spcBef>
                <a:spcPts val="0"/>
              </a:spcBef>
              <a:spcAft>
                <a:spcPts val="0"/>
              </a:spcAft>
              <a:buClr>
                <a:schemeClr val="dk1"/>
              </a:buClr>
              <a:buSzPts val="1300"/>
              <a:buChar char="●"/>
            </a:pPr>
            <a:r>
              <a:rPr lang="en-US" sz="2000"/>
              <a:t>Static content</a:t>
            </a:r>
            <a:br>
              <a:rPr lang="en-US" sz="2000"/>
            </a:br>
            <a:endParaRPr sz="2000"/>
          </a:p>
          <a:p>
            <a:pPr indent="0" lvl="0" marL="0" rtl="0" algn="l">
              <a:lnSpc>
                <a:spcPct val="115000"/>
              </a:lnSpc>
              <a:spcBef>
                <a:spcPts val="1200"/>
              </a:spcBef>
              <a:spcAft>
                <a:spcPts val="0"/>
              </a:spcAft>
              <a:buClr>
                <a:schemeClr val="dk1"/>
              </a:buClr>
              <a:buSzPts val="1100"/>
              <a:buFont typeface="Arial"/>
              <a:buNone/>
            </a:pPr>
            <a:r>
              <a:rPr lang="en-US" sz="2000"/>
              <a:t>Manages basic security</a:t>
            </a:r>
            <a:br>
              <a:rPr lang="en-US" sz="2000"/>
            </a:br>
            <a:endParaRPr sz="2000"/>
          </a:p>
          <a:p>
            <a:pPr indent="0" lvl="0" marL="0" rtl="0" algn="l">
              <a:spcBef>
                <a:spcPts val="0"/>
              </a:spcBef>
              <a:spcAft>
                <a:spcPts val="0"/>
              </a:spcAft>
              <a:buClr>
                <a:schemeClr val="dk1"/>
              </a:buClr>
              <a:buSzPts val="1100"/>
              <a:buFont typeface="Arial"/>
              <a:buNone/>
            </a:pPr>
            <a:r>
              <a:rPr lang="en-US" sz="2000"/>
              <a:t>Manages connections</a:t>
            </a:r>
            <a:endParaRPr sz="2000"/>
          </a:p>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g3be6e5f1d5b_1_70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Examples of Web Servers</a:t>
            </a:r>
            <a:endParaRPr/>
          </a:p>
        </p:txBody>
      </p:sp>
      <p:sp>
        <p:nvSpPr>
          <p:cNvPr id="343" name="Google Shape;343;g3be6e5f1d5b_1_709"/>
          <p:cNvSpPr/>
          <p:nvPr>
            <p:ph idx="2" type="tbl"/>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sz="2000"/>
              <a:t>Apache HTTP Server</a:t>
            </a:r>
            <a:endParaRPr sz="2000"/>
          </a:p>
          <a:p>
            <a:pPr indent="0" lvl="0" marL="0" rtl="0" algn="l">
              <a:spcBef>
                <a:spcPts val="0"/>
              </a:spcBef>
              <a:spcAft>
                <a:spcPts val="0"/>
              </a:spcAft>
              <a:buClr>
                <a:schemeClr val="dk1"/>
              </a:buClr>
              <a:buSzPts val="1100"/>
              <a:buFont typeface="Arial"/>
              <a:buNone/>
            </a:pPr>
            <a:r>
              <a:rPr lang="en-US" sz="2000"/>
              <a:t>Microsoft IIS</a:t>
            </a:r>
            <a:endParaRPr sz="2000"/>
          </a:p>
          <a:p>
            <a:pPr indent="0" lvl="0" marL="0" rtl="0" algn="l">
              <a:spcBef>
                <a:spcPts val="0"/>
              </a:spcBef>
              <a:spcAft>
                <a:spcPts val="0"/>
              </a:spcAft>
              <a:buNone/>
            </a:pPr>
            <a:r>
              <a:t/>
            </a:r>
            <a:endParaRPr sz="2000"/>
          </a:p>
          <a:p>
            <a:pPr indent="0" lvl="0" marL="0" rtl="0" algn="l">
              <a:spcBef>
                <a:spcPts val="0"/>
              </a:spcBef>
              <a:spcAft>
                <a:spcPts val="0"/>
              </a:spcAft>
              <a:buNone/>
            </a:pPr>
            <a:r>
              <a:t/>
            </a:r>
            <a:endParaRPr b="1" sz="2000"/>
          </a:p>
          <a:p>
            <a:pPr indent="0" lvl="0" marL="0" rtl="0" algn="l">
              <a:spcBef>
                <a:spcPts val="0"/>
              </a:spcBef>
              <a:spcAft>
                <a:spcPts val="0"/>
              </a:spcAft>
              <a:buNone/>
            </a:pPr>
            <a:r>
              <a:rPr b="1" lang="en-US" sz="2000"/>
              <a:t>Limitations</a:t>
            </a:r>
            <a:endParaRPr b="1" sz="2000"/>
          </a:p>
          <a:p>
            <a:pPr indent="0" lvl="0" marL="0" rtl="0" algn="l">
              <a:spcBef>
                <a:spcPts val="0"/>
              </a:spcBef>
              <a:spcAft>
                <a:spcPts val="0"/>
              </a:spcAft>
              <a:buNone/>
            </a:pPr>
            <a:r>
              <a:t/>
            </a:r>
            <a:endParaRPr b="1" sz="2000"/>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A web server </a:t>
            </a:r>
            <a:r>
              <a:rPr b="1" lang="en-US">
                <a:latin typeface="Arial"/>
                <a:ea typeface="Arial"/>
                <a:cs typeface="Arial"/>
                <a:sym typeface="Arial"/>
              </a:rPr>
              <a:t>cannot execute Java code</a:t>
            </a:r>
            <a:r>
              <a:rPr lang="en-US">
                <a:latin typeface="Arial"/>
                <a:ea typeface="Arial"/>
                <a:cs typeface="Arial"/>
                <a:sym typeface="Arial"/>
              </a:rPr>
              <a:t> like Servlets or JSP by itself.</a:t>
            </a: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It can only serve static files.</a:t>
            </a:r>
            <a:endParaRPr>
              <a:latin typeface="Arial"/>
              <a:ea typeface="Arial"/>
              <a:cs typeface="Arial"/>
              <a:sym typeface="Arial"/>
            </a:endParaRPr>
          </a:p>
          <a:p>
            <a:pPr indent="0" lvl="0" marL="0" rtl="0" algn="l">
              <a:spcBef>
                <a:spcPts val="1200"/>
              </a:spcBef>
              <a:spcAft>
                <a:spcPts val="0"/>
              </a:spcAft>
              <a:buNone/>
            </a:pPr>
            <a:r>
              <a:t/>
            </a:r>
            <a:endParaRPr b="1"/>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g3be6e5f1d5b_1_725"/>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Web Container</a:t>
            </a:r>
            <a:endParaRPr/>
          </a:p>
        </p:txBody>
      </p:sp>
      <p:sp>
        <p:nvSpPr>
          <p:cNvPr id="350" name="Google Shape;350;g3be6e5f1d5b_1_725"/>
          <p:cNvSpPr/>
          <p:nvPr>
            <p:ph idx="2" type="tbl"/>
          </p:nvPr>
        </p:nvSpPr>
        <p:spPr>
          <a:xfrm>
            <a:off x="457200" y="1600200"/>
            <a:ext cx="8229600" cy="45261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A </a:t>
            </a:r>
            <a:r>
              <a:rPr b="1" lang="en-US">
                <a:latin typeface="Arial"/>
                <a:ea typeface="Arial"/>
                <a:cs typeface="Arial"/>
                <a:sym typeface="Arial"/>
              </a:rPr>
              <a:t>Web Container</a:t>
            </a:r>
            <a:r>
              <a:rPr lang="en-US">
                <a:latin typeface="Arial"/>
                <a:ea typeface="Arial"/>
                <a:cs typeface="Arial"/>
                <a:sym typeface="Arial"/>
              </a:rPr>
              <a:t> (also called Servlet Container) is a component that:</a:t>
            </a:r>
            <a:endParaRPr>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Char char="●"/>
            </a:pPr>
            <a:r>
              <a:rPr lang="en-US">
                <a:latin typeface="Arial"/>
                <a:ea typeface="Arial"/>
                <a:cs typeface="Arial"/>
                <a:sym typeface="Arial"/>
              </a:rPr>
              <a:t>Executes </a:t>
            </a:r>
            <a:r>
              <a:rPr b="1" lang="en-US">
                <a:latin typeface="Arial"/>
                <a:ea typeface="Arial"/>
                <a:cs typeface="Arial"/>
                <a:sym typeface="Arial"/>
              </a:rPr>
              <a:t>Servlets</a:t>
            </a:r>
            <a:br>
              <a:rPr b="1" lang="en-US">
                <a:latin typeface="Arial"/>
                <a:ea typeface="Arial"/>
                <a:cs typeface="Arial"/>
                <a:sym typeface="Arial"/>
              </a:rPr>
            </a:br>
            <a:endParaRPr b="1">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Char char="●"/>
            </a:pPr>
            <a:r>
              <a:rPr lang="en-US">
                <a:latin typeface="Arial"/>
                <a:ea typeface="Arial"/>
                <a:cs typeface="Arial"/>
                <a:sym typeface="Arial"/>
              </a:rPr>
              <a:t>Executes </a:t>
            </a:r>
            <a:r>
              <a:rPr b="1" lang="en-US">
                <a:latin typeface="Arial"/>
                <a:ea typeface="Arial"/>
                <a:cs typeface="Arial"/>
                <a:sym typeface="Arial"/>
              </a:rPr>
              <a:t>JSP</a:t>
            </a:r>
            <a:br>
              <a:rPr b="1" lang="en-US">
                <a:latin typeface="Arial"/>
                <a:ea typeface="Arial"/>
                <a:cs typeface="Arial"/>
                <a:sym typeface="Arial"/>
              </a:rPr>
            </a:br>
            <a:endParaRPr b="1">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Char char="●"/>
            </a:pPr>
            <a:r>
              <a:rPr lang="en-US">
                <a:latin typeface="Arial"/>
                <a:ea typeface="Arial"/>
                <a:cs typeface="Arial"/>
                <a:sym typeface="Arial"/>
              </a:rPr>
              <a:t>Manages web components</a:t>
            </a:r>
            <a:br>
              <a:rPr lang="en-US">
                <a:latin typeface="Arial"/>
                <a:ea typeface="Arial"/>
                <a:cs typeface="Arial"/>
                <a:sym typeface="Arial"/>
              </a:rPr>
            </a:br>
            <a:endParaRPr>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a:latin typeface="Arial"/>
                <a:ea typeface="Arial"/>
                <a:cs typeface="Arial"/>
                <a:sym typeface="Arial"/>
              </a:rPr>
              <a:t>It is part of the </a:t>
            </a:r>
            <a:r>
              <a:rPr b="1" lang="en-US">
                <a:latin typeface="Arial"/>
                <a:ea typeface="Arial"/>
                <a:cs typeface="Arial"/>
                <a:sym typeface="Arial"/>
              </a:rPr>
              <a:t>application server</a:t>
            </a:r>
            <a:r>
              <a:rPr lang="en-US">
                <a:latin typeface="Arial"/>
                <a:ea typeface="Arial"/>
                <a:cs typeface="Arial"/>
                <a:sym typeface="Arial"/>
              </a:rPr>
              <a:t> or can run standalone (like Tomcat).</a:t>
            </a:r>
            <a:endParaRPr>
              <a:latin typeface="Arial"/>
              <a:ea typeface="Arial"/>
              <a:cs typeface="Arial"/>
              <a:sym typeface="Arial"/>
            </a:endParaRPr>
          </a:p>
          <a:p>
            <a:pPr indent="0" lvl="0" marL="0" rtl="0" algn="l">
              <a:spcBef>
                <a:spcPts val="1200"/>
              </a:spcBef>
              <a:spcAft>
                <a:spcPts val="0"/>
              </a:spcAft>
              <a:buNone/>
            </a:pPr>
            <a:r>
              <a:t/>
            </a:r>
            <a:endParaRPr sz="25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bf14bc5d42_0_70"/>
          <p:cNvSpPr txBox="1"/>
          <p:nvPr>
            <p:ph type="title"/>
          </p:nvPr>
        </p:nvSpPr>
        <p:spPr>
          <a:xfrm>
            <a:off x="457200" y="53175"/>
            <a:ext cx="8229600" cy="765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Types of Servlet</a:t>
            </a:r>
            <a:endParaRPr/>
          </a:p>
        </p:txBody>
      </p:sp>
      <p:sp>
        <p:nvSpPr>
          <p:cNvPr id="356" name="Google Shape;356;g3bf14bc5d42_0_70"/>
          <p:cNvSpPr txBox="1"/>
          <p:nvPr>
            <p:ph idx="1" type="body"/>
          </p:nvPr>
        </p:nvSpPr>
        <p:spPr>
          <a:xfrm>
            <a:off x="85025" y="1196175"/>
            <a:ext cx="4240800" cy="5661900"/>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115000"/>
              </a:lnSpc>
              <a:spcBef>
                <a:spcPts val="1800"/>
              </a:spcBef>
              <a:spcAft>
                <a:spcPts val="0"/>
              </a:spcAft>
              <a:buNone/>
            </a:pPr>
            <a:r>
              <a:rPr b="1" lang="en-US" sz="2100">
                <a:latin typeface="Arial"/>
                <a:ea typeface="Arial"/>
                <a:cs typeface="Arial"/>
                <a:sym typeface="Arial"/>
              </a:rPr>
              <a:t>GenericServlet</a:t>
            </a:r>
            <a:endParaRPr b="1" sz="2100">
              <a:latin typeface="Arial"/>
              <a:ea typeface="Arial"/>
              <a:cs typeface="Arial"/>
              <a:sym typeface="Arial"/>
            </a:endParaRPr>
          </a:p>
          <a:p>
            <a:pPr indent="-325755" lvl="0" marL="457200" rtl="0" algn="l">
              <a:lnSpc>
                <a:spcPct val="115000"/>
              </a:lnSpc>
              <a:spcBef>
                <a:spcPts val="1200"/>
              </a:spcBef>
              <a:spcAft>
                <a:spcPts val="0"/>
              </a:spcAft>
              <a:buSzPct val="100000"/>
              <a:buChar char="●"/>
            </a:pPr>
            <a:r>
              <a:rPr b="1" lang="en-US" sz="1800">
                <a:latin typeface="Arial"/>
                <a:ea typeface="Arial"/>
                <a:cs typeface="Arial"/>
                <a:sym typeface="Arial"/>
              </a:rPr>
              <a:t>Package:</a:t>
            </a:r>
            <a:r>
              <a:rPr lang="en-US" sz="1800">
                <a:latin typeface="Arial"/>
                <a:ea typeface="Arial"/>
                <a:cs typeface="Arial"/>
                <a:sym typeface="Arial"/>
              </a:rPr>
              <a:t> </a:t>
            </a:r>
            <a:r>
              <a:rPr lang="en-US" sz="1800">
                <a:solidFill>
                  <a:srgbClr val="188038"/>
                </a:solidFill>
                <a:latin typeface="Roboto Mono"/>
                <a:ea typeface="Roboto Mono"/>
                <a:cs typeface="Roboto Mono"/>
                <a:sym typeface="Roboto Mono"/>
              </a:rPr>
              <a:t>javax.servlet</a:t>
            </a:r>
            <a:endParaRPr sz="1800">
              <a:solidFill>
                <a:srgbClr val="188038"/>
              </a:solidFill>
              <a:latin typeface="Roboto Mono"/>
              <a:ea typeface="Roboto Mono"/>
              <a:cs typeface="Roboto Mono"/>
              <a:sym typeface="Roboto Mono"/>
            </a:endParaRPr>
          </a:p>
          <a:p>
            <a:pPr indent="-325755" lvl="0" marL="457200" rtl="0" algn="l">
              <a:lnSpc>
                <a:spcPct val="115000"/>
              </a:lnSpc>
              <a:spcBef>
                <a:spcPts val="0"/>
              </a:spcBef>
              <a:spcAft>
                <a:spcPts val="0"/>
              </a:spcAft>
              <a:buSzPct val="100000"/>
              <a:buChar char="●"/>
            </a:pPr>
            <a:r>
              <a:rPr b="1" lang="en-US" sz="1800">
                <a:latin typeface="Arial"/>
                <a:ea typeface="Arial"/>
                <a:cs typeface="Arial"/>
                <a:sym typeface="Arial"/>
              </a:rPr>
              <a:t>Class:</a:t>
            </a:r>
            <a:r>
              <a:rPr lang="en-US" sz="1800">
                <a:latin typeface="Arial"/>
                <a:ea typeface="Arial"/>
                <a:cs typeface="Arial"/>
                <a:sym typeface="Arial"/>
              </a:rPr>
              <a:t> </a:t>
            </a:r>
            <a:r>
              <a:rPr lang="en-US" sz="1800">
                <a:solidFill>
                  <a:srgbClr val="188038"/>
                </a:solidFill>
                <a:latin typeface="Roboto Mono"/>
                <a:ea typeface="Roboto Mono"/>
                <a:cs typeface="Roboto Mono"/>
                <a:sym typeface="Roboto Mono"/>
              </a:rPr>
              <a:t>GenericServlet</a:t>
            </a:r>
            <a:endParaRPr sz="1800">
              <a:solidFill>
                <a:srgbClr val="188038"/>
              </a:solidFill>
              <a:latin typeface="Roboto Mono"/>
              <a:ea typeface="Roboto Mono"/>
              <a:cs typeface="Roboto Mono"/>
              <a:sym typeface="Roboto Mono"/>
            </a:endParaRPr>
          </a:p>
          <a:p>
            <a:pPr indent="-325755" lvl="0" marL="457200" rtl="0" algn="l">
              <a:lnSpc>
                <a:spcPct val="115000"/>
              </a:lnSpc>
              <a:spcBef>
                <a:spcPts val="0"/>
              </a:spcBef>
              <a:spcAft>
                <a:spcPts val="0"/>
              </a:spcAft>
              <a:buSzPct val="100000"/>
              <a:buChar char="●"/>
            </a:pPr>
            <a:r>
              <a:rPr b="1" lang="en-US" sz="1800">
                <a:latin typeface="Arial"/>
                <a:ea typeface="Arial"/>
                <a:cs typeface="Arial"/>
                <a:sym typeface="Arial"/>
              </a:rPr>
              <a:t>Implements:</a:t>
            </a:r>
            <a:r>
              <a:rPr lang="en-US" sz="1800">
                <a:latin typeface="Arial"/>
                <a:ea typeface="Arial"/>
                <a:cs typeface="Arial"/>
                <a:sym typeface="Arial"/>
              </a:rPr>
              <a:t> </a:t>
            </a:r>
            <a:r>
              <a:rPr lang="en-US" sz="1800">
                <a:solidFill>
                  <a:srgbClr val="188038"/>
                </a:solidFill>
                <a:latin typeface="Roboto Mono"/>
                <a:ea typeface="Roboto Mono"/>
                <a:cs typeface="Roboto Mono"/>
                <a:sym typeface="Roboto Mono"/>
              </a:rPr>
              <a:t>javax.servlet.Servlet</a:t>
            </a:r>
            <a:r>
              <a:rPr lang="en-US" sz="1800">
                <a:latin typeface="Arial"/>
                <a:ea typeface="Arial"/>
                <a:cs typeface="Arial"/>
                <a:sym typeface="Arial"/>
              </a:rPr>
              <a:t> (indirectly implements the </a:t>
            </a:r>
            <a:r>
              <a:rPr lang="en-US" sz="1800">
                <a:solidFill>
                  <a:srgbClr val="188038"/>
                </a:solidFill>
                <a:latin typeface="Roboto Mono"/>
                <a:ea typeface="Roboto Mono"/>
                <a:cs typeface="Roboto Mono"/>
                <a:sym typeface="Roboto Mono"/>
              </a:rPr>
              <a:t>Servlet</a:t>
            </a:r>
            <a:r>
              <a:rPr lang="en-US" sz="1800">
                <a:latin typeface="Arial"/>
                <a:ea typeface="Arial"/>
                <a:cs typeface="Arial"/>
                <a:sym typeface="Arial"/>
              </a:rPr>
              <a:t> interface)</a:t>
            </a:r>
            <a:endParaRPr sz="1800">
              <a:latin typeface="Arial"/>
              <a:ea typeface="Arial"/>
              <a:cs typeface="Arial"/>
              <a:sym typeface="Arial"/>
            </a:endParaRPr>
          </a:p>
          <a:p>
            <a:pPr indent="-325755" lvl="0" marL="457200" rtl="0" algn="l">
              <a:lnSpc>
                <a:spcPct val="115000"/>
              </a:lnSpc>
              <a:spcBef>
                <a:spcPts val="0"/>
              </a:spcBef>
              <a:spcAft>
                <a:spcPts val="0"/>
              </a:spcAft>
              <a:buSzPct val="100000"/>
              <a:buChar char="●"/>
            </a:pPr>
            <a:r>
              <a:rPr b="1" lang="en-US" sz="1800">
                <a:latin typeface="Arial"/>
                <a:ea typeface="Arial"/>
                <a:cs typeface="Arial"/>
                <a:sym typeface="Arial"/>
              </a:rPr>
              <a:t>Type:</a:t>
            </a:r>
            <a:r>
              <a:rPr lang="en-US" sz="1800">
                <a:latin typeface="Arial"/>
                <a:ea typeface="Arial"/>
                <a:cs typeface="Arial"/>
                <a:sym typeface="Arial"/>
              </a:rPr>
              <a:t> Protocol-independent servlet</a:t>
            </a:r>
            <a:endParaRPr sz="1800">
              <a:latin typeface="Arial"/>
              <a:ea typeface="Arial"/>
              <a:cs typeface="Arial"/>
              <a:sym typeface="Arial"/>
            </a:endParaRPr>
          </a:p>
          <a:p>
            <a:pPr indent="-325755" lvl="0" marL="457200" rtl="0" algn="l">
              <a:lnSpc>
                <a:spcPct val="115000"/>
              </a:lnSpc>
              <a:spcBef>
                <a:spcPts val="0"/>
              </a:spcBef>
              <a:spcAft>
                <a:spcPts val="0"/>
              </a:spcAft>
              <a:buSzPct val="100000"/>
              <a:buChar char="●"/>
            </a:pPr>
            <a:r>
              <a:rPr b="1" lang="en-US" sz="1800">
                <a:latin typeface="Arial"/>
                <a:ea typeface="Arial"/>
                <a:cs typeface="Arial"/>
                <a:sym typeface="Arial"/>
              </a:rPr>
              <a:t>Important Method:</a:t>
            </a:r>
            <a:br>
              <a:rPr b="1" lang="en-US" sz="1800">
                <a:latin typeface="Arial"/>
                <a:ea typeface="Arial"/>
                <a:cs typeface="Arial"/>
                <a:sym typeface="Arial"/>
              </a:rPr>
            </a:br>
            <a:endParaRPr b="1" sz="1800">
              <a:latin typeface="Arial"/>
              <a:ea typeface="Arial"/>
              <a:cs typeface="Arial"/>
              <a:sym typeface="Arial"/>
            </a:endParaRPr>
          </a:p>
          <a:p>
            <a:pPr indent="-325755" lvl="1" marL="914400" rtl="0" algn="l">
              <a:lnSpc>
                <a:spcPct val="115000"/>
              </a:lnSpc>
              <a:spcBef>
                <a:spcPts val="0"/>
              </a:spcBef>
              <a:spcAft>
                <a:spcPts val="0"/>
              </a:spcAft>
              <a:buSzPct val="100000"/>
              <a:buChar char="○"/>
            </a:pPr>
            <a:r>
              <a:rPr lang="en-US" sz="1800">
                <a:solidFill>
                  <a:srgbClr val="188038"/>
                </a:solidFill>
                <a:latin typeface="Roboto Mono"/>
                <a:ea typeface="Roboto Mono"/>
                <a:cs typeface="Roboto Mono"/>
                <a:sym typeface="Roboto Mono"/>
              </a:rPr>
              <a:t>service(ServletRequest request, ServletResponse response)</a:t>
            </a:r>
            <a:endParaRPr sz="1800">
              <a:solidFill>
                <a:srgbClr val="188038"/>
              </a:solidFill>
              <a:latin typeface="Roboto Mono"/>
              <a:ea typeface="Roboto Mono"/>
              <a:cs typeface="Roboto Mono"/>
              <a:sym typeface="Roboto Mono"/>
            </a:endParaRPr>
          </a:p>
          <a:p>
            <a:pPr indent="0" lvl="0" marL="0" rtl="0" algn="l">
              <a:lnSpc>
                <a:spcPct val="115000"/>
              </a:lnSpc>
              <a:spcBef>
                <a:spcPts val="1400"/>
              </a:spcBef>
              <a:spcAft>
                <a:spcPts val="0"/>
              </a:spcAft>
              <a:buNone/>
            </a:pPr>
            <a:r>
              <a:rPr b="1" lang="en-US" sz="1300">
                <a:latin typeface="Arial"/>
                <a:ea typeface="Arial"/>
                <a:cs typeface="Arial"/>
                <a:sym typeface="Arial"/>
              </a:rPr>
              <a:t>✔</a:t>
            </a:r>
            <a:r>
              <a:rPr b="1" lang="en-US" sz="2100">
                <a:latin typeface="Arial"/>
                <a:ea typeface="Arial"/>
                <a:cs typeface="Arial"/>
                <a:sym typeface="Arial"/>
              </a:rPr>
              <a:t> Key Points:</a:t>
            </a:r>
            <a:endParaRPr b="1" sz="2100">
              <a:latin typeface="Arial"/>
              <a:ea typeface="Arial"/>
              <a:cs typeface="Arial"/>
              <a:sym typeface="Arial"/>
            </a:endParaRPr>
          </a:p>
          <a:p>
            <a:pPr indent="-341947" lvl="0" marL="457200" rtl="0" algn="l">
              <a:lnSpc>
                <a:spcPct val="115000"/>
              </a:lnSpc>
              <a:spcBef>
                <a:spcPts val="1200"/>
              </a:spcBef>
              <a:spcAft>
                <a:spcPts val="0"/>
              </a:spcAft>
              <a:buSzPct val="100000"/>
              <a:buChar char="●"/>
            </a:pPr>
            <a:r>
              <a:rPr lang="en-US" sz="2100">
                <a:latin typeface="Arial"/>
                <a:ea typeface="Arial"/>
                <a:cs typeface="Arial"/>
                <a:sym typeface="Arial"/>
              </a:rPr>
              <a:t>Used for developing protocol-independent servlets.</a:t>
            </a:r>
            <a:endParaRPr sz="2100">
              <a:latin typeface="Arial"/>
              <a:ea typeface="Arial"/>
              <a:cs typeface="Arial"/>
              <a:sym typeface="Arial"/>
            </a:endParaRPr>
          </a:p>
          <a:p>
            <a:pPr indent="-341947" lvl="0" marL="457200" rtl="0" algn="l">
              <a:lnSpc>
                <a:spcPct val="115000"/>
              </a:lnSpc>
              <a:spcBef>
                <a:spcPts val="0"/>
              </a:spcBef>
              <a:spcAft>
                <a:spcPts val="0"/>
              </a:spcAft>
              <a:buSzPct val="100000"/>
              <a:buChar char="●"/>
            </a:pPr>
            <a:r>
              <a:rPr lang="en-US" sz="2100">
                <a:latin typeface="Arial"/>
                <a:ea typeface="Arial"/>
                <a:cs typeface="Arial"/>
                <a:sym typeface="Arial"/>
              </a:rPr>
              <a:t>We must override the </a:t>
            </a:r>
            <a:r>
              <a:rPr lang="en-US" sz="2100">
                <a:solidFill>
                  <a:srgbClr val="188038"/>
                </a:solidFill>
                <a:latin typeface="Roboto Mono"/>
                <a:ea typeface="Roboto Mono"/>
                <a:cs typeface="Roboto Mono"/>
                <a:sym typeface="Roboto Mono"/>
              </a:rPr>
              <a:t>service()</a:t>
            </a:r>
            <a:r>
              <a:rPr lang="en-US" sz="2100">
                <a:latin typeface="Arial"/>
                <a:ea typeface="Arial"/>
                <a:cs typeface="Arial"/>
                <a:sym typeface="Arial"/>
              </a:rPr>
              <a:t> method.</a:t>
            </a:r>
            <a:endParaRPr sz="2100">
              <a:latin typeface="Arial"/>
              <a:ea typeface="Arial"/>
              <a:cs typeface="Arial"/>
              <a:sym typeface="Arial"/>
            </a:endParaRPr>
          </a:p>
          <a:p>
            <a:pPr indent="-341947" lvl="0" marL="457200" rtl="0" algn="l">
              <a:lnSpc>
                <a:spcPct val="115000"/>
              </a:lnSpc>
              <a:spcBef>
                <a:spcPts val="0"/>
              </a:spcBef>
              <a:spcAft>
                <a:spcPts val="0"/>
              </a:spcAft>
              <a:buSzPct val="100000"/>
              <a:buChar char="●"/>
            </a:pPr>
            <a:r>
              <a:rPr lang="en-US" sz="2100">
                <a:latin typeface="Arial"/>
                <a:ea typeface="Arial"/>
                <a:cs typeface="Arial"/>
                <a:sym typeface="Arial"/>
              </a:rPr>
              <a:t>It is the parent class of </a:t>
            </a:r>
            <a:r>
              <a:rPr lang="en-US" sz="2100">
                <a:solidFill>
                  <a:srgbClr val="188038"/>
                </a:solidFill>
                <a:latin typeface="Roboto Mono"/>
                <a:ea typeface="Roboto Mono"/>
                <a:cs typeface="Roboto Mono"/>
                <a:sym typeface="Roboto Mono"/>
              </a:rPr>
              <a:t>HttpServlet</a:t>
            </a:r>
            <a:r>
              <a:rPr lang="en-US" sz="2100">
                <a:latin typeface="Arial"/>
                <a:ea typeface="Arial"/>
                <a:cs typeface="Arial"/>
                <a:sym typeface="Arial"/>
              </a:rPr>
              <a:t>.</a:t>
            </a:r>
            <a:endParaRPr sz="2100"/>
          </a:p>
        </p:txBody>
      </p:sp>
      <p:sp>
        <p:nvSpPr>
          <p:cNvPr id="357" name="Google Shape;357;g3bf14bc5d42_0_70"/>
          <p:cNvSpPr txBox="1"/>
          <p:nvPr>
            <p:ph idx="1" type="body"/>
          </p:nvPr>
        </p:nvSpPr>
        <p:spPr>
          <a:xfrm>
            <a:off x="4325825" y="1196175"/>
            <a:ext cx="4693500" cy="5537400"/>
          </a:xfrm>
          <a:prstGeom prst="rect">
            <a:avLst/>
          </a:prstGeom>
          <a:noFill/>
          <a:ln>
            <a:noFill/>
          </a:ln>
        </p:spPr>
        <p:txBody>
          <a:bodyPr anchorCtr="0" anchor="t" bIns="45700" lIns="91425" spcFirstLastPara="1" rIns="91425" wrap="square" tIns="45700">
            <a:normAutofit fontScale="55000" lnSpcReduction="10000"/>
          </a:bodyPr>
          <a:lstStyle/>
          <a:p>
            <a:pPr indent="0" lvl="0" marL="0" marR="0" rtl="0" algn="l">
              <a:lnSpc>
                <a:spcPct val="115000"/>
              </a:lnSpc>
              <a:spcBef>
                <a:spcPts val="1800"/>
              </a:spcBef>
              <a:spcAft>
                <a:spcPts val="0"/>
              </a:spcAft>
              <a:buNone/>
            </a:pPr>
            <a:r>
              <a:rPr b="1" lang="en-US" sz="3250">
                <a:latin typeface="Arial"/>
                <a:ea typeface="Arial"/>
                <a:cs typeface="Arial"/>
                <a:sym typeface="Arial"/>
              </a:rPr>
              <a:t>HttpServlet</a:t>
            </a:r>
            <a:endParaRPr b="1" sz="3250">
              <a:latin typeface="Arial"/>
              <a:ea typeface="Arial"/>
              <a:cs typeface="Arial"/>
              <a:sym typeface="Arial"/>
            </a:endParaRPr>
          </a:p>
          <a:p>
            <a:pPr indent="-315912" lvl="0" marL="342900" rtl="0" algn="l">
              <a:lnSpc>
                <a:spcPct val="115000"/>
              </a:lnSpc>
              <a:spcBef>
                <a:spcPts val="1200"/>
              </a:spcBef>
              <a:spcAft>
                <a:spcPts val="0"/>
              </a:spcAft>
              <a:buSzPct val="100000"/>
              <a:buChar char="•"/>
            </a:pPr>
            <a:r>
              <a:rPr b="1" lang="en-US" sz="2500">
                <a:latin typeface="Arial"/>
                <a:ea typeface="Arial"/>
                <a:cs typeface="Arial"/>
                <a:sym typeface="Arial"/>
              </a:rPr>
              <a:t>Package:</a:t>
            </a:r>
            <a:r>
              <a:rPr lang="en-US" sz="2500">
                <a:latin typeface="Arial"/>
                <a:ea typeface="Arial"/>
                <a:cs typeface="Arial"/>
                <a:sym typeface="Arial"/>
              </a:rPr>
              <a:t> </a:t>
            </a:r>
            <a:r>
              <a:rPr lang="en-US" sz="2500">
                <a:solidFill>
                  <a:srgbClr val="188038"/>
                </a:solidFill>
                <a:latin typeface="Roboto Mono"/>
                <a:ea typeface="Roboto Mono"/>
                <a:cs typeface="Roboto Mono"/>
                <a:sym typeface="Roboto Mono"/>
              </a:rPr>
              <a:t>javax.servlet.http</a:t>
            </a:r>
            <a:endParaRPr sz="2500">
              <a:solidFill>
                <a:srgbClr val="188038"/>
              </a:solidFill>
              <a:latin typeface="Roboto Mono"/>
              <a:ea typeface="Roboto Mono"/>
              <a:cs typeface="Roboto Mono"/>
              <a:sym typeface="Roboto Mono"/>
            </a:endParaRPr>
          </a:p>
          <a:p>
            <a:pPr indent="-315912" lvl="0" marL="342900" rtl="0" algn="l">
              <a:lnSpc>
                <a:spcPct val="115000"/>
              </a:lnSpc>
              <a:spcBef>
                <a:spcPts val="0"/>
              </a:spcBef>
              <a:spcAft>
                <a:spcPts val="0"/>
              </a:spcAft>
              <a:buSzPct val="100000"/>
              <a:buChar char="•"/>
            </a:pPr>
            <a:r>
              <a:rPr b="1" lang="en-US" sz="2500">
                <a:latin typeface="Arial"/>
                <a:ea typeface="Arial"/>
                <a:cs typeface="Arial"/>
                <a:sym typeface="Arial"/>
              </a:rPr>
              <a:t>Class:</a:t>
            </a:r>
            <a:r>
              <a:rPr lang="en-US" sz="2500">
                <a:latin typeface="Arial"/>
                <a:ea typeface="Arial"/>
                <a:cs typeface="Arial"/>
                <a:sym typeface="Arial"/>
              </a:rPr>
              <a:t> </a:t>
            </a:r>
            <a:r>
              <a:rPr lang="en-US" sz="2500">
                <a:solidFill>
                  <a:srgbClr val="188038"/>
                </a:solidFill>
                <a:latin typeface="Roboto Mono"/>
                <a:ea typeface="Roboto Mono"/>
                <a:cs typeface="Roboto Mono"/>
                <a:sym typeface="Roboto Mono"/>
              </a:rPr>
              <a:t>HttpServlet</a:t>
            </a:r>
            <a:endParaRPr sz="2500">
              <a:solidFill>
                <a:srgbClr val="188038"/>
              </a:solidFill>
              <a:latin typeface="Roboto Mono"/>
              <a:ea typeface="Roboto Mono"/>
              <a:cs typeface="Roboto Mono"/>
              <a:sym typeface="Roboto Mono"/>
            </a:endParaRPr>
          </a:p>
          <a:p>
            <a:pPr indent="-315912" lvl="0" marL="342900" rtl="0" algn="l">
              <a:lnSpc>
                <a:spcPct val="115000"/>
              </a:lnSpc>
              <a:spcBef>
                <a:spcPts val="0"/>
              </a:spcBef>
              <a:spcAft>
                <a:spcPts val="0"/>
              </a:spcAft>
              <a:buSzPct val="100000"/>
              <a:buChar char="•"/>
            </a:pPr>
            <a:r>
              <a:rPr b="1" lang="en-US" sz="2500">
                <a:latin typeface="Arial"/>
                <a:ea typeface="Arial"/>
                <a:cs typeface="Arial"/>
                <a:sym typeface="Arial"/>
              </a:rPr>
              <a:t>Extends:</a:t>
            </a:r>
            <a:r>
              <a:rPr lang="en-US" sz="2500">
                <a:latin typeface="Arial"/>
                <a:ea typeface="Arial"/>
                <a:cs typeface="Arial"/>
                <a:sym typeface="Arial"/>
              </a:rPr>
              <a:t> </a:t>
            </a:r>
            <a:r>
              <a:rPr lang="en-US" sz="2500">
                <a:solidFill>
                  <a:srgbClr val="188038"/>
                </a:solidFill>
                <a:latin typeface="Roboto Mono"/>
                <a:ea typeface="Roboto Mono"/>
                <a:cs typeface="Roboto Mono"/>
                <a:sym typeface="Roboto Mono"/>
              </a:rPr>
              <a:t>javax.servlet.GenericServlet</a:t>
            </a:r>
            <a:endParaRPr sz="2500">
              <a:solidFill>
                <a:srgbClr val="188038"/>
              </a:solidFill>
              <a:latin typeface="Roboto Mono"/>
              <a:ea typeface="Roboto Mono"/>
              <a:cs typeface="Roboto Mono"/>
              <a:sym typeface="Roboto Mono"/>
            </a:endParaRPr>
          </a:p>
          <a:p>
            <a:pPr indent="-315912" lvl="0" marL="342900" rtl="0" algn="l">
              <a:lnSpc>
                <a:spcPct val="115000"/>
              </a:lnSpc>
              <a:spcBef>
                <a:spcPts val="0"/>
              </a:spcBef>
              <a:spcAft>
                <a:spcPts val="0"/>
              </a:spcAft>
              <a:buSzPct val="100000"/>
              <a:buChar char="•"/>
            </a:pPr>
            <a:r>
              <a:rPr b="1" lang="en-US" sz="2500">
                <a:latin typeface="Arial"/>
                <a:ea typeface="Arial"/>
                <a:cs typeface="Arial"/>
                <a:sym typeface="Arial"/>
              </a:rPr>
              <a:t>Type:</a:t>
            </a:r>
            <a:r>
              <a:rPr lang="en-US" sz="2500">
                <a:latin typeface="Arial"/>
                <a:ea typeface="Arial"/>
                <a:cs typeface="Arial"/>
                <a:sym typeface="Arial"/>
              </a:rPr>
              <a:t> HTTP protocol-specific servlet</a:t>
            </a:r>
            <a:endParaRPr sz="2500">
              <a:latin typeface="Arial"/>
              <a:ea typeface="Arial"/>
              <a:cs typeface="Arial"/>
              <a:sym typeface="Arial"/>
            </a:endParaRPr>
          </a:p>
          <a:p>
            <a:pPr indent="-315912" lvl="0" marL="342900" rtl="0" algn="l">
              <a:lnSpc>
                <a:spcPct val="115000"/>
              </a:lnSpc>
              <a:spcBef>
                <a:spcPts val="0"/>
              </a:spcBef>
              <a:spcAft>
                <a:spcPts val="0"/>
              </a:spcAft>
              <a:buSzPct val="100000"/>
              <a:buChar char="•"/>
            </a:pPr>
            <a:r>
              <a:rPr b="1" lang="en-US" sz="2500">
                <a:latin typeface="Arial"/>
                <a:ea typeface="Arial"/>
                <a:cs typeface="Arial"/>
                <a:sym typeface="Arial"/>
              </a:rPr>
              <a:t>Important Methods:</a:t>
            </a:r>
            <a:br>
              <a:rPr b="1" lang="en-US" sz="2500">
                <a:latin typeface="Arial"/>
                <a:ea typeface="Arial"/>
                <a:cs typeface="Arial"/>
                <a:sym typeface="Arial"/>
              </a:rPr>
            </a:br>
            <a:endParaRPr b="1" sz="2500">
              <a:latin typeface="Arial"/>
              <a:ea typeface="Arial"/>
              <a:cs typeface="Arial"/>
              <a:sym typeface="Arial"/>
            </a:endParaRPr>
          </a:p>
          <a:p>
            <a:pPr indent="-258762" lvl="1" marL="742950" rtl="0" algn="l">
              <a:lnSpc>
                <a:spcPct val="115000"/>
              </a:lnSpc>
              <a:spcBef>
                <a:spcPts val="0"/>
              </a:spcBef>
              <a:spcAft>
                <a:spcPts val="0"/>
              </a:spcAft>
              <a:buSzPct val="100000"/>
              <a:buChar char="–"/>
            </a:pPr>
            <a:r>
              <a:rPr lang="en-US" sz="2500">
                <a:solidFill>
                  <a:srgbClr val="188038"/>
                </a:solidFill>
                <a:latin typeface="Roboto Mono"/>
                <a:ea typeface="Roboto Mono"/>
                <a:cs typeface="Roboto Mono"/>
                <a:sym typeface="Roboto Mono"/>
              </a:rPr>
              <a:t>doGet(HttpServletRequest request, HttpServletResponse response)</a:t>
            </a:r>
            <a:endParaRPr sz="2500">
              <a:solidFill>
                <a:srgbClr val="188038"/>
              </a:solidFill>
              <a:latin typeface="Roboto Mono"/>
              <a:ea typeface="Roboto Mono"/>
              <a:cs typeface="Roboto Mono"/>
              <a:sym typeface="Roboto Mono"/>
            </a:endParaRPr>
          </a:p>
          <a:p>
            <a:pPr indent="-258762" lvl="1" marL="742950" rtl="0" algn="l">
              <a:lnSpc>
                <a:spcPct val="115000"/>
              </a:lnSpc>
              <a:spcBef>
                <a:spcPts val="0"/>
              </a:spcBef>
              <a:spcAft>
                <a:spcPts val="0"/>
              </a:spcAft>
              <a:buSzPct val="100000"/>
              <a:buChar char="–"/>
            </a:pPr>
            <a:r>
              <a:rPr lang="en-US" sz="2500">
                <a:solidFill>
                  <a:srgbClr val="188038"/>
                </a:solidFill>
                <a:latin typeface="Roboto Mono"/>
                <a:ea typeface="Roboto Mono"/>
                <a:cs typeface="Roboto Mono"/>
                <a:sym typeface="Roboto Mono"/>
              </a:rPr>
              <a:t>doPost(HttpServletRequest request, HttpServletResponse response)</a:t>
            </a:r>
            <a:endParaRPr sz="2500">
              <a:solidFill>
                <a:srgbClr val="188038"/>
              </a:solidFill>
              <a:latin typeface="Roboto Mono"/>
              <a:ea typeface="Roboto Mono"/>
              <a:cs typeface="Roboto Mono"/>
              <a:sym typeface="Roboto Mono"/>
            </a:endParaRPr>
          </a:p>
          <a:p>
            <a:pPr indent="-258762" lvl="1" marL="742950" rtl="0" algn="l">
              <a:lnSpc>
                <a:spcPct val="115000"/>
              </a:lnSpc>
              <a:spcBef>
                <a:spcPts val="0"/>
              </a:spcBef>
              <a:spcAft>
                <a:spcPts val="0"/>
              </a:spcAft>
              <a:buSzPct val="100000"/>
              <a:buChar char="–"/>
            </a:pPr>
            <a:r>
              <a:rPr lang="en-US" sz="2500">
                <a:solidFill>
                  <a:srgbClr val="188038"/>
                </a:solidFill>
                <a:latin typeface="Roboto Mono"/>
                <a:ea typeface="Roboto Mono"/>
                <a:cs typeface="Roboto Mono"/>
                <a:sym typeface="Roboto Mono"/>
              </a:rPr>
              <a:t>doPut()</a:t>
            </a:r>
            <a:endParaRPr sz="2500">
              <a:solidFill>
                <a:srgbClr val="188038"/>
              </a:solidFill>
              <a:latin typeface="Roboto Mono"/>
              <a:ea typeface="Roboto Mono"/>
              <a:cs typeface="Roboto Mono"/>
              <a:sym typeface="Roboto Mono"/>
            </a:endParaRPr>
          </a:p>
          <a:p>
            <a:pPr indent="-258762" lvl="1" marL="742950" rtl="0" algn="l">
              <a:lnSpc>
                <a:spcPct val="115000"/>
              </a:lnSpc>
              <a:spcBef>
                <a:spcPts val="0"/>
              </a:spcBef>
              <a:spcAft>
                <a:spcPts val="0"/>
              </a:spcAft>
              <a:buSzPct val="100000"/>
              <a:buChar char="–"/>
            </a:pPr>
            <a:r>
              <a:rPr lang="en-US" sz="2500">
                <a:solidFill>
                  <a:srgbClr val="188038"/>
                </a:solidFill>
                <a:latin typeface="Roboto Mono"/>
                <a:ea typeface="Roboto Mono"/>
                <a:cs typeface="Roboto Mono"/>
                <a:sym typeface="Roboto Mono"/>
              </a:rPr>
              <a:t>doDelete()</a:t>
            </a:r>
            <a:endParaRPr sz="2500">
              <a:solidFill>
                <a:srgbClr val="188038"/>
              </a:solidFill>
              <a:latin typeface="Roboto Mono"/>
              <a:ea typeface="Roboto Mono"/>
              <a:cs typeface="Roboto Mono"/>
              <a:sym typeface="Roboto Mono"/>
            </a:endParaRPr>
          </a:p>
          <a:p>
            <a:pPr indent="-258762" lvl="1" marL="742950" rtl="0" algn="l">
              <a:lnSpc>
                <a:spcPct val="115000"/>
              </a:lnSpc>
              <a:spcBef>
                <a:spcPts val="0"/>
              </a:spcBef>
              <a:spcAft>
                <a:spcPts val="0"/>
              </a:spcAft>
              <a:buSzPct val="100000"/>
              <a:buChar char="–"/>
            </a:pPr>
            <a:r>
              <a:rPr lang="en-US" sz="2500">
                <a:solidFill>
                  <a:srgbClr val="188038"/>
                </a:solidFill>
                <a:latin typeface="Roboto Mono"/>
                <a:ea typeface="Roboto Mono"/>
                <a:cs typeface="Roboto Mono"/>
                <a:sym typeface="Roboto Mono"/>
              </a:rPr>
              <a:t>doHead()</a:t>
            </a:r>
            <a:endParaRPr sz="2500">
              <a:solidFill>
                <a:srgbClr val="188038"/>
              </a:solidFill>
              <a:latin typeface="Roboto Mono"/>
              <a:ea typeface="Roboto Mono"/>
              <a:cs typeface="Roboto Mono"/>
              <a:sym typeface="Roboto Mono"/>
            </a:endParaRPr>
          </a:p>
          <a:p>
            <a:pPr indent="0" lvl="0" marL="0" rtl="0" algn="l">
              <a:lnSpc>
                <a:spcPct val="115000"/>
              </a:lnSpc>
              <a:spcBef>
                <a:spcPts val="1400"/>
              </a:spcBef>
              <a:spcAft>
                <a:spcPts val="0"/>
              </a:spcAft>
              <a:buNone/>
            </a:pPr>
            <a:r>
              <a:rPr b="1" lang="en-US" sz="2900">
                <a:latin typeface="Arial"/>
                <a:ea typeface="Arial"/>
                <a:cs typeface="Arial"/>
                <a:sym typeface="Arial"/>
              </a:rPr>
              <a:t>✔ Key Points:</a:t>
            </a:r>
            <a:endParaRPr b="1" sz="2900">
              <a:latin typeface="Arial"/>
              <a:ea typeface="Arial"/>
              <a:cs typeface="Arial"/>
              <a:sym typeface="Arial"/>
            </a:endParaRPr>
          </a:p>
          <a:p>
            <a:pPr indent="-329882" lvl="0" marL="457200" rtl="0" algn="l">
              <a:lnSpc>
                <a:spcPct val="115000"/>
              </a:lnSpc>
              <a:spcBef>
                <a:spcPts val="1200"/>
              </a:spcBef>
              <a:spcAft>
                <a:spcPts val="0"/>
              </a:spcAft>
              <a:buSzPct val="100000"/>
              <a:buChar char="●"/>
            </a:pPr>
            <a:r>
              <a:rPr lang="en-US" sz="2900">
                <a:latin typeface="Arial"/>
                <a:ea typeface="Arial"/>
                <a:cs typeface="Arial"/>
                <a:sym typeface="Arial"/>
              </a:rPr>
              <a:t>Used for handling HTTP requests.</a:t>
            </a:r>
            <a:endParaRPr sz="2900">
              <a:latin typeface="Arial"/>
              <a:ea typeface="Arial"/>
              <a:cs typeface="Arial"/>
              <a:sym typeface="Arial"/>
            </a:endParaRPr>
          </a:p>
          <a:p>
            <a:pPr indent="-329882" lvl="0" marL="457200" rtl="0" algn="l">
              <a:lnSpc>
                <a:spcPct val="115000"/>
              </a:lnSpc>
              <a:spcBef>
                <a:spcPts val="0"/>
              </a:spcBef>
              <a:spcAft>
                <a:spcPts val="0"/>
              </a:spcAft>
              <a:buSzPct val="100000"/>
              <a:buChar char="●"/>
            </a:pPr>
            <a:r>
              <a:rPr lang="en-US" sz="2900">
                <a:latin typeface="Arial"/>
                <a:ea typeface="Arial"/>
                <a:cs typeface="Arial"/>
                <a:sym typeface="Arial"/>
              </a:rPr>
              <a:t>We override </a:t>
            </a:r>
            <a:r>
              <a:rPr lang="en-US" sz="2900">
                <a:solidFill>
                  <a:srgbClr val="188038"/>
                </a:solidFill>
                <a:latin typeface="Roboto Mono"/>
                <a:ea typeface="Roboto Mono"/>
                <a:cs typeface="Roboto Mono"/>
                <a:sym typeface="Roboto Mono"/>
              </a:rPr>
              <a:t>doGet()</a:t>
            </a:r>
            <a:r>
              <a:rPr lang="en-US" sz="2900">
                <a:latin typeface="Arial"/>
                <a:ea typeface="Arial"/>
                <a:cs typeface="Arial"/>
                <a:sym typeface="Arial"/>
              </a:rPr>
              <a:t> or </a:t>
            </a:r>
            <a:r>
              <a:rPr lang="en-US" sz="2900">
                <a:solidFill>
                  <a:srgbClr val="188038"/>
                </a:solidFill>
                <a:latin typeface="Roboto Mono"/>
                <a:ea typeface="Roboto Mono"/>
                <a:cs typeface="Roboto Mono"/>
                <a:sym typeface="Roboto Mono"/>
              </a:rPr>
              <a:t>doPost()</a:t>
            </a:r>
            <a:r>
              <a:rPr lang="en-US" sz="2900">
                <a:latin typeface="Arial"/>
                <a:ea typeface="Arial"/>
                <a:cs typeface="Arial"/>
                <a:sym typeface="Arial"/>
              </a:rPr>
              <a:t> instead of </a:t>
            </a:r>
            <a:r>
              <a:rPr lang="en-US" sz="2900">
                <a:solidFill>
                  <a:srgbClr val="188038"/>
                </a:solidFill>
                <a:latin typeface="Roboto Mono"/>
                <a:ea typeface="Roboto Mono"/>
                <a:cs typeface="Roboto Mono"/>
                <a:sym typeface="Roboto Mono"/>
              </a:rPr>
              <a:t>service()</a:t>
            </a:r>
            <a:r>
              <a:rPr lang="en-US" sz="2900">
                <a:latin typeface="Arial"/>
                <a:ea typeface="Arial"/>
                <a:cs typeface="Arial"/>
                <a:sym typeface="Arial"/>
              </a:rPr>
              <a:t>.</a:t>
            </a:r>
            <a:endParaRPr sz="2900">
              <a:latin typeface="Arial"/>
              <a:ea typeface="Arial"/>
              <a:cs typeface="Arial"/>
              <a:sym typeface="Arial"/>
            </a:endParaRPr>
          </a:p>
          <a:p>
            <a:pPr indent="-329882" lvl="0" marL="457200" rtl="0" algn="l">
              <a:lnSpc>
                <a:spcPct val="115000"/>
              </a:lnSpc>
              <a:spcBef>
                <a:spcPts val="0"/>
              </a:spcBef>
              <a:spcAft>
                <a:spcPts val="0"/>
              </a:spcAft>
              <a:buSzPct val="100000"/>
              <a:buChar char="●"/>
            </a:pPr>
            <a:r>
              <a:rPr lang="en-US" sz="2900">
                <a:latin typeface="Arial"/>
                <a:ea typeface="Arial"/>
                <a:cs typeface="Arial"/>
                <a:sym typeface="Arial"/>
              </a:rPr>
              <a:t>It is more commonly used in web applications.</a:t>
            </a:r>
            <a:br>
              <a:rPr lang="en-US" sz="2900">
                <a:latin typeface="Arial"/>
                <a:ea typeface="Arial"/>
                <a:cs typeface="Arial"/>
                <a:sym typeface="Arial"/>
              </a:rPr>
            </a:br>
            <a:endParaRPr b="1" sz="29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3bf14bc5d42_0_9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Genericservlet example</a:t>
            </a:r>
            <a:endParaRPr/>
          </a:p>
        </p:txBody>
      </p:sp>
      <p:sp>
        <p:nvSpPr>
          <p:cNvPr id="364" name="Google Shape;364;g3bf14bc5d42_0_92"/>
          <p:cNvSpPr txBox="1"/>
          <p:nvPr>
            <p:ph idx="1" type="body"/>
          </p:nvPr>
        </p:nvSpPr>
        <p:spPr>
          <a:xfrm>
            <a:off x="457200" y="1600200"/>
            <a:ext cx="8229600" cy="5257800"/>
          </a:xfrm>
          <a:prstGeom prst="rect">
            <a:avLst/>
          </a:prstGeom>
        </p:spPr>
        <p:txBody>
          <a:bodyPr anchorCtr="0" anchor="t" bIns="45700" lIns="91425" spcFirstLastPara="1" rIns="91425" wrap="square" tIns="45700">
            <a:normAutofit fontScale="55000" lnSpcReduction="20000"/>
          </a:bodyPr>
          <a:lstStyle/>
          <a:p>
            <a:pPr indent="0" lvl="0" marL="0" rtl="0" algn="l">
              <a:spcBef>
                <a:spcPts val="360"/>
              </a:spcBef>
              <a:spcAft>
                <a:spcPts val="0"/>
              </a:spcAft>
              <a:buNone/>
            </a:pPr>
            <a:r>
              <a:rPr lang="en-US"/>
              <a:t>import java.io.*;</a:t>
            </a:r>
            <a:endParaRPr/>
          </a:p>
          <a:p>
            <a:pPr indent="0" lvl="0" marL="0" rtl="0" algn="l">
              <a:spcBef>
                <a:spcPts val="360"/>
              </a:spcBef>
              <a:spcAft>
                <a:spcPts val="0"/>
              </a:spcAft>
              <a:buNone/>
            </a:pPr>
            <a:r>
              <a:rPr lang="en-US"/>
              <a:t>import javax.servlet.*;</a:t>
            </a:r>
            <a:endParaRPr/>
          </a:p>
          <a:p>
            <a:pPr indent="0" lvl="0" marL="0" rtl="0" algn="l">
              <a:spcBef>
                <a:spcPts val="360"/>
              </a:spcBef>
              <a:spcAft>
                <a:spcPts val="0"/>
              </a:spcAft>
              <a:buNone/>
            </a:pPr>
            <a:r>
              <a:rPr lang="en-US"/>
              <a:t>public class MyGenericServlet extends GenericServlet {</a:t>
            </a:r>
            <a:endParaRPr/>
          </a:p>
          <a:p>
            <a:pPr indent="0" lvl="0" marL="0" rtl="0" algn="l">
              <a:spcBef>
                <a:spcPts val="360"/>
              </a:spcBef>
              <a:spcAft>
                <a:spcPts val="0"/>
              </a:spcAft>
              <a:buNone/>
            </a:pPr>
            <a:r>
              <a:rPr lang="en-US"/>
              <a:t>    @Override</a:t>
            </a:r>
            <a:endParaRPr/>
          </a:p>
          <a:p>
            <a:pPr indent="0" lvl="0" marL="0" rtl="0" algn="l">
              <a:spcBef>
                <a:spcPts val="360"/>
              </a:spcBef>
              <a:spcAft>
                <a:spcPts val="0"/>
              </a:spcAft>
              <a:buNone/>
            </a:pPr>
            <a:r>
              <a:rPr lang="en-US"/>
              <a:t>    public void service(ServletRequest request, ServletResponse response)</a:t>
            </a:r>
            <a:endParaRPr/>
          </a:p>
          <a:p>
            <a:pPr indent="0" lvl="0" marL="0" rtl="0" algn="l">
              <a:spcBef>
                <a:spcPts val="360"/>
              </a:spcBef>
              <a:spcAft>
                <a:spcPts val="0"/>
              </a:spcAft>
              <a:buNone/>
            </a:pPr>
            <a:r>
              <a:rPr lang="en-US"/>
              <a:t>            throws ServletException, IOException {</a:t>
            </a:r>
            <a:endParaRPr/>
          </a:p>
          <a:p>
            <a:pPr indent="0" lvl="0" marL="0" rtl="0" algn="l">
              <a:spcBef>
                <a:spcPts val="360"/>
              </a:spcBef>
              <a:spcAft>
                <a:spcPts val="0"/>
              </a:spcAft>
              <a:buNone/>
            </a:pPr>
            <a:r>
              <a:rPr lang="en-US"/>
              <a:t>        // Set response content type</a:t>
            </a:r>
            <a:endParaRPr/>
          </a:p>
          <a:p>
            <a:pPr indent="0" lvl="0" marL="0" rtl="0" algn="l">
              <a:spcBef>
                <a:spcPts val="360"/>
              </a:spcBef>
              <a:spcAft>
                <a:spcPts val="0"/>
              </a:spcAft>
              <a:buNone/>
            </a:pPr>
            <a:r>
              <a:rPr lang="en-US"/>
              <a:t>        response.setContentType("text/html");</a:t>
            </a:r>
            <a:endParaRPr/>
          </a:p>
          <a:p>
            <a:pPr indent="0" lvl="0" marL="0" rtl="0" algn="l">
              <a:spcBef>
                <a:spcPts val="360"/>
              </a:spcBef>
              <a:spcAft>
                <a:spcPts val="0"/>
              </a:spcAft>
              <a:buNone/>
            </a:pPr>
            <a:r>
              <a:rPr lang="en-US"/>
              <a:t>        // Get writer object</a:t>
            </a:r>
            <a:endParaRPr/>
          </a:p>
          <a:p>
            <a:pPr indent="0" lvl="0" marL="0" rtl="0" algn="l">
              <a:spcBef>
                <a:spcPts val="360"/>
              </a:spcBef>
              <a:spcAft>
                <a:spcPts val="0"/>
              </a:spcAft>
              <a:buNone/>
            </a:pPr>
            <a:r>
              <a:rPr lang="en-US"/>
              <a:t>        PrintWriter out = response.getWriter();</a:t>
            </a:r>
            <a:endParaRPr/>
          </a:p>
          <a:p>
            <a:pPr indent="0" lvl="0" marL="0" rtl="0" algn="l">
              <a:spcBef>
                <a:spcPts val="360"/>
              </a:spcBef>
              <a:spcAft>
                <a:spcPts val="0"/>
              </a:spcAft>
              <a:buNone/>
            </a:pPr>
            <a:r>
              <a:rPr lang="en-US"/>
              <a:t>        // Write response</a:t>
            </a:r>
            <a:endParaRPr/>
          </a:p>
          <a:p>
            <a:pPr indent="0" lvl="0" marL="0" rtl="0" algn="l">
              <a:spcBef>
                <a:spcPts val="360"/>
              </a:spcBef>
              <a:spcAft>
                <a:spcPts val="0"/>
              </a:spcAft>
              <a:buNone/>
            </a:pPr>
            <a:r>
              <a:rPr lang="en-US"/>
              <a:t>        out.println("&lt;html&gt;");</a:t>
            </a:r>
            <a:endParaRPr/>
          </a:p>
          <a:p>
            <a:pPr indent="0" lvl="0" marL="0" rtl="0" algn="l">
              <a:spcBef>
                <a:spcPts val="360"/>
              </a:spcBef>
              <a:spcAft>
                <a:spcPts val="0"/>
              </a:spcAft>
              <a:buNone/>
            </a:pPr>
            <a:r>
              <a:rPr lang="en-US"/>
              <a:t>        out.println("&lt;body&gt;");</a:t>
            </a:r>
            <a:endParaRPr/>
          </a:p>
          <a:p>
            <a:pPr indent="0" lvl="0" marL="0" rtl="0" algn="l">
              <a:spcBef>
                <a:spcPts val="360"/>
              </a:spcBef>
              <a:spcAft>
                <a:spcPts val="0"/>
              </a:spcAft>
              <a:buNone/>
            </a:pPr>
            <a:r>
              <a:rPr lang="en-US"/>
              <a:t>        out.println("&lt;h2&gt;Hello, this is a GenericServlet example!&lt;/h2&gt;");</a:t>
            </a:r>
            <a:endParaRPr/>
          </a:p>
          <a:p>
            <a:pPr indent="0" lvl="0" marL="0" rtl="0" algn="l">
              <a:spcBef>
                <a:spcPts val="360"/>
              </a:spcBef>
              <a:spcAft>
                <a:spcPts val="0"/>
              </a:spcAft>
              <a:buNone/>
            </a:pPr>
            <a:r>
              <a:rPr lang="en-US"/>
              <a:t>        out.println("&lt;/body&gt;");</a:t>
            </a:r>
            <a:endParaRPr/>
          </a:p>
          <a:p>
            <a:pPr indent="0" lvl="0" marL="0" rtl="0" algn="l">
              <a:spcBef>
                <a:spcPts val="360"/>
              </a:spcBef>
              <a:spcAft>
                <a:spcPts val="0"/>
              </a:spcAft>
              <a:buNone/>
            </a:pPr>
            <a:r>
              <a:rPr lang="en-US"/>
              <a:t>        out.println("&lt;/html&gt;");</a:t>
            </a:r>
            <a:endParaRPr/>
          </a:p>
          <a:p>
            <a:pPr indent="0" lvl="0" marL="0" rtl="0" algn="l">
              <a:spcBef>
                <a:spcPts val="360"/>
              </a:spcBef>
              <a:spcAft>
                <a:spcPts val="0"/>
              </a:spcAft>
              <a:buNone/>
            </a:pPr>
            <a:r>
              <a:rPr lang="en-US"/>
              <a:t>    }</a:t>
            </a:r>
            <a:endParaRPr/>
          </a:p>
          <a:p>
            <a:pPr indent="0" lvl="0" marL="0" rtl="0" algn="l">
              <a:spcBef>
                <a:spcPts val="360"/>
              </a:spcBef>
              <a:spcAft>
                <a:spcPts val="0"/>
              </a:spcAft>
              <a:buNone/>
            </a:pPr>
            <a:r>
              <a:rPr lang="en-US"/>
              <a:t>}</a:t>
            </a:r>
            <a:endParaRPr/>
          </a:p>
          <a:p>
            <a:pPr indent="0" lvl="0" marL="0" rtl="0" algn="l">
              <a:spcBef>
                <a:spcPts val="360"/>
              </a:spcBef>
              <a:spcAft>
                <a:spcPts val="0"/>
              </a:spcAft>
              <a:buNone/>
            </a:pPr>
            <a:r>
              <a:t/>
            </a:r>
            <a:endParaRPr/>
          </a:p>
        </p:txBody>
      </p:sp>
      <p:sp>
        <p:nvSpPr>
          <p:cNvPr id="365" name="Google Shape;365;g3bf14bc5d42_0_9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g3bf14bc5d42_0_9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Generic Servlet</a:t>
            </a:r>
            <a:endParaRPr/>
          </a:p>
        </p:txBody>
      </p:sp>
      <p:sp>
        <p:nvSpPr>
          <p:cNvPr id="372" name="Google Shape;372;g3bf14bc5d42_0_99"/>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92500" lnSpcReduction="20000"/>
          </a:bodyPr>
          <a:lstStyle/>
          <a:p>
            <a:pPr indent="-340677" lvl="0" marL="457200" rtl="0" algn="l">
              <a:lnSpc>
                <a:spcPct val="115000"/>
              </a:lnSpc>
              <a:spcBef>
                <a:spcPts val="1200"/>
              </a:spcBef>
              <a:spcAft>
                <a:spcPts val="0"/>
              </a:spcAft>
              <a:buSzPct val="100000"/>
              <a:buAutoNum type="arabicPeriod"/>
            </a:pPr>
            <a:r>
              <a:rPr lang="en-US" sz="1908">
                <a:latin typeface="Arial"/>
                <a:ea typeface="Arial"/>
                <a:cs typeface="Arial"/>
                <a:sym typeface="Arial"/>
              </a:rPr>
              <a:t>Client sends request to:</a:t>
            </a:r>
            <a:br>
              <a:rPr lang="en-US" sz="1908">
                <a:latin typeface="Arial"/>
                <a:ea typeface="Arial"/>
                <a:cs typeface="Arial"/>
                <a:sym typeface="Arial"/>
              </a:rPr>
            </a:br>
            <a:r>
              <a:rPr lang="en-US" sz="1908">
                <a:latin typeface="Arial"/>
                <a:ea typeface="Arial"/>
                <a:cs typeface="Arial"/>
                <a:sym typeface="Arial"/>
              </a:rPr>
              <a:t> </a:t>
            </a:r>
            <a:r>
              <a:rPr lang="en-US" sz="1908">
                <a:solidFill>
                  <a:srgbClr val="188038"/>
                </a:solidFill>
                <a:latin typeface="Roboto Mono"/>
                <a:ea typeface="Roboto Mono"/>
                <a:cs typeface="Roboto Mono"/>
                <a:sym typeface="Roboto Mono"/>
              </a:rPr>
              <a:t>http://localhost:8080/YourApp/generic</a:t>
            </a:r>
            <a:br>
              <a:rPr lang="en-US" sz="1908">
                <a:solidFill>
                  <a:srgbClr val="188038"/>
                </a:solidFill>
                <a:latin typeface="Roboto Mono"/>
                <a:ea typeface="Roboto Mono"/>
                <a:cs typeface="Roboto Mono"/>
                <a:sym typeface="Roboto Mono"/>
              </a:rPr>
            </a:br>
            <a:endParaRPr sz="1908">
              <a:solidFill>
                <a:srgbClr val="188038"/>
              </a:solidFill>
              <a:latin typeface="Roboto Mono"/>
              <a:ea typeface="Roboto Mono"/>
              <a:cs typeface="Roboto Mono"/>
              <a:sym typeface="Roboto Mono"/>
            </a:endParaRPr>
          </a:p>
          <a:p>
            <a:pPr indent="-340677" lvl="0" marL="457200" rtl="0" algn="l">
              <a:lnSpc>
                <a:spcPct val="115000"/>
              </a:lnSpc>
              <a:spcBef>
                <a:spcPts val="0"/>
              </a:spcBef>
              <a:spcAft>
                <a:spcPts val="0"/>
              </a:spcAft>
              <a:buSzPct val="100000"/>
              <a:buAutoNum type="arabicPeriod"/>
            </a:pPr>
            <a:r>
              <a:rPr lang="en-US" sz="1908">
                <a:latin typeface="Arial"/>
                <a:ea typeface="Arial"/>
                <a:cs typeface="Arial"/>
                <a:sym typeface="Arial"/>
              </a:rPr>
              <a:t>Web container calls the </a:t>
            </a:r>
            <a:r>
              <a:rPr lang="en-US" sz="1908">
                <a:solidFill>
                  <a:srgbClr val="188038"/>
                </a:solidFill>
                <a:latin typeface="Roboto Mono"/>
                <a:ea typeface="Roboto Mono"/>
                <a:cs typeface="Roboto Mono"/>
                <a:sym typeface="Roboto Mono"/>
              </a:rPr>
              <a:t>service()</a:t>
            </a:r>
            <a:r>
              <a:rPr lang="en-US" sz="1908">
                <a:latin typeface="Arial"/>
                <a:ea typeface="Arial"/>
                <a:cs typeface="Arial"/>
                <a:sym typeface="Arial"/>
              </a:rPr>
              <a:t> method.</a:t>
            </a:r>
            <a:br>
              <a:rPr lang="en-US" sz="1908">
                <a:latin typeface="Arial"/>
                <a:ea typeface="Arial"/>
                <a:cs typeface="Arial"/>
                <a:sym typeface="Arial"/>
              </a:rPr>
            </a:br>
            <a:endParaRPr sz="1908">
              <a:latin typeface="Arial"/>
              <a:ea typeface="Arial"/>
              <a:cs typeface="Arial"/>
              <a:sym typeface="Arial"/>
            </a:endParaRPr>
          </a:p>
          <a:p>
            <a:pPr indent="-340677" lvl="0" marL="457200" rtl="0" algn="l">
              <a:lnSpc>
                <a:spcPct val="115000"/>
              </a:lnSpc>
              <a:spcBef>
                <a:spcPts val="0"/>
              </a:spcBef>
              <a:spcAft>
                <a:spcPts val="0"/>
              </a:spcAft>
              <a:buSzPct val="100000"/>
              <a:buAutoNum type="arabicPeriod"/>
            </a:pPr>
            <a:r>
              <a:rPr lang="en-US" sz="1908">
                <a:latin typeface="Arial"/>
                <a:ea typeface="Arial"/>
                <a:cs typeface="Arial"/>
                <a:sym typeface="Arial"/>
              </a:rPr>
              <a:t>Servlet generates HTML response.</a:t>
            </a:r>
            <a:br>
              <a:rPr lang="en-US" sz="1908">
                <a:latin typeface="Arial"/>
                <a:ea typeface="Arial"/>
                <a:cs typeface="Arial"/>
                <a:sym typeface="Arial"/>
              </a:rPr>
            </a:br>
            <a:endParaRPr sz="1908">
              <a:latin typeface="Arial"/>
              <a:ea typeface="Arial"/>
              <a:cs typeface="Arial"/>
              <a:sym typeface="Arial"/>
            </a:endParaRPr>
          </a:p>
          <a:p>
            <a:pPr indent="-340677" lvl="0" marL="457200" rtl="0" algn="l">
              <a:lnSpc>
                <a:spcPct val="115000"/>
              </a:lnSpc>
              <a:spcBef>
                <a:spcPts val="0"/>
              </a:spcBef>
              <a:spcAft>
                <a:spcPts val="0"/>
              </a:spcAft>
              <a:buSzPct val="100000"/>
              <a:buAutoNum type="arabicPeriod"/>
            </a:pPr>
            <a:r>
              <a:rPr lang="en-US" sz="1908">
                <a:solidFill>
                  <a:srgbClr val="188038"/>
                </a:solidFill>
                <a:latin typeface="Roboto Mono"/>
                <a:ea typeface="Roboto Mono"/>
                <a:cs typeface="Roboto Mono"/>
                <a:sym typeface="Roboto Mono"/>
              </a:rPr>
              <a:t>GenericServlet</a:t>
            </a:r>
            <a:r>
              <a:rPr lang="en-US" sz="1908">
                <a:latin typeface="Arial"/>
                <a:ea typeface="Arial"/>
                <a:cs typeface="Arial"/>
                <a:sym typeface="Arial"/>
              </a:rPr>
              <a:t> is protocol-independent.</a:t>
            </a:r>
            <a:br>
              <a:rPr lang="en-US" sz="1908">
                <a:latin typeface="Arial"/>
                <a:ea typeface="Arial"/>
                <a:cs typeface="Arial"/>
                <a:sym typeface="Arial"/>
              </a:rPr>
            </a:br>
            <a:endParaRPr sz="1908">
              <a:latin typeface="Arial"/>
              <a:ea typeface="Arial"/>
              <a:cs typeface="Arial"/>
              <a:sym typeface="Arial"/>
            </a:endParaRPr>
          </a:p>
          <a:p>
            <a:pPr indent="-340677" lvl="0" marL="457200" rtl="0" algn="l">
              <a:lnSpc>
                <a:spcPct val="115000"/>
              </a:lnSpc>
              <a:spcBef>
                <a:spcPts val="0"/>
              </a:spcBef>
              <a:spcAft>
                <a:spcPts val="0"/>
              </a:spcAft>
              <a:buSzPct val="100000"/>
              <a:buAutoNum type="arabicPeriod"/>
            </a:pPr>
            <a:r>
              <a:rPr lang="en-US" sz="1908">
                <a:latin typeface="Arial"/>
                <a:ea typeface="Arial"/>
                <a:cs typeface="Arial"/>
                <a:sym typeface="Arial"/>
              </a:rPr>
              <a:t>We must override </a:t>
            </a:r>
            <a:r>
              <a:rPr lang="en-US" sz="1908">
                <a:solidFill>
                  <a:srgbClr val="188038"/>
                </a:solidFill>
                <a:latin typeface="Roboto Mono"/>
                <a:ea typeface="Roboto Mono"/>
                <a:cs typeface="Roboto Mono"/>
                <a:sym typeface="Roboto Mono"/>
              </a:rPr>
              <a:t>service()</a:t>
            </a:r>
            <a:r>
              <a:rPr lang="en-US" sz="1908">
                <a:latin typeface="Arial"/>
                <a:ea typeface="Arial"/>
                <a:cs typeface="Arial"/>
                <a:sym typeface="Arial"/>
              </a:rPr>
              <a:t> method.</a:t>
            </a:r>
            <a:br>
              <a:rPr lang="en-US" sz="1908">
                <a:latin typeface="Arial"/>
                <a:ea typeface="Arial"/>
                <a:cs typeface="Arial"/>
                <a:sym typeface="Arial"/>
              </a:rPr>
            </a:br>
            <a:endParaRPr sz="1908">
              <a:latin typeface="Arial"/>
              <a:ea typeface="Arial"/>
              <a:cs typeface="Arial"/>
              <a:sym typeface="Arial"/>
            </a:endParaRPr>
          </a:p>
          <a:p>
            <a:pPr indent="-340677" lvl="0" marL="457200" rtl="0" algn="l">
              <a:lnSpc>
                <a:spcPct val="115000"/>
              </a:lnSpc>
              <a:spcBef>
                <a:spcPts val="0"/>
              </a:spcBef>
              <a:spcAft>
                <a:spcPts val="0"/>
              </a:spcAft>
              <a:buSzPct val="100000"/>
              <a:buAutoNum type="arabicPeriod"/>
            </a:pPr>
            <a:r>
              <a:rPr lang="en-US" sz="1908">
                <a:latin typeface="Arial"/>
                <a:ea typeface="Arial"/>
                <a:cs typeface="Arial"/>
                <a:sym typeface="Arial"/>
              </a:rPr>
              <a:t>It is the parent class of </a:t>
            </a:r>
            <a:r>
              <a:rPr lang="en-US" sz="1908">
                <a:solidFill>
                  <a:srgbClr val="188038"/>
                </a:solidFill>
                <a:latin typeface="Roboto Mono"/>
                <a:ea typeface="Roboto Mono"/>
                <a:cs typeface="Roboto Mono"/>
                <a:sym typeface="Roboto Mono"/>
              </a:rPr>
              <a:t>HttpServlet</a:t>
            </a:r>
            <a:r>
              <a:rPr lang="en-US" sz="1908">
                <a:latin typeface="Arial"/>
                <a:ea typeface="Arial"/>
                <a:cs typeface="Arial"/>
                <a:sym typeface="Arial"/>
              </a:rPr>
              <a:t>.</a:t>
            </a:r>
            <a:br>
              <a:rPr lang="en-US" sz="1908">
                <a:latin typeface="Arial"/>
                <a:ea typeface="Arial"/>
                <a:cs typeface="Arial"/>
                <a:sym typeface="Arial"/>
              </a:rPr>
            </a:br>
            <a:endParaRPr sz="1908">
              <a:latin typeface="Arial"/>
              <a:ea typeface="Arial"/>
              <a:cs typeface="Arial"/>
              <a:sym typeface="Arial"/>
            </a:endParaRPr>
          </a:p>
          <a:p>
            <a:pPr indent="-340677" lvl="0" marL="457200" rtl="0" algn="l">
              <a:lnSpc>
                <a:spcPct val="115000"/>
              </a:lnSpc>
              <a:spcBef>
                <a:spcPts val="0"/>
              </a:spcBef>
              <a:spcAft>
                <a:spcPts val="0"/>
              </a:spcAft>
              <a:buSzPct val="100000"/>
              <a:buAutoNum type="arabicPeriod"/>
            </a:pPr>
            <a:r>
              <a:rPr lang="en-US" sz="1908">
                <a:latin typeface="Arial"/>
                <a:ea typeface="Arial"/>
                <a:cs typeface="Arial"/>
                <a:sym typeface="Arial"/>
              </a:rPr>
              <a:t>Used when application is not strictly HTTP-based.</a:t>
            </a:r>
            <a:br>
              <a:rPr lang="en-US" sz="1908">
                <a:latin typeface="Arial"/>
                <a:ea typeface="Arial"/>
                <a:cs typeface="Arial"/>
                <a:sym typeface="Arial"/>
              </a:rPr>
            </a:br>
            <a:endParaRPr sz="1908">
              <a:latin typeface="Arial"/>
              <a:ea typeface="Arial"/>
              <a:cs typeface="Arial"/>
              <a:sym typeface="Arial"/>
            </a:endParaRPr>
          </a:p>
          <a:p>
            <a:pPr indent="0" lvl="0" marL="0" rtl="0" algn="l">
              <a:spcBef>
                <a:spcPts val="1200"/>
              </a:spcBef>
              <a:spcAft>
                <a:spcPts val="0"/>
              </a:spcAft>
              <a:buNone/>
            </a:pPr>
            <a:r>
              <a:t/>
            </a:r>
            <a:endParaRPr/>
          </a:p>
        </p:txBody>
      </p:sp>
      <p:sp>
        <p:nvSpPr>
          <p:cNvPr id="373" name="Google Shape;373;g3bf14bc5d42_0_9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g3bf14bc5d42_0_10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Basic http Servlet example</a:t>
            </a:r>
            <a:endParaRPr/>
          </a:p>
        </p:txBody>
      </p:sp>
      <p:sp>
        <p:nvSpPr>
          <p:cNvPr id="379" name="Google Shape;379;g3bf14bc5d42_0_10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fontScale="62500" lnSpcReduction="10000"/>
          </a:bodyPr>
          <a:lstStyle/>
          <a:p>
            <a:pPr indent="-342900" lvl="0" marL="342900" rtl="0" algn="l">
              <a:lnSpc>
                <a:spcPct val="90000"/>
              </a:lnSpc>
              <a:spcBef>
                <a:spcPts val="0"/>
              </a:spcBef>
              <a:spcAft>
                <a:spcPts val="0"/>
              </a:spcAft>
              <a:buClr>
                <a:schemeClr val="dk1"/>
              </a:buClr>
              <a:buSzPct val="78431"/>
              <a:buFont typeface="Courier New"/>
              <a:buNone/>
            </a:pPr>
            <a:r>
              <a:rPr lang="en-US" sz="2550">
                <a:latin typeface="Courier New"/>
                <a:ea typeface="Courier New"/>
                <a:cs typeface="Courier New"/>
                <a:sym typeface="Courier New"/>
              </a:rPr>
              <a:t>import java.io.*;</a:t>
            </a:r>
            <a:endParaRPr sz="2550"/>
          </a:p>
          <a:p>
            <a:pPr indent="-342900" lvl="0" marL="342900" rtl="0" algn="l">
              <a:lnSpc>
                <a:spcPct val="90000"/>
              </a:lnSpc>
              <a:spcBef>
                <a:spcPts val="400"/>
              </a:spcBef>
              <a:spcAft>
                <a:spcPts val="0"/>
              </a:spcAft>
              <a:buClr>
                <a:schemeClr val="dk1"/>
              </a:buClr>
              <a:buSzPct val="78431"/>
              <a:buFont typeface="Courier New"/>
              <a:buNone/>
            </a:pPr>
            <a:r>
              <a:rPr lang="en-US" sz="2550">
                <a:latin typeface="Courier New"/>
                <a:ea typeface="Courier New"/>
                <a:cs typeface="Courier New"/>
                <a:sym typeface="Courier New"/>
              </a:rPr>
              <a:t>import javax.servlet.*;</a:t>
            </a:r>
            <a:endParaRPr sz="2550"/>
          </a:p>
          <a:p>
            <a:pPr indent="-342900" lvl="0" marL="342900" rtl="0" algn="l">
              <a:lnSpc>
                <a:spcPct val="90000"/>
              </a:lnSpc>
              <a:spcBef>
                <a:spcPts val="400"/>
              </a:spcBef>
              <a:spcAft>
                <a:spcPts val="0"/>
              </a:spcAft>
              <a:buClr>
                <a:schemeClr val="dk1"/>
              </a:buClr>
              <a:buSzPct val="78431"/>
              <a:buFont typeface="Courier New"/>
              <a:buNone/>
            </a:pPr>
            <a:r>
              <a:rPr lang="en-US" sz="2550">
                <a:latin typeface="Courier New"/>
                <a:ea typeface="Courier New"/>
                <a:cs typeface="Courier New"/>
                <a:sym typeface="Courier New"/>
              </a:rPr>
              <a:t>import javax.servlet.http.*;</a:t>
            </a:r>
            <a:endParaRPr sz="2550"/>
          </a:p>
          <a:p>
            <a:pPr indent="-342900" lvl="0" marL="342900" rtl="0" algn="l">
              <a:lnSpc>
                <a:spcPct val="90000"/>
              </a:lnSpc>
              <a:spcBef>
                <a:spcPts val="400"/>
              </a:spcBef>
              <a:spcAft>
                <a:spcPts val="0"/>
              </a:spcAft>
              <a:buClr>
                <a:schemeClr val="dk1"/>
              </a:buClr>
              <a:buSzPct val="78431"/>
              <a:buFont typeface="Calibri"/>
              <a:buNone/>
            </a:pPr>
            <a:r>
              <a:t/>
            </a:r>
            <a:endParaRPr sz="2550">
              <a:latin typeface="Courier New"/>
              <a:ea typeface="Courier New"/>
              <a:cs typeface="Courier New"/>
              <a:sym typeface="Courier New"/>
            </a:endParaRPr>
          </a:p>
          <a:p>
            <a:pPr indent="-342900" lvl="0" marL="342900" rtl="0" algn="l">
              <a:lnSpc>
                <a:spcPct val="90000"/>
              </a:lnSpc>
              <a:spcBef>
                <a:spcPts val="400"/>
              </a:spcBef>
              <a:spcAft>
                <a:spcPts val="0"/>
              </a:spcAft>
              <a:buClr>
                <a:schemeClr val="dk1"/>
              </a:buClr>
              <a:buSzPct val="78431"/>
              <a:buFont typeface="Courier New"/>
              <a:buNone/>
            </a:pPr>
            <a:r>
              <a:rPr lang="en-US" sz="2550">
                <a:latin typeface="Courier New"/>
                <a:ea typeface="Courier New"/>
                <a:cs typeface="Courier New"/>
                <a:sym typeface="Courier New"/>
              </a:rPr>
              <a:t>public class Test extends HttpServlet{</a:t>
            </a:r>
            <a:endParaRPr sz="2550"/>
          </a:p>
          <a:p>
            <a:pPr indent="-342900" lvl="0" marL="342900" rtl="0" algn="l">
              <a:lnSpc>
                <a:spcPct val="90000"/>
              </a:lnSpc>
              <a:spcBef>
                <a:spcPts val="400"/>
              </a:spcBef>
              <a:spcAft>
                <a:spcPts val="0"/>
              </a:spcAft>
              <a:buClr>
                <a:schemeClr val="dk1"/>
              </a:buClr>
              <a:buSzPct val="78431"/>
              <a:buFont typeface="Courier New"/>
              <a:buNone/>
            </a:pPr>
            <a:r>
              <a:rPr lang="en-US" sz="2550">
                <a:latin typeface="Courier New"/>
                <a:ea typeface="Courier New"/>
                <a:cs typeface="Courier New"/>
                <a:sym typeface="Courier New"/>
              </a:rPr>
              <a:t>  public void doGet(HttpServletRequest in, HttpServletResponse out) throws ServletException, IOException {</a:t>
            </a:r>
            <a:endParaRPr sz="2550"/>
          </a:p>
          <a:p>
            <a:pPr indent="-342900" lvl="0" marL="342900" rtl="0" algn="l">
              <a:lnSpc>
                <a:spcPct val="90000"/>
              </a:lnSpc>
              <a:spcBef>
                <a:spcPts val="400"/>
              </a:spcBef>
              <a:spcAft>
                <a:spcPts val="0"/>
              </a:spcAft>
              <a:buClr>
                <a:schemeClr val="dk1"/>
              </a:buClr>
              <a:buSzPct val="78431"/>
              <a:buFont typeface="Courier New"/>
              <a:buNone/>
            </a:pPr>
            <a:r>
              <a:rPr lang="en-US" sz="2550">
                <a:latin typeface="Courier New"/>
                <a:ea typeface="Courier New"/>
                <a:cs typeface="Courier New"/>
                <a:sym typeface="Courier New"/>
              </a:rPr>
              <a:t>    out.setContentType(“text/html”);</a:t>
            </a:r>
            <a:endParaRPr sz="2550"/>
          </a:p>
          <a:p>
            <a:pPr indent="-342900" lvl="0" marL="342900" rtl="0" algn="l">
              <a:lnSpc>
                <a:spcPct val="90000"/>
              </a:lnSpc>
              <a:spcBef>
                <a:spcPts val="400"/>
              </a:spcBef>
              <a:spcAft>
                <a:spcPts val="0"/>
              </a:spcAft>
              <a:buClr>
                <a:schemeClr val="dk1"/>
              </a:buClr>
              <a:buSzPct val="78431"/>
              <a:buFont typeface="Courier New"/>
              <a:buNone/>
            </a:pPr>
            <a:r>
              <a:rPr lang="en-US" sz="2550">
                <a:latin typeface="Courier New"/>
                <a:ea typeface="Courier New"/>
                <a:cs typeface="Courier New"/>
                <a:sym typeface="Courier New"/>
              </a:rPr>
              <a:t>    PrintWriter p = out.getWriter();</a:t>
            </a:r>
            <a:endParaRPr sz="2550"/>
          </a:p>
          <a:p>
            <a:pPr indent="-342900" lvl="0" marL="342900" marR="0" rtl="0" algn="l">
              <a:lnSpc>
                <a:spcPct val="90000"/>
              </a:lnSpc>
              <a:spcBef>
                <a:spcPts val="400"/>
              </a:spcBef>
              <a:spcAft>
                <a:spcPts val="0"/>
              </a:spcAft>
              <a:buClr>
                <a:schemeClr val="dk1"/>
              </a:buClr>
              <a:buSzPct val="100000"/>
              <a:buFont typeface="Courier New"/>
              <a:buNone/>
            </a:pPr>
            <a:r>
              <a:rPr lang="en-US" sz="2000">
                <a:latin typeface="Courier New"/>
                <a:ea typeface="Courier New"/>
                <a:cs typeface="Courier New"/>
                <a:sym typeface="Courier New"/>
              </a:rPr>
              <a:t>  </a:t>
            </a:r>
            <a:r>
              <a:rPr lang="en-US" sz="2550">
                <a:latin typeface="Courier New"/>
                <a:ea typeface="Courier New"/>
                <a:cs typeface="Courier New"/>
                <a:sym typeface="Courier New"/>
              </a:rPr>
              <a:t>  p</a:t>
            </a:r>
            <a:r>
              <a:rPr lang="en-US" sz="2550">
                <a:latin typeface="Courier New"/>
                <a:ea typeface="Courier New"/>
                <a:cs typeface="Courier New"/>
                <a:sym typeface="Courier New"/>
              </a:rPr>
              <a:t>.println("&lt;html&gt;");</a:t>
            </a:r>
            <a:endParaRPr sz="2550">
              <a:latin typeface="Courier New"/>
              <a:ea typeface="Courier New"/>
              <a:cs typeface="Courier New"/>
              <a:sym typeface="Courier New"/>
            </a:endParaRPr>
          </a:p>
          <a:p>
            <a:pPr indent="-342900" lvl="0" marL="342900" marR="0" rtl="0" algn="l">
              <a:lnSpc>
                <a:spcPct val="90000"/>
              </a:lnSpc>
              <a:spcBef>
                <a:spcPts val="400"/>
              </a:spcBef>
              <a:spcAft>
                <a:spcPts val="0"/>
              </a:spcAft>
              <a:buClr>
                <a:schemeClr val="dk1"/>
              </a:buClr>
              <a:buSzPct val="78431"/>
              <a:buFont typeface="Courier New"/>
              <a:buNone/>
            </a:pPr>
            <a:r>
              <a:rPr lang="en-US" sz="2550">
                <a:latin typeface="Courier New"/>
                <a:ea typeface="Courier New"/>
                <a:cs typeface="Courier New"/>
                <a:sym typeface="Courier New"/>
              </a:rPr>
              <a:t>        p.println("&lt;body&gt;");</a:t>
            </a:r>
            <a:endParaRPr sz="2550">
              <a:latin typeface="Courier New"/>
              <a:ea typeface="Courier New"/>
              <a:cs typeface="Courier New"/>
              <a:sym typeface="Courier New"/>
            </a:endParaRPr>
          </a:p>
          <a:p>
            <a:pPr indent="-342900" lvl="0" marL="342900" marR="0" rtl="0" algn="l">
              <a:lnSpc>
                <a:spcPct val="90000"/>
              </a:lnSpc>
              <a:spcBef>
                <a:spcPts val="400"/>
              </a:spcBef>
              <a:spcAft>
                <a:spcPts val="0"/>
              </a:spcAft>
              <a:buClr>
                <a:schemeClr val="dk1"/>
              </a:buClr>
              <a:buSzPct val="78431"/>
              <a:buFont typeface="Courier New"/>
              <a:buNone/>
            </a:pPr>
            <a:r>
              <a:rPr lang="en-US" sz="2550">
                <a:latin typeface="Courier New"/>
                <a:ea typeface="Courier New"/>
                <a:cs typeface="Courier New"/>
                <a:sym typeface="Courier New"/>
              </a:rPr>
              <a:t>        p.println("&lt;h2&gt;Hello, this is a HTTPServlet example!&lt;/h2&gt;");</a:t>
            </a:r>
            <a:endParaRPr sz="2550">
              <a:latin typeface="Courier New"/>
              <a:ea typeface="Courier New"/>
              <a:cs typeface="Courier New"/>
              <a:sym typeface="Courier New"/>
            </a:endParaRPr>
          </a:p>
          <a:p>
            <a:pPr indent="-342900" lvl="0" marL="342900" marR="0" rtl="0" algn="l">
              <a:lnSpc>
                <a:spcPct val="90000"/>
              </a:lnSpc>
              <a:spcBef>
                <a:spcPts val="400"/>
              </a:spcBef>
              <a:spcAft>
                <a:spcPts val="0"/>
              </a:spcAft>
              <a:buClr>
                <a:schemeClr val="dk1"/>
              </a:buClr>
              <a:buSzPct val="78431"/>
              <a:buFont typeface="Courier New"/>
              <a:buNone/>
            </a:pPr>
            <a:r>
              <a:rPr lang="en-US" sz="2550">
                <a:latin typeface="Courier New"/>
                <a:ea typeface="Courier New"/>
                <a:cs typeface="Courier New"/>
                <a:sym typeface="Courier New"/>
              </a:rPr>
              <a:t>        p.println("&lt;/body&gt;");</a:t>
            </a:r>
            <a:endParaRPr sz="2550">
              <a:latin typeface="Courier New"/>
              <a:ea typeface="Courier New"/>
              <a:cs typeface="Courier New"/>
              <a:sym typeface="Courier New"/>
            </a:endParaRPr>
          </a:p>
          <a:p>
            <a:pPr indent="-342900" lvl="0" marL="342900" marR="0" rtl="0" algn="l">
              <a:lnSpc>
                <a:spcPct val="90000"/>
              </a:lnSpc>
              <a:spcBef>
                <a:spcPts val="400"/>
              </a:spcBef>
              <a:spcAft>
                <a:spcPts val="0"/>
              </a:spcAft>
              <a:buClr>
                <a:schemeClr val="dk1"/>
              </a:buClr>
              <a:buSzPct val="78431"/>
              <a:buFont typeface="Courier New"/>
              <a:buNone/>
            </a:pPr>
            <a:r>
              <a:rPr lang="en-US" sz="2550">
                <a:latin typeface="Courier New"/>
                <a:ea typeface="Courier New"/>
                <a:cs typeface="Courier New"/>
                <a:sym typeface="Courier New"/>
              </a:rPr>
              <a:t>        p.println("&lt;/html&gt;");</a:t>
            </a:r>
            <a:endParaRPr sz="2550">
              <a:latin typeface="Courier New"/>
              <a:ea typeface="Courier New"/>
              <a:cs typeface="Courier New"/>
              <a:sym typeface="Courier New"/>
            </a:endParaRPr>
          </a:p>
          <a:p>
            <a:pPr indent="-342900" lvl="0" marL="342900" rtl="0" algn="l">
              <a:lnSpc>
                <a:spcPct val="90000"/>
              </a:lnSpc>
              <a:spcBef>
                <a:spcPts val="400"/>
              </a:spcBef>
              <a:spcAft>
                <a:spcPts val="0"/>
              </a:spcAft>
              <a:buClr>
                <a:schemeClr val="dk1"/>
              </a:buClr>
              <a:buSzPct val="100000"/>
              <a:buFont typeface="Courier New"/>
              <a:buNone/>
            </a:pPr>
            <a:r>
              <a:t/>
            </a:r>
            <a:endParaRPr sz="2000">
              <a:latin typeface="Courier New"/>
              <a:ea typeface="Courier New"/>
              <a:cs typeface="Courier New"/>
              <a:sym typeface="Courier New"/>
            </a:endParaRPr>
          </a:p>
          <a:p>
            <a:pPr indent="-342900" lvl="0" marL="342900" rtl="0" algn="l">
              <a:lnSpc>
                <a:spcPct val="90000"/>
              </a:lnSpc>
              <a:spcBef>
                <a:spcPts val="400"/>
              </a:spcBef>
              <a:spcAft>
                <a:spcPts val="0"/>
              </a:spcAft>
              <a:buClr>
                <a:schemeClr val="dk1"/>
              </a:buClr>
              <a:buSzPct val="100000"/>
              <a:buFont typeface="Courier New"/>
              <a:buNone/>
            </a:pPr>
            <a:r>
              <a:rPr lang="en-US" sz="2000">
                <a:latin typeface="Courier New"/>
                <a:ea typeface="Courier New"/>
                <a:cs typeface="Courier New"/>
                <a:sym typeface="Courier New"/>
              </a:rPr>
              <a:t>  }</a:t>
            </a:r>
            <a:endParaRPr/>
          </a:p>
          <a:p>
            <a:pPr indent="-342900" lvl="0" marL="342900" rtl="0" algn="l">
              <a:lnSpc>
                <a:spcPct val="90000"/>
              </a:lnSpc>
              <a:spcBef>
                <a:spcPts val="400"/>
              </a:spcBef>
              <a:spcAft>
                <a:spcPts val="0"/>
              </a:spcAft>
              <a:buClr>
                <a:schemeClr val="dk1"/>
              </a:buClr>
              <a:buSzPct val="100000"/>
              <a:buFont typeface="Courier New"/>
              <a:buNone/>
            </a:pPr>
            <a:r>
              <a:rPr lang="en-US" sz="2000">
                <a:latin typeface="Courier New"/>
                <a:ea typeface="Courier New"/>
                <a:cs typeface="Courier New"/>
                <a:sym typeface="Courier New"/>
              </a:rPr>
              <a:t>}</a:t>
            </a:r>
            <a:endParaRPr/>
          </a:p>
          <a:p>
            <a:pPr indent="-165100" lvl="0" marL="342900" rtl="0" algn="l">
              <a:lnSpc>
                <a:spcPct val="90000"/>
              </a:lnSpc>
              <a:spcBef>
                <a:spcPts val="560"/>
              </a:spcBef>
              <a:spcAft>
                <a:spcPts val="0"/>
              </a:spcAft>
              <a:buClr>
                <a:schemeClr val="dk1"/>
              </a:buClr>
              <a:buSzPct val="100000"/>
              <a:buNone/>
            </a:pPr>
            <a:r>
              <a:t/>
            </a:r>
            <a:endParaRPr sz="2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g3bf14bc5d42_0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Servlet example</a:t>
            </a:r>
            <a:endParaRPr/>
          </a:p>
        </p:txBody>
      </p:sp>
      <p:sp>
        <p:nvSpPr>
          <p:cNvPr id="386" name="Google Shape;386;g3bf14bc5d42_0_0"/>
          <p:cNvSpPr/>
          <p:nvPr>
            <p:ph idx="2" type="tbl"/>
          </p:nvPr>
        </p:nvSpPr>
        <p:spPr>
          <a:xfrm>
            <a:off x="457200" y="1600200"/>
            <a:ext cx="8229600" cy="4526100"/>
          </a:xfrm>
          <a:prstGeom prst="rect">
            <a:avLst/>
          </a:prstGeom>
        </p:spPr>
        <p:txBody>
          <a:bodyPr anchorCtr="0" anchor="t" bIns="45700" lIns="91425" spcFirstLastPara="1" rIns="91425" wrap="square" tIns="45700">
            <a:noAutofit/>
          </a:bodyPr>
          <a:lstStyle/>
          <a:p>
            <a:pPr indent="-342900" lvl="0" marL="457200" rtl="0" algn="l">
              <a:lnSpc>
                <a:spcPct val="115000"/>
              </a:lnSpc>
              <a:spcBef>
                <a:spcPts val="1200"/>
              </a:spcBef>
              <a:spcAft>
                <a:spcPts val="0"/>
              </a:spcAft>
              <a:buClr>
                <a:schemeClr val="dk1"/>
              </a:buClr>
              <a:buSzPts val="1800"/>
              <a:buAutoNum type="arabicPeriod"/>
            </a:pPr>
            <a:r>
              <a:rPr lang="en-US">
                <a:latin typeface="Arial"/>
                <a:ea typeface="Arial"/>
                <a:cs typeface="Arial"/>
                <a:sym typeface="Arial"/>
              </a:rPr>
              <a:t>Client types URL in browser.</a:t>
            </a:r>
            <a:br>
              <a:rPr lang="en-US">
                <a:latin typeface="Arial"/>
                <a:ea typeface="Arial"/>
                <a:cs typeface="Arial"/>
                <a:sym typeface="Arial"/>
              </a:rPr>
            </a:b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AutoNum type="arabicPeriod"/>
            </a:pPr>
            <a:r>
              <a:rPr lang="en-US">
                <a:latin typeface="Arial"/>
                <a:ea typeface="Arial"/>
                <a:cs typeface="Arial"/>
                <a:sym typeface="Arial"/>
              </a:rPr>
              <a:t>Browser sends GET request.</a:t>
            </a:r>
            <a:br>
              <a:rPr lang="en-US">
                <a:latin typeface="Arial"/>
                <a:ea typeface="Arial"/>
                <a:cs typeface="Arial"/>
                <a:sym typeface="Arial"/>
              </a:rPr>
            </a:b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AutoNum type="arabicPeriod"/>
            </a:pPr>
            <a:r>
              <a:rPr lang="en-US">
                <a:latin typeface="Arial"/>
                <a:ea typeface="Arial"/>
                <a:cs typeface="Arial"/>
                <a:sym typeface="Arial"/>
              </a:rPr>
              <a:t>Web container calls </a:t>
            </a:r>
            <a:r>
              <a:rPr lang="en-US">
                <a:solidFill>
                  <a:srgbClr val="188038"/>
                </a:solidFill>
                <a:latin typeface="Roboto Mono"/>
                <a:ea typeface="Roboto Mono"/>
                <a:cs typeface="Roboto Mono"/>
                <a:sym typeface="Roboto Mono"/>
              </a:rPr>
              <a:t>doGet()</a:t>
            </a:r>
            <a:r>
              <a:rPr lang="en-US">
                <a:latin typeface="Arial"/>
                <a:ea typeface="Arial"/>
                <a:cs typeface="Arial"/>
                <a:sym typeface="Arial"/>
              </a:rPr>
              <a:t>.</a:t>
            </a:r>
            <a:br>
              <a:rPr lang="en-US">
                <a:latin typeface="Arial"/>
                <a:ea typeface="Arial"/>
                <a:cs typeface="Arial"/>
                <a:sym typeface="Arial"/>
              </a:rPr>
            </a:b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AutoNum type="arabicPeriod"/>
            </a:pPr>
            <a:r>
              <a:rPr lang="en-US">
                <a:latin typeface="Arial"/>
                <a:ea typeface="Arial"/>
                <a:cs typeface="Arial"/>
                <a:sym typeface="Arial"/>
              </a:rPr>
              <a:t>Servlet generates HTML response.</a:t>
            </a:r>
            <a:br>
              <a:rPr lang="en-US">
                <a:latin typeface="Arial"/>
                <a:ea typeface="Arial"/>
                <a:cs typeface="Arial"/>
                <a:sym typeface="Arial"/>
              </a:rPr>
            </a:br>
            <a:endParaRPr>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AutoNum type="arabicPeriod"/>
            </a:pPr>
            <a:r>
              <a:rPr lang="en-US">
                <a:latin typeface="Arial"/>
                <a:ea typeface="Arial"/>
                <a:cs typeface="Arial"/>
                <a:sym typeface="Arial"/>
              </a:rPr>
              <a:t>Browser displays "HELLO, WORLD!".</a:t>
            </a:r>
            <a:br>
              <a:rPr lang="en-US">
                <a:latin typeface="Arial"/>
                <a:ea typeface="Arial"/>
                <a:cs typeface="Arial"/>
                <a:sym typeface="Arial"/>
              </a:rPr>
            </a:br>
            <a:endParaRPr>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3bf14bc5d42_0_55"/>
          <p:cNvSpPr txBox="1"/>
          <p:nvPr>
            <p:ph type="title"/>
          </p:nvPr>
        </p:nvSpPr>
        <p:spPr>
          <a:xfrm>
            <a:off x="457200" y="274638"/>
            <a:ext cx="8229600" cy="4875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Servlet Life Cycle</a:t>
            </a:r>
            <a:endParaRPr/>
          </a:p>
        </p:txBody>
      </p:sp>
      <p:sp>
        <p:nvSpPr>
          <p:cNvPr id="392" name="Google Shape;392;g3bf14bc5d42_0_55"/>
          <p:cNvSpPr txBox="1"/>
          <p:nvPr>
            <p:ph idx="1" type="body"/>
          </p:nvPr>
        </p:nvSpPr>
        <p:spPr>
          <a:xfrm>
            <a:off x="457200" y="762000"/>
            <a:ext cx="8229600" cy="6096000"/>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spcBef>
                <a:spcPts val="0"/>
              </a:spcBef>
              <a:spcAft>
                <a:spcPts val="0"/>
              </a:spcAft>
              <a:buClr>
                <a:schemeClr val="dk1"/>
              </a:buClr>
              <a:buSzPct val="100000"/>
              <a:buChar char="•"/>
            </a:pPr>
            <a:r>
              <a:rPr lang="en-US"/>
              <a:t>The life cycle of a servlet is controlled by the container in which the servlet has been deployed. When a request is mapped to a servlet, the container performs the following steps. </a:t>
            </a:r>
            <a:endParaRPr/>
          </a:p>
          <a:p>
            <a:pPr indent="-342900" lvl="0" marL="342900" rtl="0" algn="l">
              <a:spcBef>
                <a:spcPts val="592"/>
              </a:spcBef>
              <a:spcAft>
                <a:spcPts val="0"/>
              </a:spcAft>
              <a:buClr>
                <a:schemeClr val="dk1"/>
              </a:buClr>
              <a:buSzPct val="100000"/>
              <a:buChar char="•"/>
            </a:pPr>
            <a:r>
              <a:rPr lang="en-US"/>
              <a:t>If an instance of the servlet does not exist, the web container Loads the servlet class.</a:t>
            </a:r>
            <a:endParaRPr/>
          </a:p>
          <a:p>
            <a:pPr indent="-342900" lvl="0" marL="342900" rtl="0" algn="l">
              <a:spcBef>
                <a:spcPts val="592"/>
              </a:spcBef>
              <a:spcAft>
                <a:spcPts val="0"/>
              </a:spcAft>
              <a:buClr>
                <a:schemeClr val="dk1"/>
              </a:buClr>
              <a:buSzPct val="100000"/>
              <a:buChar char="•"/>
            </a:pPr>
            <a:r>
              <a:rPr lang="en-US"/>
              <a:t>Creates an instance of the servlet class.</a:t>
            </a:r>
            <a:endParaRPr/>
          </a:p>
          <a:p>
            <a:pPr indent="-342900" lvl="0" marL="342900" rtl="0" algn="l">
              <a:spcBef>
                <a:spcPts val="592"/>
              </a:spcBef>
              <a:spcAft>
                <a:spcPts val="0"/>
              </a:spcAft>
              <a:buClr>
                <a:schemeClr val="dk1"/>
              </a:buClr>
              <a:buSzPct val="100000"/>
              <a:buChar char="•"/>
            </a:pPr>
            <a:r>
              <a:rPr lang="en-US"/>
              <a:t>Initializes the servlet instance by calling the </a:t>
            </a:r>
            <a:r>
              <a:rPr b="1" lang="en-US"/>
              <a:t>init</a:t>
            </a:r>
            <a:r>
              <a:rPr lang="en-US"/>
              <a:t> method. </a:t>
            </a:r>
            <a:endParaRPr/>
          </a:p>
          <a:p>
            <a:pPr indent="-342900" lvl="0" marL="342900" rtl="0" algn="l">
              <a:spcBef>
                <a:spcPts val="592"/>
              </a:spcBef>
              <a:spcAft>
                <a:spcPts val="0"/>
              </a:spcAft>
              <a:buClr>
                <a:schemeClr val="dk1"/>
              </a:buClr>
              <a:buSzPct val="100000"/>
              <a:buChar char="•"/>
            </a:pPr>
            <a:r>
              <a:rPr lang="en-US"/>
              <a:t>Invokes the </a:t>
            </a:r>
            <a:r>
              <a:rPr b="1" lang="en-US"/>
              <a:t>service</a:t>
            </a:r>
            <a:r>
              <a:rPr lang="en-US"/>
              <a:t> method, passing request and response objects. </a:t>
            </a:r>
            <a:endParaRPr/>
          </a:p>
          <a:p>
            <a:pPr indent="-342900" lvl="0" marL="342900" rtl="0" algn="l">
              <a:spcBef>
                <a:spcPts val="592"/>
              </a:spcBef>
              <a:spcAft>
                <a:spcPts val="0"/>
              </a:spcAft>
              <a:buClr>
                <a:schemeClr val="dk1"/>
              </a:buClr>
              <a:buSzPct val="100000"/>
              <a:buChar char="•"/>
            </a:pPr>
            <a:r>
              <a:rPr lang="en-US"/>
              <a:t>If the container needs to remove the servlet, it finalizes the servlet by calling the servlet's </a:t>
            </a:r>
            <a:r>
              <a:rPr b="1" lang="en-US"/>
              <a:t>destroy</a:t>
            </a:r>
            <a:r>
              <a:rPr lang="en-US"/>
              <a:t> method.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g3bf14bc5d42_0_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Life Cycle</a:t>
            </a:r>
            <a:endParaRPr/>
          </a:p>
        </p:txBody>
      </p:sp>
      <p:sp>
        <p:nvSpPr>
          <p:cNvPr id="398" name="Google Shape;398;g3bf14bc5d42_0_1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Initialize</a:t>
            </a:r>
            <a:endParaRPr/>
          </a:p>
          <a:p>
            <a:pPr indent="-342900" lvl="0" marL="342900" rtl="0" algn="l">
              <a:spcBef>
                <a:spcPts val="640"/>
              </a:spcBef>
              <a:spcAft>
                <a:spcPts val="0"/>
              </a:spcAft>
              <a:buClr>
                <a:schemeClr val="dk1"/>
              </a:buClr>
              <a:buSzPts val="3200"/>
              <a:buChar char="•"/>
            </a:pPr>
            <a:r>
              <a:rPr lang="en-US"/>
              <a:t>Service</a:t>
            </a:r>
            <a:endParaRPr/>
          </a:p>
          <a:p>
            <a:pPr indent="-342900" lvl="0" marL="342900" rtl="0" algn="l">
              <a:spcBef>
                <a:spcPts val="640"/>
              </a:spcBef>
              <a:spcAft>
                <a:spcPts val="0"/>
              </a:spcAft>
              <a:buClr>
                <a:schemeClr val="dk1"/>
              </a:buClr>
              <a:buSzPts val="3200"/>
              <a:buChar char="•"/>
            </a:pPr>
            <a:r>
              <a:rPr lang="en-US"/>
              <a:t>Destroy</a:t>
            </a:r>
            <a:endParaRPr/>
          </a:p>
        </p:txBody>
      </p:sp>
      <p:pic>
        <p:nvPicPr>
          <p:cNvPr descr="02fig01" id="399" name="Google Shape;399;g3bf14bc5d42_0_19"/>
          <p:cNvPicPr preferRelativeResize="0"/>
          <p:nvPr/>
        </p:nvPicPr>
        <p:blipFill rotWithShape="1">
          <a:blip r:embed="rId3">
            <a:alphaModFix/>
          </a:blip>
          <a:srcRect b="0" l="0" r="0" t="0"/>
          <a:stretch/>
        </p:blipFill>
        <p:spPr>
          <a:xfrm>
            <a:off x="3124200" y="1676400"/>
            <a:ext cx="5205413" cy="3619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g3bf14bc5d42_0_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Life Cycle: Initialize</a:t>
            </a:r>
            <a:endParaRPr/>
          </a:p>
        </p:txBody>
      </p:sp>
      <p:sp>
        <p:nvSpPr>
          <p:cNvPr id="405" name="Google Shape;405;g3bf14bc5d42_0_2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Servlet is created when servlet container receives a request from the client</a:t>
            </a:r>
            <a:endParaRPr/>
          </a:p>
          <a:p>
            <a:pPr indent="0" lvl="0" marL="0" rtl="0" algn="l">
              <a:spcBef>
                <a:spcPts val="400"/>
              </a:spcBef>
              <a:spcAft>
                <a:spcPts val="0"/>
              </a:spcAft>
              <a:buClr>
                <a:schemeClr val="dk1"/>
              </a:buClr>
              <a:buSzPts val="2000"/>
              <a:buNone/>
            </a:pPr>
            <a:r>
              <a:rPr i="1" lang="en-US" sz="2000">
                <a:latin typeface="Arimo"/>
                <a:ea typeface="Arimo"/>
                <a:cs typeface="Arimo"/>
                <a:sym typeface="Arimo"/>
              </a:rPr>
              <a:t>          public void init() throws ServletException</a:t>
            </a:r>
            <a:r>
              <a:rPr i="1" lang="en-US" sz="2000"/>
              <a:t> </a:t>
            </a:r>
            <a:endParaRPr i="1" sz="2000">
              <a:latin typeface="Arial"/>
              <a:ea typeface="Arial"/>
              <a:cs typeface="Arial"/>
              <a:sym typeface="Arial"/>
            </a:endParaRPr>
          </a:p>
          <a:p>
            <a:pPr indent="-342900" lvl="0" marL="342900" rtl="0" algn="l">
              <a:spcBef>
                <a:spcPts val="640"/>
              </a:spcBef>
              <a:spcAft>
                <a:spcPts val="0"/>
              </a:spcAft>
              <a:buClr>
                <a:schemeClr val="dk1"/>
              </a:buClr>
              <a:buSzPts val="3200"/>
              <a:buChar char="•"/>
            </a:pPr>
            <a:r>
              <a:rPr lang="en-US"/>
              <a:t>i</a:t>
            </a:r>
            <a:r>
              <a:rPr lang="en-US"/>
              <a:t>nit() method is called only once</a:t>
            </a:r>
            <a:endParaRPr/>
          </a:p>
        </p:txBody>
      </p:sp>
      <p:pic>
        <p:nvPicPr>
          <p:cNvPr descr="02fig01" id="406" name="Google Shape;406;g3bf14bc5d42_0_25"/>
          <p:cNvPicPr preferRelativeResize="0"/>
          <p:nvPr/>
        </p:nvPicPr>
        <p:blipFill rotWithShape="1">
          <a:blip r:embed="rId3">
            <a:alphaModFix/>
          </a:blip>
          <a:srcRect b="0" l="0" r="0" t="0"/>
          <a:stretch/>
        </p:blipFill>
        <p:spPr>
          <a:xfrm>
            <a:off x="5486400" y="4343400"/>
            <a:ext cx="2895600" cy="2012950"/>
          </a:xfrm>
          <a:prstGeom prst="rect">
            <a:avLst/>
          </a:prstGeom>
          <a:noFill/>
          <a:ln>
            <a:noFill/>
          </a:ln>
        </p:spPr>
      </p:pic>
      <p:sp>
        <p:nvSpPr>
          <p:cNvPr id="407" name="Google Shape;407;g3bf14bc5d42_0_25"/>
          <p:cNvSpPr/>
          <p:nvPr/>
        </p:nvSpPr>
        <p:spPr>
          <a:xfrm>
            <a:off x="6705600" y="4648200"/>
            <a:ext cx="1600200" cy="381000"/>
          </a:xfrm>
          <a:prstGeom prst="rect">
            <a:avLst/>
          </a:prstGeom>
          <a:noFill/>
          <a:ln cap="flat" cmpd="sng" w="28575">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g3bf14bc5d42_0_60"/>
          <p:cNvSpPr txBox="1"/>
          <p:nvPr>
            <p:ph type="title"/>
          </p:nvPr>
        </p:nvSpPr>
        <p:spPr>
          <a:xfrm>
            <a:off x="457200" y="274638"/>
            <a:ext cx="8229600" cy="5637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Initializing a Servlet</a:t>
            </a:r>
            <a:endParaRPr/>
          </a:p>
        </p:txBody>
      </p:sp>
      <p:sp>
        <p:nvSpPr>
          <p:cNvPr id="413" name="Google Shape;413;g3bf14bc5d42_0_60"/>
          <p:cNvSpPr txBox="1"/>
          <p:nvPr>
            <p:ph idx="1" type="body"/>
          </p:nvPr>
        </p:nvSpPr>
        <p:spPr>
          <a:xfrm>
            <a:off x="457200" y="838200"/>
            <a:ext cx="8229600" cy="601980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3200"/>
              <a:buChar char="•"/>
            </a:pPr>
            <a:r>
              <a:rPr lang="en-US"/>
              <a:t>After the web container loads and instantiates the servlet class and before it delivers requests from clients, the web container initializes the servlet. </a:t>
            </a:r>
            <a:endParaRPr/>
          </a:p>
          <a:p>
            <a:pPr indent="-342900" lvl="0" marL="342900" rtl="0" algn="l">
              <a:spcBef>
                <a:spcPts val="640"/>
              </a:spcBef>
              <a:spcAft>
                <a:spcPts val="0"/>
              </a:spcAft>
              <a:buClr>
                <a:schemeClr val="dk1"/>
              </a:buClr>
              <a:buSzPts val="3200"/>
              <a:buChar char="•"/>
            </a:pPr>
            <a:r>
              <a:rPr lang="en-US"/>
              <a:t>To customize this process to allow the servlet to read persistent configuration data, initialize resources, and perform any other one-time activities, you override the init method of the Servlet interface.</a:t>
            </a:r>
            <a:endParaRPr/>
          </a:p>
          <a:p>
            <a:pPr indent="-342900" lvl="0" marL="342900" rtl="0" algn="l">
              <a:spcBef>
                <a:spcPts val="640"/>
              </a:spcBef>
              <a:spcAft>
                <a:spcPts val="0"/>
              </a:spcAft>
              <a:buClr>
                <a:schemeClr val="dk1"/>
              </a:buClr>
              <a:buSzPts val="3200"/>
              <a:buChar char="•"/>
            </a:pPr>
            <a:r>
              <a:rPr lang="en-US"/>
              <a:t> A servlet that cannot complete its initialization process should throw </a:t>
            </a:r>
            <a:r>
              <a:rPr b="1" lang="en-US"/>
              <a:t>UnavailableException</a:t>
            </a:r>
            <a:r>
              <a:rPr lang="en-US"/>
              <a:t>.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g3bf14bc5d42_0_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Life Cycle: Service</a:t>
            </a:r>
            <a:endParaRPr/>
          </a:p>
        </p:txBody>
      </p:sp>
      <p:sp>
        <p:nvSpPr>
          <p:cNvPr id="419" name="Google Shape;419;g3bf14bc5d42_0_32"/>
          <p:cNvSpPr txBox="1"/>
          <p:nvPr>
            <p:ph idx="1" type="body"/>
          </p:nvPr>
        </p:nvSpPr>
        <p:spPr>
          <a:xfrm>
            <a:off x="457200" y="1600200"/>
            <a:ext cx="8229600" cy="5145300"/>
          </a:xfrm>
          <a:prstGeom prst="rect">
            <a:avLst/>
          </a:prstGeom>
          <a:noFill/>
          <a:ln>
            <a:noFill/>
          </a:ln>
        </p:spPr>
        <p:txBody>
          <a:bodyPr anchorCtr="0" anchor="t" bIns="45700" lIns="91425" spcFirstLastPara="1" rIns="91425" wrap="square" tIns="45700">
            <a:normAutofit fontScale="62500" lnSpcReduction="20000"/>
          </a:bodyPr>
          <a:lstStyle/>
          <a:p>
            <a:pPr indent="-312420" lvl="0" marL="342900" rtl="0" algn="l">
              <a:lnSpc>
                <a:spcPct val="90000"/>
              </a:lnSpc>
              <a:spcBef>
                <a:spcPts val="0"/>
              </a:spcBef>
              <a:spcAft>
                <a:spcPts val="0"/>
              </a:spcAft>
              <a:buClr>
                <a:schemeClr val="dk1"/>
              </a:buClr>
              <a:buSzPct val="100000"/>
              <a:buChar char="•"/>
            </a:pPr>
            <a:r>
              <a:rPr lang="en-US"/>
              <a:t>Any requests will be forwarded to the </a:t>
            </a:r>
            <a:r>
              <a:rPr b="1" lang="en-US"/>
              <a:t>service()</a:t>
            </a:r>
            <a:r>
              <a:rPr lang="en-US"/>
              <a:t> method</a:t>
            </a:r>
            <a:endParaRPr/>
          </a:p>
          <a:p>
            <a:pPr indent="0" lvl="0" marL="342900" rtl="0" algn="l">
              <a:lnSpc>
                <a:spcPct val="90000"/>
              </a:lnSpc>
              <a:spcBef>
                <a:spcPts val="0"/>
              </a:spcBef>
              <a:spcAft>
                <a:spcPts val="0"/>
              </a:spcAft>
              <a:buNone/>
            </a:pPr>
            <a:r>
              <a:t/>
            </a:r>
            <a:endParaRPr/>
          </a:p>
          <a:p>
            <a:pPr indent="0" lvl="0" marL="0" rtl="0" algn="l">
              <a:lnSpc>
                <a:spcPct val="90000"/>
              </a:lnSpc>
              <a:spcBef>
                <a:spcPts val="341"/>
              </a:spcBef>
              <a:spcAft>
                <a:spcPts val="0"/>
              </a:spcAft>
              <a:buClr>
                <a:schemeClr val="dk1"/>
              </a:buClr>
              <a:buSzPct val="100000"/>
              <a:buNone/>
            </a:pPr>
            <a:r>
              <a:rPr i="1" lang="en-US" sz="2200">
                <a:latin typeface="Arimo"/>
                <a:ea typeface="Arimo"/>
                <a:cs typeface="Arimo"/>
                <a:sym typeface="Arimo"/>
              </a:rPr>
              <a:t>      public void service(ServletRequest request, ServletResponse response) throws ServletException, IOException</a:t>
            </a:r>
            <a:r>
              <a:rPr i="1" lang="en-US" sz="2200"/>
              <a:t> </a:t>
            </a:r>
            <a:endParaRPr i="1" sz="2200"/>
          </a:p>
          <a:p>
            <a:pPr indent="0" lvl="0" marL="0" rtl="0" algn="l">
              <a:lnSpc>
                <a:spcPct val="90000"/>
              </a:lnSpc>
              <a:spcBef>
                <a:spcPts val="341"/>
              </a:spcBef>
              <a:spcAft>
                <a:spcPts val="0"/>
              </a:spcAft>
              <a:buClr>
                <a:schemeClr val="dk1"/>
              </a:buClr>
              <a:buSzPct val="100000"/>
              <a:buNone/>
            </a:pPr>
            <a:r>
              <a:t/>
            </a:r>
            <a:endParaRPr i="1" sz="2200"/>
          </a:p>
          <a:p>
            <a:pPr indent="-312420" lvl="0" marL="342900" rtl="0" algn="l">
              <a:lnSpc>
                <a:spcPct val="90000"/>
              </a:lnSpc>
              <a:spcBef>
                <a:spcPts val="496"/>
              </a:spcBef>
              <a:spcAft>
                <a:spcPts val="0"/>
              </a:spcAft>
              <a:buClr>
                <a:schemeClr val="dk1"/>
              </a:buClr>
              <a:buSzPct val="100000"/>
              <a:buChar char="•"/>
            </a:pPr>
            <a:r>
              <a:rPr lang="en-US"/>
              <a:t>Other methods used in HttpServlet to serve client</a:t>
            </a:r>
            <a:endParaRPr/>
          </a:p>
          <a:p>
            <a:pPr indent="-259080" lvl="1" marL="742950" rtl="0" algn="l">
              <a:lnSpc>
                <a:spcPct val="90000"/>
              </a:lnSpc>
              <a:spcBef>
                <a:spcPts val="434"/>
              </a:spcBef>
              <a:spcAft>
                <a:spcPts val="0"/>
              </a:spcAft>
              <a:buClr>
                <a:schemeClr val="dk1"/>
              </a:buClr>
              <a:buSzPct val="100000"/>
              <a:buChar char="–"/>
            </a:pPr>
            <a:r>
              <a:rPr lang="en-US"/>
              <a:t>doGet()</a:t>
            </a:r>
            <a:endParaRPr/>
          </a:p>
          <a:p>
            <a:pPr indent="-259080" lvl="1" marL="742950" rtl="0" algn="l">
              <a:lnSpc>
                <a:spcPct val="90000"/>
              </a:lnSpc>
              <a:spcBef>
                <a:spcPts val="434"/>
              </a:spcBef>
              <a:spcAft>
                <a:spcPts val="0"/>
              </a:spcAft>
              <a:buClr>
                <a:schemeClr val="dk1"/>
              </a:buClr>
              <a:buSzPct val="100000"/>
              <a:buChar char="–"/>
            </a:pPr>
            <a:r>
              <a:rPr lang="en-US"/>
              <a:t>doPost()</a:t>
            </a:r>
            <a:endParaRPr/>
          </a:p>
          <a:p>
            <a:pPr indent="-259080" lvl="1" marL="742950" rtl="0" algn="l">
              <a:lnSpc>
                <a:spcPct val="90000"/>
              </a:lnSpc>
              <a:spcBef>
                <a:spcPts val="434"/>
              </a:spcBef>
              <a:spcAft>
                <a:spcPts val="0"/>
              </a:spcAft>
              <a:buClr>
                <a:schemeClr val="dk1"/>
              </a:buClr>
              <a:buSzPct val="100000"/>
              <a:buChar char="–"/>
            </a:pPr>
            <a:r>
              <a:rPr lang="en-US"/>
              <a:t>doDelete()</a:t>
            </a:r>
            <a:endParaRPr/>
          </a:p>
          <a:p>
            <a:pPr indent="-259080" lvl="1" marL="742950" rtl="0" algn="l">
              <a:lnSpc>
                <a:spcPct val="90000"/>
              </a:lnSpc>
              <a:spcBef>
                <a:spcPts val="434"/>
              </a:spcBef>
              <a:spcAft>
                <a:spcPts val="0"/>
              </a:spcAft>
              <a:buClr>
                <a:schemeClr val="dk1"/>
              </a:buClr>
              <a:buSzPct val="100000"/>
              <a:buChar char="–"/>
            </a:pPr>
            <a:r>
              <a:rPr lang="en-US"/>
              <a:t>doOptions()</a:t>
            </a:r>
            <a:endParaRPr/>
          </a:p>
          <a:p>
            <a:pPr indent="-259080" lvl="1" marL="742950" rtl="0" algn="l">
              <a:lnSpc>
                <a:spcPct val="90000"/>
              </a:lnSpc>
              <a:spcBef>
                <a:spcPts val="434"/>
              </a:spcBef>
              <a:spcAft>
                <a:spcPts val="0"/>
              </a:spcAft>
              <a:buClr>
                <a:schemeClr val="dk1"/>
              </a:buClr>
              <a:buSzPct val="100000"/>
              <a:buChar char="–"/>
            </a:pPr>
            <a:r>
              <a:rPr lang="en-US"/>
              <a:t>doPut()</a:t>
            </a:r>
            <a:endParaRPr/>
          </a:p>
          <a:p>
            <a:pPr indent="-259080" lvl="1" marL="742950" rtl="0" algn="l">
              <a:lnSpc>
                <a:spcPct val="90000"/>
              </a:lnSpc>
              <a:spcBef>
                <a:spcPts val="434"/>
              </a:spcBef>
              <a:spcAft>
                <a:spcPts val="0"/>
              </a:spcAft>
              <a:buClr>
                <a:schemeClr val="dk1"/>
              </a:buClr>
              <a:buSzPct val="100000"/>
              <a:buChar char="–"/>
            </a:pPr>
            <a:r>
              <a:rPr lang="en-US"/>
              <a:t>doTrace() </a:t>
            </a:r>
            <a:endParaRPr/>
          </a:p>
          <a:p>
            <a:pPr indent="0" lvl="0" marL="742950" rtl="0" algn="l">
              <a:lnSpc>
                <a:spcPct val="90000"/>
              </a:lnSpc>
              <a:spcBef>
                <a:spcPts val="434"/>
              </a:spcBef>
              <a:spcAft>
                <a:spcPts val="0"/>
              </a:spcAft>
              <a:buNone/>
            </a:pPr>
            <a:r>
              <a:t/>
            </a:r>
            <a:endParaRPr/>
          </a:p>
          <a:p>
            <a:pPr indent="0" lvl="1" marL="457200" rtl="0" algn="l">
              <a:lnSpc>
                <a:spcPct val="90000"/>
              </a:lnSpc>
              <a:spcBef>
                <a:spcPts val="372"/>
              </a:spcBef>
              <a:spcAft>
                <a:spcPts val="0"/>
              </a:spcAft>
              <a:buClr>
                <a:schemeClr val="dk1"/>
              </a:buClr>
              <a:buSzPct val="100000"/>
              <a:buNone/>
            </a:pPr>
            <a:r>
              <a:rPr i="1" lang="en-US" sz="2400">
                <a:latin typeface="Arimo"/>
                <a:ea typeface="Arimo"/>
                <a:cs typeface="Arimo"/>
                <a:sym typeface="Arimo"/>
              </a:rPr>
              <a:t>public void doGet(HttpServletRequest request, HttpServletResponse response) throws ServletException, IOException</a:t>
            </a:r>
            <a:r>
              <a:rPr i="1" lang="en-US" sz="2400"/>
              <a:t> </a:t>
            </a:r>
            <a:endParaRPr i="1" sz="2400"/>
          </a:p>
          <a:p>
            <a:pPr indent="0" lvl="1" marL="457200" rtl="0" algn="l">
              <a:lnSpc>
                <a:spcPct val="90000"/>
              </a:lnSpc>
              <a:spcBef>
                <a:spcPts val="372"/>
              </a:spcBef>
              <a:spcAft>
                <a:spcPts val="0"/>
              </a:spcAft>
              <a:buClr>
                <a:schemeClr val="dk1"/>
              </a:buClr>
              <a:buSzPct val="100000"/>
              <a:buNone/>
            </a:pPr>
            <a:r>
              <a:t/>
            </a:r>
            <a:endParaRPr i="1" sz="2400">
              <a:latin typeface="Arial"/>
              <a:ea typeface="Arial"/>
              <a:cs typeface="Arial"/>
              <a:sym typeface="Arial"/>
            </a:endParaRPr>
          </a:p>
          <a:p>
            <a:pPr indent="0" lvl="1" marL="457200" rtl="0" algn="l">
              <a:lnSpc>
                <a:spcPct val="90000"/>
              </a:lnSpc>
              <a:spcBef>
                <a:spcPts val="372"/>
              </a:spcBef>
              <a:spcAft>
                <a:spcPts val="0"/>
              </a:spcAft>
              <a:buClr>
                <a:schemeClr val="dk1"/>
              </a:buClr>
              <a:buSzPct val="100000"/>
              <a:buNone/>
            </a:pPr>
            <a:r>
              <a:t/>
            </a:r>
            <a:endParaRPr i="1" sz="2400">
              <a:latin typeface="Arimo"/>
              <a:ea typeface="Arimo"/>
              <a:cs typeface="Arimo"/>
              <a:sym typeface="Arimo"/>
            </a:endParaRPr>
          </a:p>
          <a:p>
            <a:pPr indent="0" lvl="1" marL="457200" rtl="0" algn="l">
              <a:lnSpc>
                <a:spcPct val="90000"/>
              </a:lnSpc>
              <a:spcBef>
                <a:spcPts val="372"/>
              </a:spcBef>
              <a:spcAft>
                <a:spcPts val="0"/>
              </a:spcAft>
              <a:buClr>
                <a:schemeClr val="dk1"/>
              </a:buClr>
              <a:buSzPct val="100000"/>
              <a:buNone/>
            </a:pPr>
            <a:r>
              <a:t/>
            </a:r>
            <a:endParaRPr i="1" sz="2400">
              <a:latin typeface="Arimo"/>
              <a:ea typeface="Arimo"/>
              <a:cs typeface="Arimo"/>
              <a:sym typeface="Arimo"/>
            </a:endParaRPr>
          </a:p>
          <a:p>
            <a:pPr indent="0" lvl="1" marL="457200" rtl="0" algn="l">
              <a:lnSpc>
                <a:spcPct val="90000"/>
              </a:lnSpc>
              <a:spcBef>
                <a:spcPts val="372"/>
              </a:spcBef>
              <a:spcAft>
                <a:spcPts val="0"/>
              </a:spcAft>
              <a:buClr>
                <a:schemeClr val="dk1"/>
              </a:buClr>
              <a:buSzPct val="100000"/>
              <a:buNone/>
            </a:pPr>
            <a:r>
              <a:rPr i="1" lang="en-US" sz="2400">
                <a:latin typeface="Arimo"/>
                <a:ea typeface="Arimo"/>
                <a:cs typeface="Arimo"/>
                <a:sym typeface="Arimo"/>
              </a:rPr>
              <a:t>public void doPost(HttpServletRequest request, HttpServletResponse response) throws ServletException, IOException</a:t>
            </a:r>
            <a:r>
              <a:rPr i="1" lang="en-US" sz="2400"/>
              <a:t> </a:t>
            </a:r>
            <a:endParaRPr/>
          </a:p>
          <a:p>
            <a:pPr indent="0" lvl="1" marL="457200" rtl="0" algn="l">
              <a:lnSpc>
                <a:spcPct val="90000"/>
              </a:lnSpc>
              <a:spcBef>
                <a:spcPts val="372"/>
              </a:spcBef>
              <a:spcAft>
                <a:spcPts val="0"/>
              </a:spcAft>
              <a:buClr>
                <a:schemeClr val="dk1"/>
              </a:buClr>
              <a:buSzPct val="100000"/>
              <a:buNone/>
            </a:pPr>
            <a:r>
              <a:t/>
            </a:r>
            <a:endParaRPr i="1" sz="2400">
              <a:latin typeface="Arial"/>
              <a:ea typeface="Arial"/>
              <a:cs typeface="Arial"/>
              <a:sym typeface="Arial"/>
            </a:endParaRPr>
          </a:p>
          <a:p>
            <a:pPr indent="0" lvl="1" marL="457200" rtl="0" algn="l">
              <a:lnSpc>
                <a:spcPct val="90000"/>
              </a:lnSpc>
              <a:spcBef>
                <a:spcPts val="434"/>
              </a:spcBef>
              <a:spcAft>
                <a:spcPts val="0"/>
              </a:spcAft>
              <a:buClr>
                <a:schemeClr val="dk1"/>
              </a:buClr>
              <a:buSzPct val="100000"/>
              <a:buNone/>
            </a:pPr>
            <a:r>
              <a:t/>
            </a:r>
            <a:endParaRPr/>
          </a:p>
          <a:p>
            <a:pPr indent="0" lvl="1" marL="457200" rtl="0" algn="l">
              <a:lnSpc>
                <a:spcPct val="90000"/>
              </a:lnSpc>
              <a:spcBef>
                <a:spcPts val="434"/>
              </a:spcBef>
              <a:spcAft>
                <a:spcPts val="0"/>
              </a:spcAft>
              <a:buClr>
                <a:schemeClr val="dk1"/>
              </a:buClr>
              <a:buSzPct val="100000"/>
              <a:buNone/>
            </a:pPr>
            <a:r>
              <a:t/>
            </a:r>
            <a:endParaRPr/>
          </a:p>
        </p:txBody>
      </p:sp>
      <p:pic>
        <p:nvPicPr>
          <p:cNvPr descr="02fig01" id="420" name="Google Shape;420;g3bf14bc5d42_0_32"/>
          <p:cNvPicPr preferRelativeResize="0"/>
          <p:nvPr/>
        </p:nvPicPr>
        <p:blipFill rotWithShape="1">
          <a:blip r:embed="rId3">
            <a:alphaModFix/>
          </a:blip>
          <a:srcRect b="0" l="0" r="0" t="0"/>
          <a:stretch/>
        </p:blipFill>
        <p:spPr>
          <a:xfrm>
            <a:off x="6154025" y="2504442"/>
            <a:ext cx="2895600" cy="20129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g3bf14bc5d42_0_65"/>
          <p:cNvSpPr txBox="1"/>
          <p:nvPr>
            <p:ph type="title"/>
          </p:nvPr>
        </p:nvSpPr>
        <p:spPr>
          <a:xfrm>
            <a:off x="457200" y="274638"/>
            <a:ext cx="8229600" cy="4875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Writing Service Methods</a:t>
            </a:r>
            <a:endParaRPr/>
          </a:p>
        </p:txBody>
      </p:sp>
      <p:sp>
        <p:nvSpPr>
          <p:cNvPr id="426" name="Google Shape;426;g3bf14bc5d42_0_65"/>
          <p:cNvSpPr txBox="1"/>
          <p:nvPr>
            <p:ph idx="1" type="body"/>
          </p:nvPr>
        </p:nvSpPr>
        <p:spPr>
          <a:xfrm>
            <a:off x="457200" y="762000"/>
            <a:ext cx="8229600" cy="6096000"/>
          </a:xfrm>
          <a:prstGeom prst="rect">
            <a:avLst/>
          </a:prstGeom>
          <a:noFill/>
          <a:ln>
            <a:noFill/>
          </a:ln>
        </p:spPr>
        <p:txBody>
          <a:bodyPr anchorCtr="0" anchor="t" bIns="45700" lIns="91425" spcFirstLastPara="1" rIns="91425" wrap="square" tIns="45700">
            <a:normAutofit fontScale="70000" lnSpcReduction="20000"/>
          </a:bodyPr>
          <a:lstStyle/>
          <a:p>
            <a:pPr indent="-342900" lvl="0" marL="342900" rtl="0" algn="l">
              <a:spcBef>
                <a:spcPts val="0"/>
              </a:spcBef>
              <a:spcAft>
                <a:spcPts val="0"/>
              </a:spcAft>
              <a:buClr>
                <a:schemeClr val="dk1"/>
              </a:buClr>
              <a:buSzPct val="100000"/>
              <a:buChar char="•"/>
            </a:pPr>
            <a:r>
              <a:rPr lang="en-US"/>
              <a:t>The service provided by a servlet is implemented in the service method of a GenericServlet, the doMethod methods (where Method can take the value Get, Delete, Options, Post, Put, Trace) of an HttpServlet, or any other protocol-specific methods defined by a class that implements the Servlet interface. the term service method will be used for any method in a servlet class that provides a service to a client. </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US"/>
              <a:t>The general pattern for a service method is to extract information from the request, access external resources, and then populate the response based on that information. </a:t>
            </a:r>
            <a:endParaRPr/>
          </a:p>
          <a:p>
            <a:pPr indent="-200660" lvl="0" marL="342900" rtl="0" algn="l">
              <a:spcBef>
                <a:spcPts val="448"/>
              </a:spcBef>
              <a:spcAft>
                <a:spcPts val="0"/>
              </a:spcAft>
              <a:buClr>
                <a:schemeClr val="dk1"/>
              </a:buClr>
              <a:buSzPct val="100000"/>
              <a:buNone/>
            </a:pPr>
            <a:r>
              <a:t/>
            </a:r>
            <a:endParaRPr/>
          </a:p>
          <a:p>
            <a:pPr indent="-342900" lvl="0" marL="342900" rtl="0" algn="l">
              <a:spcBef>
                <a:spcPts val="448"/>
              </a:spcBef>
              <a:spcAft>
                <a:spcPts val="0"/>
              </a:spcAft>
              <a:buClr>
                <a:schemeClr val="dk1"/>
              </a:buClr>
              <a:buSzPct val="100000"/>
              <a:buChar char="•"/>
            </a:pPr>
            <a:r>
              <a:rPr lang="en-US"/>
              <a:t>For HTTP servlets, the correct procedure for populating the response is to first fill in the response headers, then retrieve an output stream from the response, and finally write any body content to the output stream. Response headers must always be set before a PrintWriter or ServletOutputStream is retrieved because the HTTP protocol expects to receive all headers before body content.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g3bf14bc5d42_0_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Life Cycle: Destroy</a:t>
            </a:r>
            <a:endParaRPr/>
          </a:p>
        </p:txBody>
      </p:sp>
      <p:sp>
        <p:nvSpPr>
          <p:cNvPr id="432" name="Google Shape;432;g3bf14bc5d42_0_3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destroy() method is called only once</a:t>
            </a:r>
            <a:endParaRPr/>
          </a:p>
          <a:p>
            <a:pPr indent="-342900" lvl="0" marL="342900" rtl="0" algn="l">
              <a:spcBef>
                <a:spcPts val="640"/>
              </a:spcBef>
              <a:spcAft>
                <a:spcPts val="0"/>
              </a:spcAft>
              <a:buClr>
                <a:schemeClr val="dk1"/>
              </a:buClr>
              <a:buSzPts val="3200"/>
              <a:buChar char="•"/>
            </a:pPr>
            <a:r>
              <a:rPr lang="en-US"/>
              <a:t>Occurs when</a:t>
            </a:r>
            <a:endParaRPr/>
          </a:p>
          <a:p>
            <a:pPr indent="-285750" lvl="1" marL="742950" rtl="0" algn="l">
              <a:spcBef>
                <a:spcPts val="560"/>
              </a:spcBef>
              <a:spcAft>
                <a:spcPts val="0"/>
              </a:spcAft>
              <a:buClr>
                <a:schemeClr val="dk1"/>
              </a:buClr>
              <a:buSzPts val="2800"/>
              <a:buChar char="–"/>
            </a:pPr>
            <a:r>
              <a:rPr lang="en-US"/>
              <a:t>Application is stopped</a:t>
            </a:r>
            <a:endParaRPr/>
          </a:p>
          <a:p>
            <a:pPr indent="-285750" lvl="1" marL="742950" rtl="0" algn="l">
              <a:spcBef>
                <a:spcPts val="560"/>
              </a:spcBef>
              <a:spcAft>
                <a:spcPts val="0"/>
              </a:spcAft>
              <a:buClr>
                <a:schemeClr val="dk1"/>
              </a:buClr>
              <a:buSzPts val="2800"/>
              <a:buChar char="–"/>
            </a:pPr>
            <a:r>
              <a:rPr lang="en-US"/>
              <a:t>Servlet container shuts down</a:t>
            </a:r>
            <a:endParaRPr/>
          </a:p>
          <a:p>
            <a:pPr indent="-342900" lvl="0" marL="342900" rtl="0" algn="l">
              <a:spcBef>
                <a:spcPts val="640"/>
              </a:spcBef>
              <a:spcAft>
                <a:spcPts val="0"/>
              </a:spcAft>
              <a:buClr>
                <a:schemeClr val="dk1"/>
              </a:buClr>
              <a:buSzPts val="3200"/>
              <a:buChar char="•"/>
            </a:pPr>
            <a:r>
              <a:rPr lang="en-US"/>
              <a:t>Allows resources to be freed</a:t>
            </a:r>
            <a:endParaRPr/>
          </a:p>
          <a:p>
            <a:pPr indent="0" lvl="0" marL="0" rtl="0" algn="l">
              <a:spcBef>
                <a:spcPts val="640"/>
              </a:spcBef>
              <a:spcAft>
                <a:spcPts val="0"/>
              </a:spcAft>
              <a:buClr>
                <a:schemeClr val="dk1"/>
              </a:buClr>
              <a:buSzPts val="3200"/>
              <a:buNone/>
            </a:pPr>
            <a:r>
              <a:rPr lang="en-US"/>
              <a:t>   </a:t>
            </a:r>
            <a:r>
              <a:rPr i="1" lang="en-US" sz="2000"/>
              <a:t>public void destroy()</a:t>
            </a:r>
            <a:endParaRPr i="1" sz="2000"/>
          </a:p>
        </p:txBody>
      </p:sp>
      <p:pic>
        <p:nvPicPr>
          <p:cNvPr descr="02fig01" id="433" name="Google Shape;433;g3bf14bc5d42_0_38"/>
          <p:cNvPicPr preferRelativeResize="0"/>
          <p:nvPr/>
        </p:nvPicPr>
        <p:blipFill rotWithShape="1">
          <a:blip r:embed="rId3">
            <a:alphaModFix/>
          </a:blip>
          <a:srcRect b="0" l="0" r="0" t="0"/>
          <a:stretch/>
        </p:blipFill>
        <p:spPr>
          <a:xfrm>
            <a:off x="5486400" y="4343400"/>
            <a:ext cx="2895600" cy="2012950"/>
          </a:xfrm>
          <a:prstGeom prst="rect">
            <a:avLst/>
          </a:prstGeom>
          <a:noFill/>
          <a:ln>
            <a:noFill/>
          </a:ln>
        </p:spPr>
      </p:pic>
      <p:sp>
        <p:nvSpPr>
          <p:cNvPr id="434" name="Google Shape;434;g3bf14bc5d42_0_38"/>
          <p:cNvSpPr/>
          <p:nvPr/>
        </p:nvSpPr>
        <p:spPr>
          <a:xfrm>
            <a:off x="6705600" y="5867400"/>
            <a:ext cx="1600200" cy="381000"/>
          </a:xfrm>
          <a:prstGeom prst="rect">
            <a:avLst/>
          </a:prstGeom>
          <a:noFill/>
          <a:ln cap="flat" cmpd="sng" w="28575">
            <a:solidFill>
              <a:srgbClr val="FF33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9" name="Shape 439"/>
        <p:cNvGrpSpPr/>
        <p:nvPr/>
      </p:nvGrpSpPr>
      <p:grpSpPr>
        <a:xfrm>
          <a:off x="0" y="0"/>
          <a:ext cx="0" cy="0"/>
          <a:chOff x="0" y="0"/>
          <a:chExt cx="0" cy="0"/>
        </a:xfrm>
      </p:grpSpPr>
      <p:sp>
        <p:nvSpPr>
          <p:cNvPr id="440" name="Google Shape;440;g3ca02268f41_0_1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Servlet Life Cycle Demo</a:t>
            </a:r>
            <a:endParaRPr/>
          </a:p>
        </p:txBody>
      </p:sp>
      <p:sp>
        <p:nvSpPr>
          <p:cNvPr id="441" name="Google Shape;441;g3ca02268f41_0_12"/>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47500" lnSpcReduction="20000"/>
          </a:bodyPr>
          <a:lstStyle/>
          <a:p>
            <a:pPr indent="0" lvl="0" marL="0" rtl="0" algn="l">
              <a:spcBef>
                <a:spcPts val="360"/>
              </a:spcBef>
              <a:spcAft>
                <a:spcPts val="0"/>
              </a:spcAft>
              <a:buClr>
                <a:schemeClr val="dk1"/>
              </a:buClr>
              <a:buSzPct val="34375"/>
              <a:buFont typeface="Arial"/>
              <a:buNone/>
            </a:pPr>
            <a:r>
              <a:rPr lang="en-US"/>
              <a:t>public class LifeCycleServlet extends HttpServlet {</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public void init() {</a:t>
            </a:r>
            <a:endParaRPr/>
          </a:p>
          <a:p>
            <a:pPr indent="0" lvl="0" marL="0" rtl="0" algn="l">
              <a:spcBef>
                <a:spcPts val="360"/>
              </a:spcBef>
              <a:spcAft>
                <a:spcPts val="0"/>
              </a:spcAft>
              <a:buClr>
                <a:schemeClr val="dk1"/>
              </a:buClr>
              <a:buSzPct val="34375"/>
              <a:buFont typeface="Arial"/>
              <a:buNone/>
            </a:pPr>
            <a:r>
              <a:rPr lang="en-US"/>
              <a:t>        System.out.println("Servlet Initialized");</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public void doGet(HttpServletRequest request,</a:t>
            </a:r>
            <a:endParaRPr/>
          </a:p>
          <a:p>
            <a:pPr indent="0" lvl="0" marL="0" rtl="0" algn="l">
              <a:spcBef>
                <a:spcPts val="360"/>
              </a:spcBef>
              <a:spcAft>
                <a:spcPts val="0"/>
              </a:spcAft>
              <a:buClr>
                <a:schemeClr val="dk1"/>
              </a:buClr>
              <a:buSzPct val="34375"/>
              <a:buFont typeface="Arial"/>
              <a:buNone/>
            </a:pPr>
            <a:r>
              <a:rPr lang="en-US"/>
              <a:t>                      HttpServletResponse response)</a:t>
            </a:r>
            <a:endParaRPr/>
          </a:p>
          <a:p>
            <a:pPr indent="0" lvl="0" marL="0" rtl="0" algn="l">
              <a:spcBef>
                <a:spcPts val="360"/>
              </a:spcBef>
              <a:spcAft>
                <a:spcPts val="0"/>
              </a:spcAft>
              <a:buClr>
                <a:schemeClr val="dk1"/>
              </a:buClr>
              <a:buSzPct val="34375"/>
              <a:buFont typeface="Arial"/>
              <a:buNone/>
            </a:pPr>
            <a:r>
              <a:rPr lang="en-US"/>
              <a:t>            throws IOException {</a:t>
            </a:r>
            <a:endParaRPr/>
          </a:p>
          <a:p>
            <a:pPr indent="0" lvl="0" marL="0" rtl="0" algn="l">
              <a:spcBef>
                <a:spcPts val="360"/>
              </a:spcBef>
              <a:spcAft>
                <a:spcPts val="0"/>
              </a:spcAft>
              <a:buClr>
                <a:schemeClr val="dk1"/>
              </a:buClr>
              <a:buSzPct val="34375"/>
              <a:buFont typeface="Arial"/>
              <a:buNone/>
            </a:pPr>
            <a:r>
              <a:rPr lang="en-US"/>
              <a:t>	PrintWriter out=</a:t>
            </a:r>
            <a:r>
              <a:rPr lang="en-US"/>
              <a:t>response.getWriter();</a:t>
            </a:r>
            <a:endParaRPr/>
          </a:p>
          <a:p>
            <a:pPr indent="0" lvl="0" marL="0" rtl="0" algn="l">
              <a:spcBef>
                <a:spcPts val="360"/>
              </a:spcBef>
              <a:spcAft>
                <a:spcPts val="0"/>
              </a:spcAft>
              <a:buClr>
                <a:schemeClr val="dk1"/>
              </a:buClr>
              <a:buSzPct val="34375"/>
              <a:buFont typeface="Arial"/>
              <a:buNone/>
            </a:pPr>
            <a:r>
              <a:rPr lang="en-US"/>
              <a:t>        out.println("Service Method Called");</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public void destroy() {</a:t>
            </a:r>
            <a:endParaRPr/>
          </a:p>
          <a:p>
            <a:pPr indent="0" lvl="0" marL="0" rtl="0" algn="l">
              <a:spcBef>
                <a:spcPts val="360"/>
              </a:spcBef>
              <a:spcAft>
                <a:spcPts val="0"/>
              </a:spcAft>
              <a:buClr>
                <a:schemeClr val="dk1"/>
              </a:buClr>
              <a:buSzPct val="34375"/>
              <a:buFont typeface="Arial"/>
              <a:buNone/>
            </a:pPr>
            <a:r>
              <a:rPr lang="en-US"/>
              <a:t>        System.out.println("Servlet Destroyed");</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Clr>
                <a:schemeClr val="dk1"/>
              </a:buClr>
              <a:buSzPct val="34375"/>
              <a:buFont typeface="Arial"/>
              <a:buNone/>
            </a:pPr>
            <a:r>
              <a:rPr lang="en-US"/>
              <a:t>}</a:t>
            </a:r>
            <a:endParaRPr/>
          </a:p>
          <a:p>
            <a:pPr indent="0" lvl="0" marL="0" rtl="0" algn="l">
              <a:spcBef>
                <a:spcPts val="360"/>
              </a:spcBef>
              <a:spcAft>
                <a:spcPts val="0"/>
              </a:spcAft>
              <a:buNone/>
            </a:pPr>
            <a:r>
              <a:t/>
            </a:r>
            <a:endParaRPr/>
          </a:p>
        </p:txBody>
      </p:sp>
      <p:sp>
        <p:nvSpPr>
          <p:cNvPr id="442" name="Google Shape;442;g3ca02268f41_0_1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g3bf14bc5d42_0_112"/>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What is HTTP?</a:t>
            </a:r>
            <a:endParaRPr/>
          </a:p>
        </p:txBody>
      </p:sp>
      <p:sp>
        <p:nvSpPr>
          <p:cNvPr id="449" name="Google Shape;449;g3bf14bc5d42_0_112"/>
          <p:cNvSpPr txBox="1"/>
          <p:nvPr>
            <p:ph idx="1" type="body"/>
          </p:nvPr>
        </p:nvSpPr>
        <p:spPr>
          <a:xfrm>
            <a:off x="457200" y="1600200"/>
            <a:ext cx="8229600" cy="5121300"/>
          </a:xfrm>
          <a:prstGeom prst="rect">
            <a:avLst/>
          </a:prstGeom>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HTTP stands for:</a:t>
            </a:r>
            <a:endParaRPr sz="1600">
              <a:latin typeface="Arial"/>
              <a:ea typeface="Arial"/>
              <a:cs typeface="Arial"/>
              <a:sym typeface="Arial"/>
            </a:endParaRPr>
          </a:p>
          <a:p>
            <a:pPr indent="0" lvl="0" marL="381000" marR="381000" rtl="0" algn="l">
              <a:lnSpc>
                <a:spcPct val="115000"/>
              </a:lnSpc>
              <a:spcBef>
                <a:spcPts val="1200"/>
              </a:spcBef>
              <a:spcAft>
                <a:spcPts val="0"/>
              </a:spcAft>
              <a:buClr>
                <a:schemeClr val="dk1"/>
              </a:buClr>
              <a:buSzPts val="1100"/>
              <a:buFont typeface="Arial"/>
              <a:buNone/>
            </a:pPr>
            <a:r>
              <a:rPr b="1" lang="en-US" sz="1600">
                <a:latin typeface="Arial"/>
                <a:ea typeface="Arial"/>
                <a:cs typeface="Arial"/>
                <a:sym typeface="Arial"/>
              </a:rPr>
              <a:t>HyperText Transfer Protocol</a:t>
            </a:r>
            <a:endParaRPr b="1"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It is the protocol used for communication between:</a:t>
            </a:r>
            <a:endParaRPr sz="1600">
              <a:latin typeface="Arial"/>
              <a:ea typeface="Arial"/>
              <a:cs typeface="Arial"/>
              <a:sym typeface="Arial"/>
            </a:endParaRPr>
          </a:p>
          <a:p>
            <a:pPr indent="0" lvl="0" marL="0" rtl="0" algn="l">
              <a:spcBef>
                <a:spcPts val="1200"/>
              </a:spcBef>
              <a:spcAft>
                <a:spcPts val="0"/>
              </a:spcAft>
              <a:buNone/>
            </a:pPr>
            <a:r>
              <a:rPr lang="en-US" sz="1600">
                <a:solidFill>
                  <a:srgbClr val="188038"/>
                </a:solidFill>
                <a:latin typeface="Roboto Mono"/>
                <a:ea typeface="Roboto Mono"/>
                <a:cs typeface="Roboto Mono"/>
                <a:sym typeface="Roboto Mono"/>
              </a:rPr>
              <a:t>Client (Browser) ↔ Web Server</a:t>
            </a:r>
            <a:endParaRPr sz="1600">
              <a:solidFill>
                <a:srgbClr val="188038"/>
              </a:solidFill>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t/>
            </a:r>
            <a:endParaRPr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Whenever you:</a:t>
            </a:r>
            <a:endParaRPr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Open a website</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Submit a form</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Click a link</a:t>
            </a:r>
            <a:br>
              <a:rPr lang="en-US" sz="1600">
                <a:latin typeface="Arial"/>
                <a:ea typeface="Arial"/>
                <a:cs typeface="Arial"/>
                <a:sym typeface="Arial"/>
              </a:rPr>
            </a:br>
            <a:endParaRPr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600">
                <a:latin typeface="Arial"/>
                <a:ea typeface="Arial"/>
                <a:cs typeface="Arial"/>
                <a:sym typeface="Arial"/>
              </a:rPr>
              <a:t>HTTP is used.</a:t>
            </a:r>
            <a:endParaRPr sz="1600">
              <a:latin typeface="Arial"/>
              <a:ea typeface="Arial"/>
              <a:cs typeface="Arial"/>
              <a:sym typeface="Arial"/>
            </a:endParaRPr>
          </a:p>
          <a:p>
            <a:pPr indent="0" lvl="0" marL="0" rtl="0" algn="l">
              <a:spcBef>
                <a:spcPts val="1200"/>
              </a:spcBef>
              <a:spcAft>
                <a:spcPts val="0"/>
              </a:spcAft>
              <a:buNone/>
            </a:pPr>
            <a:r>
              <a:t/>
            </a:r>
            <a:endParaRPr/>
          </a:p>
        </p:txBody>
      </p:sp>
      <p:sp>
        <p:nvSpPr>
          <p:cNvPr id="450" name="Google Shape;450;g3bf14bc5d42_0_11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g3bf14bc5d42_0_11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Characteristics of HTTP Protocol</a:t>
            </a:r>
            <a:endParaRPr/>
          </a:p>
        </p:txBody>
      </p:sp>
      <p:sp>
        <p:nvSpPr>
          <p:cNvPr id="457" name="Google Shape;457;g3bf14bc5d42_0_119"/>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lang="en-US"/>
              <a:t>Application Layer protocol</a:t>
            </a:r>
            <a:br>
              <a:rPr lang="en-US"/>
            </a:br>
            <a:endParaRPr/>
          </a:p>
          <a:p>
            <a:pPr indent="0" lvl="0" marL="0" rtl="0" algn="l">
              <a:spcBef>
                <a:spcPts val="360"/>
              </a:spcBef>
              <a:spcAft>
                <a:spcPts val="0"/>
              </a:spcAft>
              <a:buClr>
                <a:schemeClr val="dk1"/>
              </a:buClr>
              <a:buSzPts val="1100"/>
              <a:buFont typeface="Arial"/>
              <a:buNone/>
            </a:pPr>
            <a:r>
              <a:rPr lang="en-US"/>
              <a:t>Stateless protocol</a:t>
            </a:r>
            <a:br>
              <a:rPr lang="en-US"/>
            </a:br>
            <a:endParaRPr/>
          </a:p>
          <a:p>
            <a:pPr indent="0" lvl="0" marL="0" rtl="0" algn="l">
              <a:spcBef>
                <a:spcPts val="360"/>
              </a:spcBef>
              <a:spcAft>
                <a:spcPts val="0"/>
              </a:spcAft>
              <a:buClr>
                <a:schemeClr val="dk1"/>
              </a:buClr>
              <a:buSzPts val="1100"/>
              <a:buFont typeface="Arial"/>
              <a:buNone/>
            </a:pPr>
            <a:r>
              <a:rPr lang="en-US"/>
              <a:t>Request–Response based</a:t>
            </a:r>
            <a:endParaRPr/>
          </a:p>
          <a:p>
            <a:pPr indent="0" lvl="0" marL="0" rtl="0" algn="l">
              <a:spcBef>
                <a:spcPts val="360"/>
              </a:spcBef>
              <a:spcAft>
                <a:spcPts val="0"/>
              </a:spcAft>
              <a:buNone/>
            </a:pPr>
            <a:r>
              <a:t/>
            </a:r>
            <a:endParaRPr/>
          </a:p>
        </p:txBody>
      </p:sp>
      <p:sp>
        <p:nvSpPr>
          <p:cNvPr id="458" name="Google Shape;458;g3bf14bc5d42_0_11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3" name="Shape 463"/>
        <p:cNvGrpSpPr/>
        <p:nvPr/>
      </p:nvGrpSpPr>
      <p:grpSpPr>
        <a:xfrm>
          <a:off x="0" y="0"/>
          <a:ext cx="0" cy="0"/>
          <a:chOff x="0" y="0"/>
          <a:chExt cx="0" cy="0"/>
        </a:xfrm>
      </p:grpSpPr>
      <p:sp>
        <p:nvSpPr>
          <p:cNvPr id="464" name="Google Shape;464;g3bf14bc5d42_0_12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How HTTP Works</a:t>
            </a:r>
            <a:endParaRPr/>
          </a:p>
        </p:txBody>
      </p:sp>
      <p:sp>
        <p:nvSpPr>
          <p:cNvPr id="465" name="Google Shape;465;g3bf14bc5d42_0_126"/>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sz="1800">
                <a:latin typeface="Arial"/>
                <a:ea typeface="Arial"/>
                <a:cs typeface="Arial"/>
                <a:sym typeface="Arial"/>
              </a:rPr>
              <a:t>Step 1:</a:t>
            </a:r>
            <a:endParaRPr b="1"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800">
                <a:latin typeface="Arial"/>
                <a:ea typeface="Arial"/>
                <a:cs typeface="Arial"/>
                <a:sym typeface="Arial"/>
              </a:rPr>
              <a:t>Client sends </a:t>
            </a:r>
            <a:r>
              <a:rPr b="1" lang="en-US" sz="1800">
                <a:latin typeface="Arial"/>
                <a:ea typeface="Arial"/>
                <a:cs typeface="Arial"/>
                <a:sym typeface="Arial"/>
              </a:rPr>
              <a:t>HTTP Request</a:t>
            </a:r>
            <a:endParaRPr b="1" sz="18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800">
                <a:latin typeface="Arial"/>
                <a:ea typeface="Arial"/>
                <a:cs typeface="Arial"/>
                <a:sym typeface="Arial"/>
              </a:rPr>
              <a:t>Step 2:</a:t>
            </a:r>
            <a:endParaRPr b="1"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800">
                <a:latin typeface="Arial"/>
                <a:ea typeface="Arial"/>
                <a:cs typeface="Arial"/>
                <a:sym typeface="Arial"/>
              </a:rPr>
              <a:t>Server processes request</a:t>
            </a:r>
            <a:endParaRPr sz="1800">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sz="1800">
                <a:latin typeface="Arial"/>
                <a:ea typeface="Arial"/>
                <a:cs typeface="Arial"/>
                <a:sym typeface="Arial"/>
              </a:rPr>
              <a:t>Step 3:</a:t>
            </a:r>
            <a:endParaRPr b="1" sz="1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800">
                <a:latin typeface="Arial"/>
                <a:ea typeface="Arial"/>
                <a:cs typeface="Arial"/>
                <a:sym typeface="Arial"/>
              </a:rPr>
              <a:t>Server sends </a:t>
            </a:r>
            <a:r>
              <a:rPr b="1" lang="en-US" sz="1800">
                <a:latin typeface="Arial"/>
                <a:ea typeface="Arial"/>
                <a:cs typeface="Arial"/>
                <a:sym typeface="Arial"/>
              </a:rPr>
              <a:t>HTTP Response</a:t>
            </a:r>
            <a:endParaRPr b="1" sz="1800">
              <a:latin typeface="Arial"/>
              <a:ea typeface="Arial"/>
              <a:cs typeface="Arial"/>
              <a:sym typeface="Arial"/>
            </a:endParaRPr>
          </a:p>
          <a:p>
            <a:pPr indent="0" lvl="0" marL="0" rtl="0" algn="l">
              <a:spcBef>
                <a:spcPts val="1200"/>
              </a:spcBef>
              <a:spcAft>
                <a:spcPts val="0"/>
              </a:spcAft>
              <a:buNone/>
            </a:pPr>
            <a:r>
              <a:t/>
            </a:r>
            <a:endParaRPr/>
          </a:p>
        </p:txBody>
      </p:sp>
      <p:sp>
        <p:nvSpPr>
          <p:cNvPr id="466" name="Google Shape;466;g3bf14bc5d42_0_12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g3bf14bc5d42_0_133"/>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HTTP Request Structure</a:t>
            </a:r>
            <a:endParaRPr/>
          </a:p>
        </p:txBody>
      </p:sp>
      <p:sp>
        <p:nvSpPr>
          <p:cNvPr id="473" name="Google Shape;473;g3bf14bc5d42_0_133"/>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lang="en-US"/>
              <a:t>Request Line</a:t>
            </a:r>
            <a:endParaRPr/>
          </a:p>
          <a:p>
            <a:pPr indent="0" lvl="0" marL="0" rtl="0" algn="l">
              <a:spcBef>
                <a:spcPts val="360"/>
              </a:spcBef>
              <a:spcAft>
                <a:spcPts val="0"/>
              </a:spcAft>
              <a:buClr>
                <a:schemeClr val="dk1"/>
              </a:buClr>
              <a:buSzPts val="1100"/>
              <a:buFont typeface="Arial"/>
              <a:buNone/>
            </a:pPr>
            <a:r>
              <a:rPr lang="en-US"/>
              <a:t>Headers</a:t>
            </a:r>
            <a:endParaRPr/>
          </a:p>
          <a:p>
            <a:pPr indent="0" lvl="0" marL="0" rtl="0" algn="l">
              <a:spcBef>
                <a:spcPts val="360"/>
              </a:spcBef>
              <a:spcAft>
                <a:spcPts val="0"/>
              </a:spcAft>
              <a:buClr>
                <a:schemeClr val="dk1"/>
              </a:buClr>
              <a:buSzPts val="1100"/>
              <a:buFont typeface="Arial"/>
              <a:buNone/>
            </a:pPr>
            <a:r>
              <a:rPr lang="en-US"/>
              <a:t>Blank Line</a:t>
            </a:r>
            <a:endParaRPr/>
          </a:p>
          <a:p>
            <a:pPr indent="0" lvl="0" marL="0" rtl="0" algn="l">
              <a:spcBef>
                <a:spcPts val="360"/>
              </a:spcBef>
              <a:spcAft>
                <a:spcPts val="0"/>
              </a:spcAft>
              <a:buClr>
                <a:schemeClr val="dk1"/>
              </a:buClr>
              <a:buSzPts val="1100"/>
              <a:buFont typeface="Arial"/>
              <a:buNone/>
            </a:pPr>
            <a:r>
              <a:rPr lang="en-US"/>
              <a:t>Body (optional)</a:t>
            </a:r>
            <a:endParaRPr/>
          </a:p>
          <a:p>
            <a:pPr indent="0" lvl="0" marL="0" rtl="0" algn="l">
              <a:spcBef>
                <a:spcPts val="360"/>
              </a:spcBef>
              <a:spcAft>
                <a:spcPts val="0"/>
              </a:spcAft>
              <a:buClr>
                <a:schemeClr val="dk1"/>
              </a:buClr>
              <a:buSzPts val="1100"/>
              <a:buFont typeface="Arial"/>
              <a:buNone/>
            </a:pPr>
            <a:r>
              <a:t/>
            </a:r>
            <a:endParaRPr/>
          </a:p>
          <a:p>
            <a:pPr indent="0" lvl="0" marL="0" rtl="0" algn="l">
              <a:lnSpc>
                <a:spcPct val="115000"/>
              </a:lnSpc>
              <a:spcBef>
                <a:spcPts val="1200"/>
              </a:spcBef>
              <a:spcAft>
                <a:spcPts val="0"/>
              </a:spcAft>
              <a:buClr>
                <a:schemeClr val="dk1"/>
              </a:buClr>
              <a:buSzPts val="1100"/>
              <a:buFont typeface="Arial"/>
              <a:buNone/>
            </a:pPr>
            <a:r>
              <a:rPr lang="en-US" sz="1800">
                <a:latin typeface="Arial"/>
                <a:ea typeface="Arial"/>
                <a:cs typeface="Arial"/>
                <a:sym typeface="Arial"/>
              </a:rPr>
              <a:t>Example:</a:t>
            </a:r>
            <a:endParaRPr sz="1800">
              <a:latin typeface="Arial"/>
              <a:ea typeface="Arial"/>
              <a:cs typeface="Arial"/>
              <a:sym typeface="Arial"/>
            </a:endParaRPr>
          </a:p>
          <a:p>
            <a:pPr indent="0" lvl="0" marL="0" rtl="0" algn="l">
              <a:spcBef>
                <a:spcPts val="1200"/>
              </a:spcBef>
              <a:spcAft>
                <a:spcPts val="0"/>
              </a:spcAft>
              <a:buNone/>
            </a:pPr>
            <a:r>
              <a:rPr lang="en-US" sz="1800">
                <a:solidFill>
                  <a:srgbClr val="188038"/>
                </a:solidFill>
                <a:latin typeface="Roboto Mono"/>
                <a:ea typeface="Roboto Mono"/>
                <a:cs typeface="Roboto Mono"/>
                <a:sym typeface="Roboto Mono"/>
              </a:rPr>
              <a:t>GET /index.html HTTP/1.1</a:t>
            </a:r>
            <a:endParaRPr sz="1800">
              <a:solidFill>
                <a:srgbClr val="188038"/>
              </a:solidFill>
              <a:latin typeface="Roboto Mono"/>
              <a:ea typeface="Roboto Mono"/>
              <a:cs typeface="Roboto Mono"/>
              <a:sym typeface="Roboto Mono"/>
            </a:endParaRPr>
          </a:p>
          <a:p>
            <a:pPr indent="0" lvl="0" marL="0" rtl="0" algn="l">
              <a:lnSpc>
                <a:spcPct val="115000"/>
              </a:lnSpc>
              <a:spcBef>
                <a:spcPts val="0"/>
              </a:spcBef>
              <a:spcAft>
                <a:spcPts val="0"/>
              </a:spcAft>
              <a:buClr>
                <a:schemeClr val="dk1"/>
              </a:buClr>
              <a:buSzPts val="1100"/>
              <a:buFont typeface="Arial"/>
              <a:buNone/>
            </a:pPr>
            <a:r>
              <a:rPr lang="en-US" sz="1800">
                <a:solidFill>
                  <a:srgbClr val="188038"/>
                </a:solidFill>
                <a:latin typeface="Roboto Mono"/>
                <a:ea typeface="Roboto Mono"/>
                <a:cs typeface="Roboto Mono"/>
                <a:sym typeface="Roboto Mono"/>
              </a:rPr>
              <a:t>Host: www.example.com</a:t>
            </a:r>
            <a:endParaRPr sz="1800">
              <a:solidFill>
                <a:srgbClr val="188038"/>
              </a:solidFill>
              <a:latin typeface="Roboto Mono"/>
              <a:ea typeface="Roboto Mono"/>
              <a:cs typeface="Roboto Mono"/>
              <a:sym typeface="Roboto Mono"/>
            </a:endParaRPr>
          </a:p>
          <a:p>
            <a:pPr indent="0" lvl="0" marL="0" rtl="0" algn="l">
              <a:spcBef>
                <a:spcPts val="360"/>
              </a:spcBef>
              <a:spcAft>
                <a:spcPts val="0"/>
              </a:spcAft>
              <a:buNone/>
            </a:pPr>
            <a:r>
              <a:t/>
            </a:r>
            <a:endParaRPr/>
          </a:p>
        </p:txBody>
      </p:sp>
      <p:sp>
        <p:nvSpPr>
          <p:cNvPr id="474" name="Google Shape;474;g3bf14bc5d42_0_13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g3bf14bc5d42_0_14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 HTTP Response Structure</a:t>
            </a:r>
            <a:endParaRPr/>
          </a:p>
        </p:txBody>
      </p:sp>
      <p:sp>
        <p:nvSpPr>
          <p:cNvPr id="481" name="Google Shape;481;g3bf14bc5d42_0_14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lnSpcReduction="10000"/>
          </a:bodyPr>
          <a:lstStyle/>
          <a:p>
            <a:pPr indent="0" lvl="0" marL="0" rtl="0" algn="l">
              <a:spcBef>
                <a:spcPts val="360"/>
              </a:spcBef>
              <a:spcAft>
                <a:spcPts val="0"/>
              </a:spcAft>
              <a:buClr>
                <a:schemeClr val="dk1"/>
              </a:buClr>
              <a:buSzPts val="1100"/>
              <a:buFont typeface="Arial"/>
              <a:buNone/>
            </a:pPr>
            <a:r>
              <a:rPr lang="en-US"/>
              <a:t>Status Line</a:t>
            </a:r>
            <a:endParaRPr/>
          </a:p>
          <a:p>
            <a:pPr indent="0" lvl="0" marL="0" rtl="0" algn="l">
              <a:spcBef>
                <a:spcPts val="360"/>
              </a:spcBef>
              <a:spcAft>
                <a:spcPts val="0"/>
              </a:spcAft>
              <a:buClr>
                <a:schemeClr val="dk1"/>
              </a:buClr>
              <a:buSzPts val="1100"/>
              <a:buFont typeface="Arial"/>
              <a:buNone/>
            </a:pPr>
            <a:r>
              <a:rPr lang="en-US"/>
              <a:t>Headers</a:t>
            </a:r>
            <a:endParaRPr/>
          </a:p>
          <a:p>
            <a:pPr indent="0" lvl="0" marL="0" rtl="0" algn="l">
              <a:spcBef>
                <a:spcPts val="360"/>
              </a:spcBef>
              <a:spcAft>
                <a:spcPts val="0"/>
              </a:spcAft>
              <a:buClr>
                <a:schemeClr val="dk1"/>
              </a:buClr>
              <a:buSzPts val="1100"/>
              <a:buFont typeface="Arial"/>
              <a:buNone/>
            </a:pPr>
            <a:r>
              <a:rPr lang="en-US"/>
              <a:t>Blank Line</a:t>
            </a:r>
            <a:endParaRPr/>
          </a:p>
          <a:p>
            <a:pPr indent="0" lvl="0" marL="0" rtl="0" algn="l">
              <a:spcBef>
                <a:spcPts val="360"/>
              </a:spcBef>
              <a:spcAft>
                <a:spcPts val="0"/>
              </a:spcAft>
              <a:buClr>
                <a:schemeClr val="dk1"/>
              </a:buClr>
              <a:buSzPts val="1100"/>
              <a:buFont typeface="Arial"/>
              <a:buNone/>
            </a:pPr>
            <a:r>
              <a:rPr lang="en-US"/>
              <a:t>Body</a:t>
            </a:r>
            <a:endParaRPr/>
          </a:p>
          <a:p>
            <a:pPr indent="0" lvl="0" marL="0" rtl="0" algn="l">
              <a:spcBef>
                <a:spcPts val="360"/>
              </a:spcBef>
              <a:spcAft>
                <a:spcPts val="0"/>
              </a:spcAft>
              <a:buClr>
                <a:schemeClr val="dk1"/>
              </a:buClr>
              <a:buSzPts val="1100"/>
              <a:buFont typeface="Arial"/>
              <a:buNone/>
            </a:pPr>
            <a:r>
              <a:rPr lang="en-US"/>
              <a:t>Example:</a:t>
            </a:r>
            <a:endParaRPr/>
          </a:p>
          <a:p>
            <a:pPr indent="0" lvl="0" marL="0" rtl="0" algn="l">
              <a:spcBef>
                <a:spcPts val="360"/>
              </a:spcBef>
              <a:spcAft>
                <a:spcPts val="0"/>
              </a:spcAft>
              <a:buClr>
                <a:schemeClr val="dk1"/>
              </a:buClr>
              <a:buSzPts val="1100"/>
              <a:buFont typeface="Arial"/>
              <a:buNone/>
            </a:pPr>
            <a:r>
              <a:t/>
            </a:r>
            <a:endParaRPr/>
          </a:p>
          <a:p>
            <a:pPr indent="0" lvl="0" marL="0" rtl="0" algn="l">
              <a:spcBef>
                <a:spcPts val="360"/>
              </a:spcBef>
              <a:spcAft>
                <a:spcPts val="0"/>
              </a:spcAft>
              <a:buClr>
                <a:schemeClr val="dk1"/>
              </a:buClr>
              <a:buSzPts val="1100"/>
              <a:buFont typeface="Arial"/>
              <a:buNone/>
            </a:pPr>
            <a:r>
              <a:rPr lang="en-US"/>
              <a:t>HTTP/1.1 200 OK</a:t>
            </a:r>
            <a:endParaRPr/>
          </a:p>
          <a:p>
            <a:pPr indent="0" lvl="0" marL="0" rtl="0" algn="l">
              <a:spcBef>
                <a:spcPts val="360"/>
              </a:spcBef>
              <a:spcAft>
                <a:spcPts val="0"/>
              </a:spcAft>
              <a:buClr>
                <a:schemeClr val="dk1"/>
              </a:buClr>
              <a:buSzPts val="1100"/>
              <a:buFont typeface="Arial"/>
              <a:buNone/>
            </a:pPr>
            <a:r>
              <a:rPr lang="en-US"/>
              <a:t>Content-Type: text/html</a:t>
            </a:r>
            <a:endParaRPr/>
          </a:p>
          <a:p>
            <a:pPr indent="0" lvl="0" marL="0" rtl="0" algn="l">
              <a:spcBef>
                <a:spcPts val="360"/>
              </a:spcBef>
              <a:spcAft>
                <a:spcPts val="0"/>
              </a:spcAft>
              <a:buNone/>
            </a:pPr>
            <a:r>
              <a:t/>
            </a:r>
            <a:endParaRPr/>
          </a:p>
        </p:txBody>
      </p:sp>
      <p:sp>
        <p:nvSpPr>
          <p:cNvPr id="482" name="Google Shape;482;g3bf14bc5d42_0_14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g3bf14bc5d42_0_14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HTTP Methods</a:t>
            </a:r>
            <a:endParaRPr/>
          </a:p>
        </p:txBody>
      </p:sp>
      <p:sp>
        <p:nvSpPr>
          <p:cNvPr id="489" name="Google Shape;489;g3bf14bc5d42_0_14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lnSpcReduction="20000"/>
          </a:bodyPr>
          <a:lstStyle/>
          <a:p>
            <a:pPr indent="0" lvl="0" marL="0" rtl="0" algn="l">
              <a:spcBef>
                <a:spcPts val="360"/>
              </a:spcBef>
              <a:spcAft>
                <a:spcPts val="0"/>
              </a:spcAft>
              <a:buNone/>
            </a:pPr>
            <a:r>
              <a:rPr lang="en-US"/>
              <a:t>HTTP methods define what action the client wants to perform.</a:t>
            </a:r>
            <a:endParaRPr/>
          </a:p>
          <a:p>
            <a:pPr indent="0" lvl="0" marL="0" rtl="0" algn="l">
              <a:spcBef>
                <a:spcPts val="360"/>
              </a:spcBef>
              <a:spcAft>
                <a:spcPts val="0"/>
              </a:spcAft>
              <a:buNone/>
            </a:pPr>
            <a:r>
              <a:rPr b="1" lang="en-US"/>
              <a:t>GET Method-</a:t>
            </a:r>
            <a:r>
              <a:rPr lang="en-US"/>
              <a:t>Used to retrieve data from server.</a:t>
            </a:r>
            <a:endParaRPr/>
          </a:p>
          <a:p>
            <a:pPr indent="0" lvl="0" marL="0" rtl="0" algn="l">
              <a:lnSpc>
                <a:spcPct val="115000"/>
              </a:lnSpc>
              <a:spcBef>
                <a:spcPts val="1200"/>
              </a:spcBef>
              <a:spcAft>
                <a:spcPts val="0"/>
              </a:spcAft>
              <a:buNone/>
            </a:pPr>
            <a:r>
              <a:rPr lang="en-US"/>
              <a:t>Example:Opening a webpage, Searching data</a:t>
            </a:r>
            <a:endParaRPr/>
          </a:p>
          <a:p>
            <a:pPr indent="0" lvl="0" marL="0" rtl="0" algn="l">
              <a:lnSpc>
                <a:spcPct val="115000"/>
              </a:lnSpc>
              <a:spcBef>
                <a:spcPts val="1200"/>
              </a:spcBef>
              <a:spcAft>
                <a:spcPts val="0"/>
              </a:spcAft>
              <a:buNone/>
            </a:pPr>
            <a:r>
              <a:rPr lang="en-US"/>
              <a:t>Characteristics: Data sent in URL, Visible in address bar, Limited data size, Not secure for sensitive data</a:t>
            </a:r>
            <a:endParaRPr/>
          </a:p>
          <a:p>
            <a:pPr indent="0" lvl="0" marL="0" rtl="0" algn="l">
              <a:spcBef>
                <a:spcPts val="1200"/>
              </a:spcBef>
              <a:spcAft>
                <a:spcPts val="0"/>
              </a:spcAft>
              <a:buNone/>
            </a:pPr>
            <a:r>
              <a:rPr lang="en-US"/>
              <a:t>Example:GET /search?name=saloni</a:t>
            </a:r>
            <a:endParaRPr/>
          </a:p>
          <a:p>
            <a:pPr indent="0" lvl="0" marL="0" rtl="0" algn="l">
              <a:spcBef>
                <a:spcPts val="360"/>
              </a:spcBef>
              <a:spcAft>
                <a:spcPts val="0"/>
              </a:spcAft>
              <a:buNone/>
            </a:pPr>
            <a:r>
              <a:t/>
            </a:r>
            <a:endParaRPr/>
          </a:p>
        </p:txBody>
      </p:sp>
      <p:sp>
        <p:nvSpPr>
          <p:cNvPr id="490" name="Google Shape;490;g3bf14bc5d42_0_14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sp>
        <p:nvSpPr>
          <p:cNvPr id="496" name="Google Shape;496;g3bf14bc5d42_0_154"/>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HTTP Methods- POST Method</a:t>
            </a:r>
            <a:endParaRPr/>
          </a:p>
        </p:txBody>
      </p:sp>
      <p:sp>
        <p:nvSpPr>
          <p:cNvPr id="497" name="Google Shape;497;g3bf14bc5d42_0_15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lnSpcReduction="20000"/>
          </a:bodyPr>
          <a:lstStyle/>
          <a:p>
            <a:pPr indent="0" lvl="0" marL="0" rtl="0" algn="l">
              <a:spcBef>
                <a:spcPts val="360"/>
              </a:spcBef>
              <a:spcAft>
                <a:spcPts val="0"/>
              </a:spcAft>
              <a:buNone/>
            </a:pPr>
            <a:r>
              <a:rPr lang="en-US"/>
              <a:t>Used to send data to server.</a:t>
            </a:r>
            <a:endParaRPr/>
          </a:p>
          <a:p>
            <a:pPr indent="0" lvl="0" marL="0" rtl="0" algn="l">
              <a:lnSpc>
                <a:spcPct val="115000"/>
              </a:lnSpc>
              <a:spcBef>
                <a:spcPts val="1200"/>
              </a:spcBef>
              <a:spcAft>
                <a:spcPts val="0"/>
              </a:spcAft>
              <a:buNone/>
            </a:pPr>
            <a:r>
              <a:rPr lang="en-US"/>
              <a:t>Example: Login form, Registration form, Upload file.</a:t>
            </a:r>
            <a:endParaRPr/>
          </a:p>
          <a:p>
            <a:pPr indent="0" lvl="0" marL="0" rtl="0" algn="l">
              <a:lnSpc>
                <a:spcPct val="115000"/>
              </a:lnSpc>
              <a:spcBef>
                <a:spcPts val="1400"/>
              </a:spcBef>
              <a:spcAft>
                <a:spcPts val="0"/>
              </a:spcAft>
              <a:buNone/>
            </a:pPr>
            <a:r>
              <a:rPr lang="en-US"/>
              <a:t>Characteristics: Data sent in request body, Not visible in URL, No size limitation (practically large), More secure than GET</a:t>
            </a:r>
            <a:endParaRPr sz="1100">
              <a:latin typeface="Arial"/>
              <a:ea typeface="Arial"/>
              <a:cs typeface="Arial"/>
              <a:sym typeface="Arial"/>
            </a:endParaRPr>
          </a:p>
          <a:p>
            <a:pPr indent="0" lvl="0" marL="0" rtl="0" algn="l">
              <a:lnSpc>
                <a:spcPct val="115000"/>
              </a:lnSpc>
              <a:spcBef>
                <a:spcPts val="1200"/>
              </a:spcBef>
              <a:spcAft>
                <a:spcPts val="0"/>
              </a:spcAft>
              <a:buNone/>
            </a:pPr>
            <a:r>
              <a:t/>
            </a:r>
            <a:endParaRPr/>
          </a:p>
          <a:p>
            <a:pPr indent="0" lvl="0" marL="0" rtl="0" algn="l">
              <a:spcBef>
                <a:spcPts val="1200"/>
              </a:spcBef>
              <a:spcAft>
                <a:spcPts val="0"/>
              </a:spcAft>
              <a:buNone/>
            </a:pPr>
            <a:r>
              <a:t/>
            </a:r>
            <a:endParaRPr/>
          </a:p>
        </p:txBody>
      </p:sp>
      <p:sp>
        <p:nvSpPr>
          <p:cNvPr id="498" name="Google Shape;498;g3bf14bc5d42_0_15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g3bf14bc5d42_0_161"/>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Other HTTP Methods</a:t>
            </a:r>
            <a:endParaRPr/>
          </a:p>
        </p:txBody>
      </p:sp>
      <p:sp>
        <p:nvSpPr>
          <p:cNvPr id="505" name="Google Shape;505;g3bf14bc5d42_0_161"/>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sp>
        <p:nvSpPr>
          <p:cNvPr id="506" name="Google Shape;506;g3bf14bc5d42_0_16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graphicFrame>
        <p:nvGraphicFramePr>
          <p:cNvPr id="507" name="Google Shape;507;g3bf14bc5d42_0_161"/>
          <p:cNvGraphicFramePr/>
          <p:nvPr/>
        </p:nvGraphicFramePr>
        <p:xfrm>
          <a:off x="791750" y="1692650"/>
          <a:ext cx="3000000" cy="3000000"/>
        </p:xfrm>
        <a:graphic>
          <a:graphicData uri="http://schemas.openxmlformats.org/drawingml/2006/table">
            <a:tbl>
              <a:tblPr>
                <a:noFill/>
                <a:tableStyleId>{DCFC4FD1-408E-4249-958D-94DAA0A80FA4}</a:tableStyleId>
              </a:tblPr>
              <a:tblGrid>
                <a:gridCol w="2065750"/>
                <a:gridCol w="5173250"/>
              </a:tblGrid>
              <a:tr h="384900">
                <a:tc>
                  <a:txBody>
                    <a:bodyPr/>
                    <a:lstStyle/>
                    <a:p>
                      <a:pPr indent="0" lvl="0" marL="0" rtl="0" algn="ctr">
                        <a:lnSpc>
                          <a:spcPct val="115000"/>
                        </a:lnSpc>
                        <a:spcBef>
                          <a:spcPts val="0"/>
                        </a:spcBef>
                        <a:spcAft>
                          <a:spcPts val="0"/>
                        </a:spcAft>
                        <a:buNone/>
                      </a:pPr>
                      <a:r>
                        <a:rPr b="1" lang="en-US" sz="1100"/>
                        <a:t>Method</a:t>
                      </a:r>
                      <a:endParaRPr b="1" sz="1100"/>
                    </a:p>
                  </a:txBody>
                  <a:tcPr marT="91425" marB="91425" marR="91425" marL="91425"/>
                </a:tc>
                <a:tc>
                  <a:txBody>
                    <a:bodyPr/>
                    <a:lstStyle/>
                    <a:p>
                      <a:pPr indent="0" lvl="0" marL="0" rtl="0" algn="ctr">
                        <a:lnSpc>
                          <a:spcPct val="115000"/>
                        </a:lnSpc>
                        <a:spcBef>
                          <a:spcPts val="0"/>
                        </a:spcBef>
                        <a:spcAft>
                          <a:spcPts val="0"/>
                        </a:spcAft>
                        <a:buNone/>
                      </a:pPr>
                      <a:r>
                        <a:rPr b="1" lang="en-US" sz="1100"/>
                        <a:t>Purpose</a:t>
                      </a:r>
                      <a:endParaRPr b="1" sz="1100"/>
                    </a:p>
                  </a:txBody>
                  <a:tcPr marT="91425" marB="91425" marR="91425" marL="91425"/>
                </a:tc>
              </a:tr>
              <a:tr h="615775">
                <a:tc>
                  <a:txBody>
                    <a:bodyPr/>
                    <a:lstStyle/>
                    <a:p>
                      <a:pPr indent="0" lvl="0" marL="0" rtl="0" algn="l">
                        <a:spcBef>
                          <a:spcPts val="0"/>
                        </a:spcBef>
                        <a:spcAft>
                          <a:spcPts val="0"/>
                        </a:spcAft>
                        <a:buNone/>
                      </a:pPr>
                      <a:r>
                        <a:rPr lang="en-US"/>
                        <a:t>PUT</a:t>
                      </a:r>
                      <a:endParaRPr/>
                    </a:p>
                  </a:txBody>
                  <a:tcPr marT="91425" marB="91425" marR="91425" marL="91425"/>
                </a:tc>
                <a:tc>
                  <a:txBody>
                    <a:bodyPr/>
                    <a:lstStyle/>
                    <a:p>
                      <a:pPr indent="0" lvl="0" marL="0" rtl="0" algn="l">
                        <a:spcBef>
                          <a:spcPts val="0"/>
                        </a:spcBef>
                        <a:spcAft>
                          <a:spcPts val="0"/>
                        </a:spcAft>
                        <a:buNone/>
                      </a:pPr>
                      <a:r>
                        <a:rPr lang="en-US"/>
                        <a:t>Replace or update an existing resource completely</a:t>
                      </a:r>
                      <a:endParaRPr/>
                    </a:p>
                  </a:txBody>
                  <a:tcPr marT="91425" marB="91425" marR="91425" marL="91425"/>
                </a:tc>
              </a:tr>
              <a:tr h="400250">
                <a:tc>
                  <a:txBody>
                    <a:bodyPr/>
                    <a:lstStyle/>
                    <a:p>
                      <a:pPr indent="0" lvl="0" marL="0" rtl="0" algn="l">
                        <a:spcBef>
                          <a:spcPts val="0"/>
                        </a:spcBef>
                        <a:spcAft>
                          <a:spcPts val="0"/>
                        </a:spcAft>
                        <a:buNone/>
                      </a:pPr>
                      <a:r>
                        <a:rPr lang="en-US"/>
                        <a:t>DELETE</a:t>
                      </a:r>
                      <a:endParaRPr/>
                    </a:p>
                  </a:txBody>
                  <a:tcPr marT="91425" marB="91425" marR="91425" marL="91425"/>
                </a:tc>
                <a:tc>
                  <a:txBody>
                    <a:bodyPr/>
                    <a:lstStyle/>
                    <a:p>
                      <a:pPr indent="0" lvl="0" marL="0" rtl="0" algn="l">
                        <a:spcBef>
                          <a:spcPts val="0"/>
                        </a:spcBef>
                        <a:spcAft>
                          <a:spcPts val="0"/>
                        </a:spcAft>
                        <a:buNone/>
                      </a:pPr>
                      <a:r>
                        <a:rPr lang="en-US"/>
                        <a:t>Remove a resource from the server</a:t>
                      </a:r>
                      <a:endParaRPr/>
                    </a:p>
                  </a:txBody>
                  <a:tcPr marT="91425" marB="91425" marR="91425" marL="91425"/>
                </a:tc>
              </a:tr>
              <a:tr h="400250">
                <a:tc>
                  <a:txBody>
                    <a:bodyPr/>
                    <a:lstStyle/>
                    <a:p>
                      <a:pPr indent="0" lvl="0" marL="0" rtl="0" algn="l">
                        <a:spcBef>
                          <a:spcPts val="0"/>
                        </a:spcBef>
                        <a:spcAft>
                          <a:spcPts val="0"/>
                        </a:spcAft>
                        <a:buNone/>
                      </a:pPr>
                      <a:r>
                        <a:rPr lang="en-US"/>
                        <a:t>PATCH</a:t>
                      </a:r>
                      <a:endParaRPr/>
                    </a:p>
                  </a:txBody>
                  <a:tcPr marT="91425" marB="91425" marR="91425" marL="91425"/>
                </a:tc>
                <a:tc>
                  <a:txBody>
                    <a:bodyPr/>
                    <a:lstStyle/>
                    <a:p>
                      <a:pPr indent="0" lvl="0" marL="0" rtl="0" algn="l">
                        <a:spcBef>
                          <a:spcPts val="0"/>
                        </a:spcBef>
                        <a:spcAft>
                          <a:spcPts val="0"/>
                        </a:spcAft>
                        <a:buNone/>
                      </a:pPr>
                      <a:r>
                        <a:rPr lang="en-US"/>
                        <a:t>Partially update an existing resource</a:t>
                      </a:r>
                      <a:endParaRPr/>
                    </a:p>
                  </a:txBody>
                  <a:tcPr marT="91425" marB="91425" marR="91425" marL="91425"/>
                </a:tc>
              </a:tr>
              <a:tr h="615775">
                <a:tc>
                  <a:txBody>
                    <a:bodyPr/>
                    <a:lstStyle/>
                    <a:p>
                      <a:pPr indent="0" lvl="0" marL="0" rtl="0" algn="l">
                        <a:spcBef>
                          <a:spcPts val="0"/>
                        </a:spcBef>
                        <a:spcAft>
                          <a:spcPts val="0"/>
                        </a:spcAft>
                        <a:buNone/>
                      </a:pPr>
                      <a:r>
                        <a:rPr lang="en-US"/>
                        <a:t>HEAD</a:t>
                      </a:r>
                      <a:endParaRPr/>
                    </a:p>
                  </a:txBody>
                  <a:tcPr marT="91425" marB="91425" marR="91425" marL="91425"/>
                </a:tc>
                <a:tc>
                  <a:txBody>
                    <a:bodyPr/>
                    <a:lstStyle/>
                    <a:p>
                      <a:pPr indent="0" lvl="0" marL="0" rtl="0" algn="l">
                        <a:spcBef>
                          <a:spcPts val="0"/>
                        </a:spcBef>
                        <a:spcAft>
                          <a:spcPts val="0"/>
                        </a:spcAft>
                        <a:buNone/>
                      </a:pPr>
                      <a:r>
                        <a:rPr lang="en-US"/>
                        <a:t>Retrieve only headers of a resource (no body)</a:t>
                      </a:r>
                      <a:endParaRPr/>
                    </a:p>
                  </a:txBody>
                  <a:tcPr marT="91425" marB="91425" marR="91425" marL="91425"/>
                </a:tc>
              </a:tr>
              <a:tr h="615775">
                <a:tc>
                  <a:txBody>
                    <a:bodyPr/>
                    <a:lstStyle/>
                    <a:p>
                      <a:pPr indent="0" lvl="0" marL="0" rtl="0" algn="l">
                        <a:spcBef>
                          <a:spcPts val="0"/>
                        </a:spcBef>
                        <a:spcAft>
                          <a:spcPts val="0"/>
                        </a:spcAft>
                        <a:buNone/>
                      </a:pPr>
                      <a:r>
                        <a:rPr lang="en-US"/>
                        <a:t>OPTIONS</a:t>
                      </a:r>
                      <a:endParaRPr/>
                    </a:p>
                  </a:txBody>
                  <a:tcPr marT="91425" marB="91425" marR="91425" marL="91425"/>
                </a:tc>
                <a:tc>
                  <a:txBody>
                    <a:bodyPr/>
                    <a:lstStyle/>
                    <a:p>
                      <a:pPr indent="0" lvl="0" marL="0" rtl="0" algn="l">
                        <a:spcBef>
                          <a:spcPts val="0"/>
                        </a:spcBef>
                        <a:spcAft>
                          <a:spcPts val="0"/>
                        </a:spcAft>
                        <a:buNone/>
                      </a:pPr>
                      <a:r>
                        <a:rPr lang="en-US"/>
                        <a:t>Retrieve the list of supported HTTP methods</a:t>
                      </a:r>
                      <a:endParaRPr/>
                    </a:p>
                  </a:txBody>
                  <a:tcPr marT="91425" marB="91425" marR="91425" marL="91425"/>
                </a:tc>
              </a:tr>
              <a:tr h="400250">
                <a:tc>
                  <a:txBody>
                    <a:bodyPr/>
                    <a:lstStyle/>
                    <a:p>
                      <a:pPr indent="0" lvl="0" marL="0" rtl="0" algn="l">
                        <a:spcBef>
                          <a:spcPts val="0"/>
                        </a:spcBef>
                        <a:spcAft>
                          <a:spcPts val="0"/>
                        </a:spcAft>
                        <a:buNone/>
                      </a:pPr>
                      <a:r>
                        <a:rPr lang="en-US"/>
                        <a:t>TRACE</a:t>
                      </a:r>
                      <a:endParaRPr/>
                    </a:p>
                  </a:txBody>
                  <a:tcPr marT="91425" marB="91425" marR="91425" marL="91425"/>
                </a:tc>
                <a:tc>
                  <a:txBody>
                    <a:bodyPr/>
                    <a:lstStyle/>
                    <a:p>
                      <a:pPr indent="0" lvl="0" marL="0" rtl="0" algn="l">
                        <a:spcBef>
                          <a:spcPts val="0"/>
                        </a:spcBef>
                        <a:spcAft>
                          <a:spcPts val="0"/>
                        </a:spcAft>
                        <a:buNone/>
                      </a:pPr>
                      <a:r>
                        <a:rPr lang="en-US"/>
                        <a:t>Echo the received request for debugging</a:t>
                      </a:r>
                      <a:endParaRPr/>
                    </a:p>
                  </a:txBody>
                  <a:tcPr marT="91425" marB="91425" marR="91425" marL="91425"/>
                </a:tc>
              </a:tr>
              <a:tr h="615775">
                <a:tc>
                  <a:txBody>
                    <a:bodyPr/>
                    <a:lstStyle/>
                    <a:p>
                      <a:pPr indent="0" lvl="0" marL="0" rtl="0" algn="l">
                        <a:spcBef>
                          <a:spcPts val="0"/>
                        </a:spcBef>
                        <a:spcAft>
                          <a:spcPts val="0"/>
                        </a:spcAft>
                        <a:buNone/>
                      </a:pPr>
                      <a:r>
                        <a:rPr lang="en-US"/>
                        <a:t>CONNECT</a:t>
                      </a:r>
                      <a:endParaRPr/>
                    </a:p>
                  </a:txBody>
                  <a:tcPr marT="91425" marB="91425" marR="91425" marL="91425"/>
                </a:tc>
                <a:tc>
                  <a:txBody>
                    <a:bodyPr/>
                    <a:lstStyle/>
                    <a:p>
                      <a:pPr indent="0" lvl="0" marL="0" rtl="0" algn="l">
                        <a:spcBef>
                          <a:spcPts val="0"/>
                        </a:spcBef>
                        <a:spcAft>
                          <a:spcPts val="0"/>
                        </a:spcAft>
                        <a:buNone/>
                      </a:pPr>
                      <a:r>
                        <a:rPr lang="en-US"/>
                        <a:t>Establish a secure tunnel to the server (used in HTTPS)</a:t>
                      </a:r>
                      <a:endParaRPr/>
                    </a:p>
                  </a:txBody>
                  <a:tcPr marT="91425" marB="91425" marR="91425" marL="91425"/>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g3be6e5f1d5b_1_111"/>
          <p:cNvSpPr txBox="1"/>
          <p:nvPr>
            <p:ph type="title"/>
          </p:nvPr>
        </p:nvSpPr>
        <p:spPr>
          <a:xfrm>
            <a:off x="457200" y="274638"/>
            <a:ext cx="8229600" cy="5637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Getting Information from Requests</a:t>
            </a:r>
            <a:endParaRPr/>
          </a:p>
        </p:txBody>
      </p:sp>
      <p:sp>
        <p:nvSpPr>
          <p:cNvPr id="513" name="Google Shape;513;g3be6e5f1d5b_1_111"/>
          <p:cNvSpPr txBox="1"/>
          <p:nvPr>
            <p:ph idx="1" type="body"/>
          </p:nvPr>
        </p:nvSpPr>
        <p:spPr>
          <a:xfrm>
            <a:off x="457200" y="914400"/>
            <a:ext cx="8229600" cy="5943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 request contains data passed between a client and the servlet.</a:t>
            </a:r>
            <a:endParaRPr/>
          </a:p>
          <a:p>
            <a:pPr indent="-342900" lvl="0" marL="342900" rtl="0" algn="l">
              <a:spcBef>
                <a:spcPts val="640"/>
              </a:spcBef>
              <a:spcAft>
                <a:spcPts val="0"/>
              </a:spcAft>
              <a:buClr>
                <a:schemeClr val="dk1"/>
              </a:buClr>
              <a:buSzPts val="3200"/>
              <a:buChar char="•"/>
            </a:pPr>
            <a:r>
              <a:rPr lang="en-US"/>
              <a:t> All requests implement the </a:t>
            </a:r>
            <a:r>
              <a:rPr b="1" lang="en-US"/>
              <a:t>ServletRequest</a:t>
            </a:r>
            <a:r>
              <a:rPr lang="en-US"/>
              <a:t> interface.</a:t>
            </a:r>
            <a:endParaRPr/>
          </a:p>
          <a:p>
            <a:pPr indent="-342900" lvl="0" marL="342900" rtl="0" algn="l">
              <a:spcBef>
                <a:spcPts val="640"/>
              </a:spcBef>
              <a:spcAft>
                <a:spcPts val="0"/>
              </a:spcAft>
              <a:buClr>
                <a:schemeClr val="dk1"/>
              </a:buClr>
              <a:buSzPts val="3200"/>
              <a:buChar char="•"/>
            </a:pPr>
            <a:r>
              <a:rPr lang="en-US"/>
              <a:t> This interface defines methods for accessing all request Information.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g3be6e5f1d5b_1_116"/>
          <p:cNvSpPr txBox="1"/>
          <p:nvPr>
            <p:ph idx="12" type="sldNum"/>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519" name="Google Shape;519;g3be6e5f1d5b_1_1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Input to a servlet</a:t>
            </a:r>
            <a:endParaRPr/>
          </a:p>
        </p:txBody>
      </p:sp>
      <p:sp>
        <p:nvSpPr>
          <p:cNvPr id="520" name="Google Shape;520;g3be6e5f1d5b_1_116"/>
          <p:cNvSpPr txBox="1"/>
          <p:nvPr>
            <p:ph idx="1" type="body"/>
          </p:nvPr>
        </p:nvSpPr>
        <p:spPr>
          <a:xfrm>
            <a:off x="533400" y="1676400"/>
            <a:ext cx="8229600" cy="452610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90000"/>
              </a:lnSpc>
              <a:spcBef>
                <a:spcPts val="0"/>
              </a:spcBef>
              <a:spcAft>
                <a:spcPts val="0"/>
              </a:spcAft>
              <a:buClr>
                <a:schemeClr val="dk1"/>
              </a:buClr>
              <a:buSzPct val="100000"/>
              <a:buChar char="•"/>
            </a:pPr>
            <a:r>
              <a:rPr lang="en-US"/>
              <a:t>A </a:t>
            </a:r>
            <a:r>
              <a:rPr lang="en-US">
                <a:solidFill>
                  <a:schemeClr val="accent2"/>
                </a:solidFill>
                <a:latin typeface="Trebuchet MS"/>
                <a:ea typeface="Trebuchet MS"/>
                <a:cs typeface="Trebuchet MS"/>
                <a:sym typeface="Trebuchet MS"/>
              </a:rPr>
              <a:t>GET</a:t>
            </a:r>
            <a:r>
              <a:rPr lang="en-US"/>
              <a:t> request supplies parameters in the form</a:t>
            </a:r>
            <a:br>
              <a:rPr lang="en-US"/>
            </a:br>
            <a:r>
              <a:rPr i="1" lang="en-US" sz="2400">
                <a:solidFill>
                  <a:schemeClr val="accent2"/>
                </a:solidFill>
                <a:latin typeface="Trebuchet MS"/>
                <a:ea typeface="Trebuchet MS"/>
                <a:cs typeface="Trebuchet MS"/>
                <a:sym typeface="Trebuchet MS"/>
              </a:rPr>
              <a:t>URL</a:t>
            </a:r>
            <a:r>
              <a:rPr lang="en-US" sz="2400">
                <a:solidFill>
                  <a:schemeClr val="accent2"/>
                </a:solidFill>
                <a:latin typeface="Trebuchet MS"/>
                <a:ea typeface="Trebuchet MS"/>
                <a:cs typeface="Trebuchet MS"/>
                <a:sym typeface="Trebuchet MS"/>
              </a:rPr>
              <a:t>  ?  </a:t>
            </a:r>
            <a:r>
              <a:rPr b="1" i="1" lang="en-US" sz="2400">
                <a:solidFill>
                  <a:schemeClr val="accent2"/>
                </a:solidFill>
              </a:rPr>
              <a:t>name</a:t>
            </a:r>
            <a:r>
              <a:rPr i="1" lang="en-US" sz="2400">
                <a:solidFill>
                  <a:schemeClr val="accent2"/>
                </a:solidFill>
                <a:latin typeface="Trebuchet MS"/>
                <a:ea typeface="Trebuchet MS"/>
                <a:cs typeface="Trebuchet MS"/>
                <a:sym typeface="Trebuchet MS"/>
              </a:rPr>
              <a:t>=</a:t>
            </a:r>
            <a:r>
              <a:rPr b="1" i="1" lang="en-US" sz="2400">
                <a:solidFill>
                  <a:schemeClr val="accent2"/>
                </a:solidFill>
              </a:rPr>
              <a:t>value</a:t>
            </a:r>
            <a:r>
              <a:rPr lang="en-US" sz="2400">
                <a:solidFill>
                  <a:schemeClr val="accent2"/>
                </a:solidFill>
                <a:latin typeface="Trebuchet MS"/>
                <a:ea typeface="Trebuchet MS"/>
                <a:cs typeface="Trebuchet MS"/>
                <a:sym typeface="Trebuchet MS"/>
              </a:rPr>
              <a:t>  &amp;  </a:t>
            </a:r>
            <a:r>
              <a:rPr b="1" i="1" lang="en-US" sz="2400">
                <a:solidFill>
                  <a:schemeClr val="accent2"/>
                </a:solidFill>
              </a:rPr>
              <a:t>name</a:t>
            </a:r>
            <a:r>
              <a:rPr i="1" lang="en-US" sz="2400">
                <a:solidFill>
                  <a:schemeClr val="accent2"/>
                </a:solidFill>
                <a:latin typeface="Trebuchet MS"/>
                <a:ea typeface="Trebuchet MS"/>
                <a:cs typeface="Trebuchet MS"/>
                <a:sym typeface="Trebuchet MS"/>
              </a:rPr>
              <a:t>=</a:t>
            </a:r>
            <a:r>
              <a:rPr b="1" i="1" lang="en-US" sz="2400">
                <a:solidFill>
                  <a:schemeClr val="accent2"/>
                </a:solidFill>
              </a:rPr>
              <a:t>value</a:t>
            </a:r>
            <a:r>
              <a:rPr lang="en-US" sz="2400">
                <a:solidFill>
                  <a:schemeClr val="accent2"/>
                </a:solidFill>
                <a:latin typeface="Trebuchet MS"/>
                <a:ea typeface="Trebuchet MS"/>
                <a:cs typeface="Trebuchet MS"/>
                <a:sym typeface="Trebuchet MS"/>
              </a:rPr>
              <a:t>  &amp;  </a:t>
            </a:r>
            <a:r>
              <a:rPr b="1" i="1" lang="en-US" sz="2400">
                <a:solidFill>
                  <a:schemeClr val="accent2"/>
                </a:solidFill>
              </a:rPr>
              <a:t>name</a:t>
            </a:r>
            <a:r>
              <a:rPr i="1" lang="en-US" sz="2400">
                <a:solidFill>
                  <a:schemeClr val="accent2"/>
                </a:solidFill>
                <a:latin typeface="Trebuchet MS"/>
                <a:ea typeface="Trebuchet MS"/>
                <a:cs typeface="Trebuchet MS"/>
                <a:sym typeface="Trebuchet MS"/>
              </a:rPr>
              <a:t>=</a:t>
            </a:r>
            <a:r>
              <a:rPr b="1" i="1" lang="en-US" sz="2400">
                <a:solidFill>
                  <a:schemeClr val="accent2"/>
                </a:solidFill>
              </a:rPr>
              <a:t>value</a:t>
            </a:r>
            <a:endParaRPr/>
          </a:p>
          <a:p>
            <a:pPr indent="-285750" lvl="1" marL="742950" rtl="0" algn="l">
              <a:lnSpc>
                <a:spcPct val="90000"/>
              </a:lnSpc>
              <a:spcBef>
                <a:spcPts val="518"/>
              </a:spcBef>
              <a:spcAft>
                <a:spcPts val="0"/>
              </a:spcAft>
              <a:buClr>
                <a:schemeClr val="dk1"/>
              </a:buClr>
              <a:buSzPct val="100000"/>
              <a:buChar char="–"/>
            </a:pPr>
            <a:r>
              <a:rPr lang="en-US"/>
              <a:t>(Illegal spaces added to make it more legible)</a:t>
            </a:r>
            <a:endParaRPr/>
          </a:p>
          <a:p>
            <a:pPr indent="-285750" lvl="1" marL="742950" rtl="0" algn="l">
              <a:lnSpc>
                <a:spcPct val="90000"/>
              </a:lnSpc>
              <a:spcBef>
                <a:spcPts val="518"/>
              </a:spcBef>
              <a:spcAft>
                <a:spcPts val="0"/>
              </a:spcAft>
              <a:buClr>
                <a:schemeClr val="dk1"/>
              </a:buClr>
              <a:buSzPct val="100000"/>
              <a:buChar char="–"/>
            </a:pPr>
            <a:r>
              <a:rPr lang="en-US"/>
              <a:t>Actual spaces in the parameter values are encoded by</a:t>
            </a:r>
            <a:r>
              <a:rPr b="1" lang="en-US">
                <a:solidFill>
                  <a:srgbClr val="FFFF99"/>
                </a:solidFill>
                <a:latin typeface="Trebuchet MS"/>
                <a:ea typeface="Trebuchet MS"/>
                <a:cs typeface="Trebuchet MS"/>
                <a:sym typeface="Trebuchet MS"/>
              </a:rPr>
              <a:t> </a:t>
            </a:r>
            <a:r>
              <a:rPr b="1" lang="en-US">
                <a:solidFill>
                  <a:schemeClr val="accent2"/>
                </a:solidFill>
                <a:latin typeface="Trebuchet MS"/>
                <a:ea typeface="Trebuchet MS"/>
                <a:cs typeface="Trebuchet MS"/>
                <a:sym typeface="Trebuchet MS"/>
              </a:rPr>
              <a:t>+</a:t>
            </a:r>
            <a:r>
              <a:rPr lang="en-US"/>
              <a:t> signs</a:t>
            </a:r>
            <a:endParaRPr/>
          </a:p>
          <a:p>
            <a:pPr indent="-285750" lvl="1" marL="742950" rtl="0" algn="l">
              <a:lnSpc>
                <a:spcPct val="90000"/>
              </a:lnSpc>
              <a:spcBef>
                <a:spcPts val="518"/>
              </a:spcBef>
              <a:spcAft>
                <a:spcPts val="0"/>
              </a:spcAft>
              <a:buClr>
                <a:schemeClr val="dk1"/>
              </a:buClr>
              <a:buSzPct val="100000"/>
              <a:buChar char="–"/>
            </a:pPr>
            <a:r>
              <a:rPr lang="en-US"/>
              <a:t>Other special characters are encoded in hex; for example, an ampersand is represented by</a:t>
            </a:r>
            <a:r>
              <a:rPr lang="en-US">
                <a:solidFill>
                  <a:srgbClr val="FFFF99"/>
                </a:solidFill>
                <a:latin typeface="Trebuchet MS"/>
                <a:ea typeface="Trebuchet MS"/>
                <a:cs typeface="Trebuchet MS"/>
                <a:sym typeface="Trebuchet MS"/>
              </a:rPr>
              <a:t> </a:t>
            </a:r>
            <a:r>
              <a:rPr lang="en-US">
                <a:solidFill>
                  <a:schemeClr val="accent2"/>
                </a:solidFill>
                <a:latin typeface="Trebuchet MS"/>
                <a:ea typeface="Trebuchet MS"/>
                <a:cs typeface="Trebuchet MS"/>
                <a:sym typeface="Trebuchet MS"/>
              </a:rPr>
              <a:t>%26</a:t>
            </a:r>
            <a:endParaRPr/>
          </a:p>
          <a:p>
            <a:pPr indent="-342900" lvl="0" marL="342900" rtl="0" algn="l">
              <a:lnSpc>
                <a:spcPct val="90000"/>
              </a:lnSpc>
              <a:spcBef>
                <a:spcPts val="592"/>
              </a:spcBef>
              <a:spcAft>
                <a:spcPts val="0"/>
              </a:spcAft>
              <a:buClr>
                <a:schemeClr val="dk1"/>
              </a:buClr>
              <a:buSzPct val="100000"/>
              <a:buChar char="•"/>
            </a:pPr>
            <a:r>
              <a:rPr lang="en-US"/>
              <a:t>Parameter names can occur more than once, with different values</a:t>
            </a:r>
            <a:endParaRPr/>
          </a:p>
          <a:p>
            <a:pPr indent="-342900" lvl="0" marL="342900" rtl="0" algn="l">
              <a:lnSpc>
                <a:spcPct val="90000"/>
              </a:lnSpc>
              <a:spcBef>
                <a:spcPts val="592"/>
              </a:spcBef>
              <a:spcAft>
                <a:spcPts val="0"/>
              </a:spcAft>
              <a:buClr>
                <a:schemeClr val="dk1"/>
              </a:buClr>
              <a:buSzPct val="100000"/>
              <a:buChar char="•"/>
            </a:pPr>
            <a:r>
              <a:rPr lang="en-US"/>
              <a:t>A </a:t>
            </a:r>
            <a:r>
              <a:rPr lang="en-US">
                <a:solidFill>
                  <a:schemeClr val="accent2"/>
                </a:solidFill>
                <a:latin typeface="Trebuchet MS"/>
                <a:ea typeface="Trebuchet MS"/>
                <a:cs typeface="Trebuchet MS"/>
                <a:sym typeface="Trebuchet MS"/>
              </a:rPr>
              <a:t>POST</a:t>
            </a:r>
            <a:r>
              <a:rPr lang="en-US"/>
              <a:t> request supplies parameters in the same syntax, only it is in the “body” section of the request and is therefore harder for the user to see</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g3be6e5f1d5b_1_122"/>
          <p:cNvSpPr txBox="1"/>
          <p:nvPr>
            <p:ph idx="12" type="sldNum"/>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526" name="Google Shape;526;g3be6e5f1d5b_1_1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Getting the parameters</a:t>
            </a:r>
            <a:endParaRPr/>
          </a:p>
        </p:txBody>
      </p:sp>
      <p:sp>
        <p:nvSpPr>
          <p:cNvPr id="527" name="Google Shape;527;g3be6e5f1d5b_1_12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90000"/>
              </a:lnSpc>
              <a:spcBef>
                <a:spcPts val="0"/>
              </a:spcBef>
              <a:spcAft>
                <a:spcPts val="0"/>
              </a:spcAft>
              <a:buClr>
                <a:schemeClr val="dk1"/>
              </a:buClr>
              <a:buSzPts val="2400"/>
              <a:buChar char="•"/>
            </a:pPr>
            <a:r>
              <a:rPr lang="en-US" sz="2400"/>
              <a:t>Input parameters are retrieved via messages to the </a:t>
            </a:r>
            <a:r>
              <a:rPr lang="en-US" sz="2400">
                <a:solidFill>
                  <a:schemeClr val="accent2"/>
                </a:solidFill>
                <a:latin typeface="Trebuchet MS"/>
                <a:ea typeface="Trebuchet MS"/>
                <a:cs typeface="Trebuchet MS"/>
                <a:sym typeface="Trebuchet MS"/>
              </a:rPr>
              <a:t>HttpServletRequest</a:t>
            </a:r>
            <a:r>
              <a:rPr lang="en-US" sz="2400"/>
              <a:t> object request</a:t>
            </a:r>
            <a:endParaRPr/>
          </a:p>
          <a:p>
            <a:pPr indent="-285750" lvl="1" marL="742950" rtl="0" algn="l">
              <a:lnSpc>
                <a:spcPct val="90000"/>
              </a:lnSpc>
              <a:spcBef>
                <a:spcPts val="400"/>
              </a:spcBef>
              <a:spcAft>
                <a:spcPts val="0"/>
              </a:spcAft>
              <a:buClr>
                <a:schemeClr val="dk1"/>
              </a:buClr>
              <a:buSzPts val="2000"/>
              <a:buChar char="–"/>
            </a:pPr>
            <a:r>
              <a:rPr lang="en-US" sz="2000"/>
              <a:t>Most of the interesting methods are inherited from the superinterface </a:t>
            </a:r>
            <a:r>
              <a:rPr lang="en-US" sz="2000">
                <a:solidFill>
                  <a:schemeClr val="accent2"/>
                </a:solidFill>
                <a:latin typeface="Trebuchet MS"/>
                <a:ea typeface="Trebuchet MS"/>
                <a:cs typeface="Trebuchet MS"/>
                <a:sym typeface="Trebuchet MS"/>
              </a:rPr>
              <a:t>ServletRequest</a:t>
            </a:r>
            <a:r>
              <a:rPr lang="en-US" sz="2000"/>
              <a:t>  </a:t>
            </a:r>
            <a:endParaRPr/>
          </a:p>
          <a:p>
            <a:pPr indent="-342900" lvl="0" marL="342900" rtl="0" algn="l">
              <a:lnSpc>
                <a:spcPct val="90000"/>
              </a:lnSpc>
              <a:spcBef>
                <a:spcPts val="480"/>
              </a:spcBef>
              <a:spcAft>
                <a:spcPts val="0"/>
              </a:spcAft>
              <a:buClr>
                <a:schemeClr val="accent2"/>
              </a:buClr>
              <a:buSzPts val="2400"/>
              <a:buChar char="•"/>
            </a:pPr>
            <a:r>
              <a:rPr lang="en-US" sz="2400">
                <a:solidFill>
                  <a:schemeClr val="accent2"/>
                </a:solidFill>
                <a:latin typeface="Trebuchet MS"/>
                <a:ea typeface="Trebuchet MS"/>
                <a:cs typeface="Trebuchet MS"/>
                <a:sym typeface="Trebuchet MS"/>
              </a:rPr>
              <a:t>public Enumeration getParameterNames()</a:t>
            </a:r>
            <a:endParaRPr/>
          </a:p>
          <a:p>
            <a:pPr indent="-285750" lvl="1" marL="742950" rtl="0" algn="l">
              <a:lnSpc>
                <a:spcPct val="90000"/>
              </a:lnSpc>
              <a:spcBef>
                <a:spcPts val="400"/>
              </a:spcBef>
              <a:spcAft>
                <a:spcPts val="0"/>
              </a:spcAft>
              <a:buClr>
                <a:schemeClr val="dk1"/>
              </a:buClr>
              <a:buSzPts val="2000"/>
              <a:buChar char="–"/>
            </a:pPr>
            <a:r>
              <a:rPr lang="en-US" sz="2000"/>
              <a:t>Returns an </a:t>
            </a:r>
            <a:r>
              <a:rPr lang="en-US" sz="2000">
                <a:solidFill>
                  <a:schemeClr val="accent2"/>
                </a:solidFill>
                <a:latin typeface="Trebuchet MS"/>
                <a:ea typeface="Trebuchet MS"/>
                <a:cs typeface="Trebuchet MS"/>
                <a:sym typeface="Trebuchet MS"/>
              </a:rPr>
              <a:t>Enumeration</a:t>
            </a:r>
            <a:r>
              <a:rPr lang="en-US" sz="2000"/>
              <a:t> of the parameter names</a:t>
            </a:r>
            <a:endParaRPr/>
          </a:p>
          <a:p>
            <a:pPr indent="-285750" lvl="1" marL="742950" rtl="0" algn="l">
              <a:lnSpc>
                <a:spcPct val="90000"/>
              </a:lnSpc>
              <a:spcBef>
                <a:spcPts val="400"/>
              </a:spcBef>
              <a:spcAft>
                <a:spcPts val="0"/>
              </a:spcAft>
              <a:buClr>
                <a:schemeClr val="dk1"/>
              </a:buClr>
              <a:buSzPts val="2000"/>
              <a:buChar char="–"/>
            </a:pPr>
            <a:r>
              <a:rPr lang="en-US" sz="2000"/>
              <a:t>If no parameters, returns an empty </a:t>
            </a:r>
            <a:r>
              <a:rPr lang="en-US" sz="2000">
                <a:solidFill>
                  <a:schemeClr val="accent2"/>
                </a:solidFill>
                <a:latin typeface="Trebuchet MS"/>
                <a:ea typeface="Trebuchet MS"/>
                <a:cs typeface="Trebuchet MS"/>
                <a:sym typeface="Trebuchet MS"/>
              </a:rPr>
              <a:t>Enumeration</a:t>
            </a:r>
            <a:endParaRPr/>
          </a:p>
          <a:p>
            <a:pPr indent="-342900" lvl="0" marL="342900" rtl="0" algn="l">
              <a:lnSpc>
                <a:spcPct val="90000"/>
              </a:lnSpc>
              <a:spcBef>
                <a:spcPts val="480"/>
              </a:spcBef>
              <a:spcAft>
                <a:spcPts val="0"/>
              </a:spcAft>
              <a:buClr>
                <a:schemeClr val="accent2"/>
              </a:buClr>
              <a:buSzPts val="2400"/>
              <a:buChar char="•"/>
            </a:pPr>
            <a:r>
              <a:rPr lang="en-US" sz="2400">
                <a:solidFill>
                  <a:schemeClr val="accent2"/>
                </a:solidFill>
                <a:latin typeface="Trebuchet MS"/>
                <a:ea typeface="Trebuchet MS"/>
                <a:cs typeface="Trebuchet MS"/>
                <a:sym typeface="Trebuchet MS"/>
              </a:rPr>
              <a:t>public String getParameter(String name)</a:t>
            </a:r>
            <a:endParaRPr/>
          </a:p>
          <a:p>
            <a:pPr indent="-285750" lvl="1" marL="742950" rtl="0" algn="l">
              <a:lnSpc>
                <a:spcPct val="90000"/>
              </a:lnSpc>
              <a:spcBef>
                <a:spcPts val="400"/>
              </a:spcBef>
              <a:spcAft>
                <a:spcPts val="0"/>
              </a:spcAft>
              <a:buClr>
                <a:schemeClr val="dk1"/>
              </a:buClr>
              <a:buSzPts val="2000"/>
              <a:buChar char="–"/>
            </a:pPr>
            <a:r>
              <a:rPr lang="en-US" sz="2000"/>
              <a:t>Returns the value of the parameter </a:t>
            </a:r>
            <a:r>
              <a:rPr lang="en-US" sz="2000">
                <a:solidFill>
                  <a:schemeClr val="accent2"/>
                </a:solidFill>
                <a:latin typeface="Trebuchet MS"/>
                <a:ea typeface="Trebuchet MS"/>
                <a:cs typeface="Trebuchet MS"/>
                <a:sym typeface="Trebuchet MS"/>
              </a:rPr>
              <a:t>name</a:t>
            </a:r>
            <a:r>
              <a:rPr lang="en-US" sz="2000"/>
              <a:t> as a String</a:t>
            </a:r>
            <a:endParaRPr/>
          </a:p>
          <a:p>
            <a:pPr indent="-285750" lvl="1" marL="742950" rtl="0" algn="l">
              <a:lnSpc>
                <a:spcPct val="90000"/>
              </a:lnSpc>
              <a:spcBef>
                <a:spcPts val="400"/>
              </a:spcBef>
              <a:spcAft>
                <a:spcPts val="0"/>
              </a:spcAft>
              <a:buClr>
                <a:schemeClr val="dk1"/>
              </a:buClr>
              <a:buSzPts val="2000"/>
              <a:buChar char="–"/>
            </a:pPr>
            <a:r>
              <a:rPr lang="en-US" sz="2000"/>
              <a:t>If the parameter doesn’t exist, returns </a:t>
            </a:r>
            <a:r>
              <a:rPr lang="en-US" sz="2000">
                <a:solidFill>
                  <a:schemeClr val="accent2"/>
                </a:solidFill>
                <a:latin typeface="Trebuchet MS"/>
                <a:ea typeface="Trebuchet MS"/>
                <a:cs typeface="Trebuchet MS"/>
                <a:sym typeface="Trebuchet MS"/>
              </a:rPr>
              <a:t>null</a:t>
            </a:r>
            <a:endParaRPr/>
          </a:p>
          <a:p>
            <a:pPr indent="-285750" lvl="1" marL="742950" rtl="0" algn="l">
              <a:lnSpc>
                <a:spcPct val="90000"/>
              </a:lnSpc>
              <a:spcBef>
                <a:spcPts val="400"/>
              </a:spcBef>
              <a:spcAft>
                <a:spcPts val="0"/>
              </a:spcAft>
              <a:buClr>
                <a:schemeClr val="dk1"/>
              </a:buClr>
              <a:buSzPts val="2000"/>
              <a:buChar char="–"/>
            </a:pPr>
            <a:r>
              <a:rPr lang="en-US" sz="2000"/>
              <a:t>If </a:t>
            </a:r>
            <a:r>
              <a:rPr lang="en-US" sz="2000">
                <a:solidFill>
                  <a:schemeClr val="accent2"/>
                </a:solidFill>
                <a:latin typeface="Trebuchet MS"/>
                <a:ea typeface="Trebuchet MS"/>
                <a:cs typeface="Trebuchet MS"/>
                <a:sym typeface="Trebuchet MS"/>
              </a:rPr>
              <a:t>name</a:t>
            </a:r>
            <a:r>
              <a:rPr lang="en-US" sz="2000"/>
              <a:t> has multiple values, only the first is returned</a:t>
            </a:r>
            <a:endParaRPr/>
          </a:p>
          <a:p>
            <a:pPr indent="-342900" lvl="0" marL="342900" rtl="0" algn="l">
              <a:lnSpc>
                <a:spcPct val="90000"/>
              </a:lnSpc>
              <a:spcBef>
                <a:spcPts val="480"/>
              </a:spcBef>
              <a:spcAft>
                <a:spcPts val="0"/>
              </a:spcAft>
              <a:buClr>
                <a:schemeClr val="accent2"/>
              </a:buClr>
              <a:buSzPts val="2400"/>
              <a:buChar char="•"/>
            </a:pPr>
            <a:r>
              <a:rPr lang="en-US" sz="2400">
                <a:solidFill>
                  <a:schemeClr val="accent2"/>
                </a:solidFill>
                <a:latin typeface="Trebuchet MS"/>
                <a:ea typeface="Trebuchet MS"/>
                <a:cs typeface="Trebuchet MS"/>
                <a:sym typeface="Trebuchet MS"/>
              </a:rPr>
              <a:t>public String[] getParameterValues(name)</a:t>
            </a:r>
            <a:r>
              <a:rPr lang="en-US" sz="2400">
                <a:solidFill>
                  <a:srgbClr val="FFFF99"/>
                </a:solidFill>
                <a:latin typeface="Trebuchet MS"/>
                <a:ea typeface="Trebuchet MS"/>
                <a:cs typeface="Trebuchet MS"/>
                <a:sym typeface="Trebuchet MS"/>
              </a:rPr>
              <a:t> </a:t>
            </a:r>
            <a:endParaRPr sz="2400"/>
          </a:p>
          <a:p>
            <a:pPr indent="-285750" lvl="1" marL="742950" rtl="0" algn="l">
              <a:lnSpc>
                <a:spcPct val="90000"/>
              </a:lnSpc>
              <a:spcBef>
                <a:spcPts val="400"/>
              </a:spcBef>
              <a:spcAft>
                <a:spcPts val="0"/>
              </a:spcAft>
              <a:buClr>
                <a:schemeClr val="dk1"/>
              </a:buClr>
              <a:buSzPts val="2000"/>
              <a:buChar char="–"/>
            </a:pPr>
            <a:r>
              <a:rPr lang="en-US" sz="2000"/>
              <a:t>Returns an array of values of the parameter </a:t>
            </a:r>
            <a:r>
              <a:rPr lang="en-US" sz="2000">
                <a:solidFill>
                  <a:schemeClr val="accent2"/>
                </a:solidFill>
                <a:latin typeface="Trebuchet MS"/>
                <a:ea typeface="Trebuchet MS"/>
                <a:cs typeface="Trebuchet MS"/>
                <a:sym typeface="Trebuchet MS"/>
              </a:rPr>
              <a:t>name</a:t>
            </a:r>
            <a:r>
              <a:rPr lang="en-US" sz="2000"/>
              <a:t> </a:t>
            </a:r>
            <a:endParaRPr/>
          </a:p>
          <a:p>
            <a:pPr indent="-285750" lvl="1" marL="742950" rtl="0" algn="l">
              <a:lnSpc>
                <a:spcPct val="90000"/>
              </a:lnSpc>
              <a:spcBef>
                <a:spcPts val="400"/>
              </a:spcBef>
              <a:spcAft>
                <a:spcPts val="0"/>
              </a:spcAft>
              <a:buClr>
                <a:schemeClr val="dk1"/>
              </a:buClr>
              <a:buSzPts val="2000"/>
              <a:buChar char="–"/>
            </a:pPr>
            <a:r>
              <a:rPr lang="en-US" sz="2000"/>
              <a:t>If the parameter doesn’t exist, returns </a:t>
            </a:r>
            <a:r>
              <a:rPr lang="en-US" sz="2000">
                <a:solidFill>
                  <a:schemeClr val="accent2"/>
                </a:solidFill>
                <a:latin typeface="Trebuchet MS"/>
                <a:ea typeface="Trebuchet MS"/>
                <a:cs typeface="Trebuchet MS"/>
                <a:sym typeface="Trebuchet MS"/>
              </a:rPr>
              <a:t>null</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g3be6e5f1d5b_1_1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 Handling HTTP </a:t>
            </a:r>
            <a:r>
              <a:rPr lang="en-US">
                <a:latin typeface="Courier"/>
                <a:ea typeface="Courier"/>
                <a:cs typeface="Courier"/>
                <a:sym typeface="Courier"/>
              </a:rPr>
              <a:t>get</a:t>
            </a:r>
            <a:r>
              <a:rPr lang="en-US"/>
              <a:t> Requests</a:t>
            </a:r>
            <a:endParaRPr/>
          </a:p>
        </p:txBody>
      </p:sp>
      <p:sp>
        <p:nvSpPr>
          <p:cNvPr id="533" name="Google Shape;533;g3be6e5f1d5b_1_14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latin typeface="Courier New"/>
                <a:ea typeface="Courier New"/>
                <a:cs typeface="Courier New"/>
                <a:sym typeface="Courier New"/>
              </a:rPr>
              <a:t>get</a:t>
            </a:r>
            <a:r>
              <a:rPr lang="en-US"/>
              <a:t> request</a:t>
            </a:r>
            <a:endParaRPr/>
          </a:p>
          <a:p>
            <a:pPr indent="-285750" lvl="1" marL="742950" rtl="0" algn="l">
              <a:spcBef>
                <a:spcPts val="560"/>
              </a:spcBef>
              <a:spcAft>
                <a:spcPts val="0"/>
              </a:spcAft>
              <a:buClr>
                <a:schemeClr val="dk1"/>
              </a:buClr>
              <a:buSzPts val="2800"/>
              <a:buChar char="–"/>
            </a:pPr>
            <a:r>
              <a:rPr lang="en-US"/>
              <a:t>Retrieve the content of a URL</a:t>
            </a:r>
            <a:endParaRPr/>
          </a:p>
          <a:p>
            <a:pPr indent="-342900" lvl="0" marL="342900" rtl="0" algn="l">
              <a:spcBef>
                <a:spcPts val="640"/>
              </a:spcBef>
              <a:spcAft>
                <a:spcPts val="0"/>
              </a:spcAft>
              <a:buClr>
                <a:schemeClr val="dk1"/>
              </a:buClr>
              <a:buSzPts val="3200"/>
              <a:buChar char="•"/>
            </a:pPr>
            <a:r>
              <a:rPr lang="en-US"/>
              <a:t>Example: </a:t>
            </a:r>
            <a:r>
              <a:rPr b="1" lang="en-US">
                <a:latin typeface="Courier New"/>
                <a:ea typeface="Courier New"/>
                <a:cs typeface="Courier New"/>
                <a:sym typeface="Courier New"/>
              </a:rPr>
              <a:t>Greet</a:t>
            </a:r>
            <a:r>
              <a:rPr b="1" lang="en-US">
                <a:latin typeface="Courier New"/>
                <a:ea typeface="Courier New"/>
                <a:cs typeface="Courier New"/>
                <a:sym typeface="Courier New"/>
              </a:rPr>
              <a:t>Servlet</a:t>
            </a:r>
            <a:r>
              <a:rPr lang="en-US"/>
              <a:t> </a:t>
            </a:r>
            <a:endParaRPr/>
          </a:p>
          <a:p>
            <a:pPr indent="-285750" lvl="1" marL="742950" rtl="0" algn="l">
              <a:spcBef>
                <a:spcPts val="560"/>
              </a:spcBef>
              <a:spcAft>
                <a:spcPts val="0"/>
              </a:spcAft>
              <a:buClr>
                <a:schemeClr val="dk1"/>
              </a:buClr>
              <a:buSzPts val="2800"/>
              <a:buChar char="–"/>
            </a:pPr>
            <a:r>
              <a:rPr lang="en-US"/>
              <a:t>a servlet handles HTTP </a:t>
            </a:r>
            <a:r>
              <a:rPr b="1" lang="en-US">
                <a:latin typeface="Courier New"/>
                <a:ea typeface="Courier New"/>
                <a:cs typeface="Courier New"/>
                <a:sym typeface="Courier New"/>
              </a:rPr>
              <a:t>get</a:t>
            </a:r>
            <a:r>
              <a:rPr lang="en-US"/>
              <a:t> requests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g3ca02268f41_0_0"/>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HTML </a:t>
            </a:r>
            <a:r>
              <a:rPr lang="en-US"/>
              <a:t>Form </a:t>
            </a:r>
            <a:endParaRPr/>
          </a:p>
        </p:txBody>
      </p:sp>
      <p:sp>
        <p:nvSpPr>
          <p:cNvPr id="540" name="Google Shape;540;g3ca02268f41_0_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92500" lnSpcReduction="20000"/>
          </a:bodyPr>
          <a:lstStyle/>
          <a:p>
            <a:pPr indent="0" lvl="0" marL="0" rtl="0" algn="l">
              <a:spcBef>
                <a:spcPts val="360"/>
              </a:spcBef>
              <a:spcAft>
                <a:spcPts val="0"/>
              </a:spcAft>
              <a:buNone/>
            </a:pPr>
            <a:r>
              <a:rPr lang="en-US"/>
              <a:t>index.html</a:t>
            </a:r>
            <a:endParaRPr/>
          </a:p>
          <a:p>
            <a:pPr indent="0" lvl="0" marL="0" rtl="0" algn="l">
              <a:spcBef>
                <a:spcPts val="360"/>
              </a:spcBef>
              <a:spcAft>
                <a:spcPts val="0"/>
              </a:spcAft>
              <a:buClr>
                <a:schemeClr val="dk1"/>
              </a:buClr>
              <a:buSzPct val="34375"/>
              <a:buFont typeface="Arial"/>
              <a:buNone/>
            </a:pPr>
            <a:r>
              <a:rPr lang="en-US"/>
              <a:t>&lt;html&gt;</a:t>
            </a:r>
            <a:endParaRPr/>
          </a:p>
          <a:p>
            <a:pPr indent="0" lvl="0" marL="0" rtl="0" algn="l">
              <a:spcBef>
                <a:spcPts val="360"/>
              </a:spcBef>
              <a:spcAft>
                <a:spcPts val="0"/>
              </a:spcAft>
              <a:buClr>
                <a:schemeClr val="dk1"/>
              </a:buClr>
              <a:buSzPct val="34375"/>
              <a:buFont typeface="Arial"/>
              <a:buNone/>
            </a:pPr>
            <a:r>
              <a:rPr lang="en-US"/>
              <a:t>&lt;body&gt;</a:t>
            </a:r>
            <a:endParaRPr/>
          </a:p>
          <a:p>
            <a:pPr indent="0" lvl="0" marL="0" rtl="0" algn="l">
              <a:spcBef>
                <a:spcPts val="360"/>
              </a:spcBef>
              <a:spcAft>
                <a:spcPts val="0"/>
              </a:spcAft>
              <a:buClr>
                <a:schemeClr val="dk1"/>
              </a:buClr>
              <a:buSzPct val="34375"/>
              <a:buFont typeface="Arial"/>
              <a:buNone/>
            </a:pPr>
            <a:r>
              <a:rPr lang="en-US"/>
              <a:t>    &lt;form action="GreetServlet" method="get"&gt;</a:t>
            </a:r>
            <a:endParaRPr/>
          </a:p>
          <a:p>
            <a:pPr indent="0" lvl="0" marL="0" rtl="0" algn="l">
              <a:spcBef>
                <a:spcPts val="360"/>
              </a:spcBef>
              <a:spcAft>
                <a:spcPts val="0"/>
              </a:spcAft>
              <a:buClr>
                <a:schemeClr val="dk1"/>
              </a:buClr>
              <a:buSzPct val="34375"/>
              <a:buFont typeface="Arial"/>
              <a:buNone/>
            </a:pPr>
            <a:r>
              <a:rPr lang="en-US"/>
              <a:t>        Enter Name: &lt;input type="text" name="username"&gt;</a:t>
            </a:r>
            <a:endParaRPr/>
          </a:p>
          <a:p>
            <a:pPr indent="0" lvl="0" marL="0" rtl="0" algn="l">
              <a:spcBef>
                <a:spcPts val="360"/>
              </a:spcBef>
              <a:spcAft>
                <a:spcPts val="0"/>
              </a:spcAft>
              <a:buClr>
                <a:schemeClr val="dk1"/>
              </a:buClr>
              <a:buSzPct val="34375"/>
              <a:buFont typeface="Arial"/>
              <a:buNone/>
            </a:pPr>
            <a:r>
              <a:rPr lang="en-US"/>
              <a:t>        &lt;input type="submit" value="Submit"&gt;</a:t>
            </a:r>
            <a:endParaRPr/>
          </a:p>
          <a:p>
            <a:pPr indent="0" lvl="0" marL="0" rtl="0" algn="l">
              <a:spcBef>
                <a:spcPts val="360"/>
              </a:spcBef>
              <a:spcAft>
                <a:spcPts val="0"/>
              </a:spcAft>
              <a:buClr>
                <a:schemeClr val="dk1"/>
              </a:buClr>
              <a:buSzPct val="34375"/>
              <a:buFont typeface="Arial"/>
              <a:buNone/>
            </a:pPr>
            <a:r>
              <a:rPr lang="en-US"/>
              <a:t>    &lt;/form&gt;</a:t>
            </a:r>
            <a:endParaRPr/>
          </a:p>
          <a:p>
            <a:pPr indent="0" lvl="0" marL="0" rtl="0" algn="l">
              <a:spcBef>
                <a:spcPts val="360"/>
              </a:spcBef>
              <a:spcAft>
                <a:spcPts val="0"/>
              </a:spcAft>
              <a:buClr>
                <a:schemeClr val="dk1"/>
              </a:buClr>
              <a:buSzPct val="34375"/>
              <a:buFont typeface="Arial"/>
              <a:buNone/>
            </a:pPr>
            <a:r>
              <a:rPr lang="en-US"/>
              <a:t>&lt;/body&gt;</a:t>
            </a:r>
            <a:endParaRPr/>
          </a:p>
          <a:p>
            <a:pPr indent="0" lvl="0" marL="0" rtl="0" algn="l">
              <a:spcBef>
                <a:spcPts val="360"/>
              </a:spcBef>
              <a:spcAft>
                <a:spcPts val="0"/>
              </a:spcAft>
              <a:buClr>
                <a:schemeClr val="dk1"/>
              </a:buClr>
              <a:buSzPct val="34375"/>
              <a:buFont typeface="Arial"/>
              <a:buNone/>
            </a:pPr>
            <a:r>
              <a:rPr lang="en-US"/>
              <a:t>&lt;/html&gt;</a:t>
            </a:r>
            <a:endParaRPr/>
          </a:p>
          <a:p>
            <a:pPr indent="0" lvl="0" marL="0" rtl="0" algn="l">
              <a:spcBef>
                <a:spcPts val="360"/>
              </a:spcBef>
              <a:spcAft>
                <a:spcPts val="0"/>
              </a:spcAft>
              <a:buNone/>
            </a:pPr>
            <a:r>
              <a:t/>
            </a:r>
            <a:endParaRPr/>
          </a:p>
        </p:txBody>
      </p:sp>
      <p:sp>
        <p:nvSpPr>
          <p:cNvPr id="541" name="Google Shape;541;g3ca02268f41_0_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3be6e5f1d5b_1_134"/>
          <p:cNvSpPr txBox="1"/>
          <p:nvPr>
            <p:ph idx="12" type="sldNum"/>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
        <p:nvSpPr>
          <p:cNvPr id="547" name="Google Shape;547;g3be6e5f1d5b_1_1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Example of input parameters-GreetServlet.java</a:t>
            </a:r>
            <a:endParaRPr/>
          </a:p>
        </p:txBody>
      </p:sp>
      <p:sp>
        <p:nvSpPr>
          <p:cNvPr id="548" name="Google Shape;548;g3be6e5f1d5b_1_134"/>
          <p:cNvSpPr txBox="1"/>
          <p:nvPr>
            <p:ph idx="1" type="body"/>
          </p:nvPr>
        </p:nvSpPr>
        <p:spPr>
          <a:xfrm>
            <a:off x="304800" y="1524000"/>
            <a:ext cx="8534400" cy="4648200"/>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l">
              <a:lnSpc>
                <a:spcPct val="90000"/>
              </a:lnSpc>
              <a:spcBef>
                <a:spcPts val="0"/>
              </a:spcBef>
              <a:spcAft>
                <a:spcPts val="0"/>
              </a:spcAft>
              <a:buClr>
                <a:srgbClr val="FFFF99"/>
              </a:buClr>
              <a:buSzPct val="100000"/>
              <a:buFont typeface="Noto Sans Symbols"/>
              <a:buNone/>
            </a:pPr>
            <a:r>
              <a:rPr lang="en-US">
                <a:solidFill>
                  <a:srgbClr val="FFFF99"/>
                </a:solidFill>
                <a:latin typeface="Trebuchet MS"/>
                <a:ea typeface="Trebuchet MS"/>
                <a:cs typeface="Trebuchet MS"/>
                <a:sym typeface="Trebuchet MS"/>
              </a:rPr>
              <a:t> </a:t>
            </a:r>
            <a:r>
              <a:rPr lang="en-US">
                <a:solidFill>
                  <a:schemeClr val="accent2"/>
                </a:solidFill>
                <a:latin typeface="Trebuchet MS"/>
                <a:ea typeface="Trebuchet MS"/>
                <a:cs typeface="Trebuchet MS"/>
                <a:sym typeface="Trebuchet MS"/>
              </a:rPr>
              <a:t> </a:t>
            </a:r>
            <a:r>
              <a:rPr lang="en-US">
                <a:solidFill>
                  <a:schemeClr val="accent2"/>
                </a:solidFill>
                <a:latin typeface="Trebuchet MS"/>
                <a:ea typeface="Trebuchet MS"/>
                <a:cs typeface="Trebuchet MS"/>
                <a:sym typeface="Trebuchet MS"/>
              </a:rPr>
              <a:t>import java.io.*;</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rPr lang="en-US">
                <a:solidFill>
                  <a:schemeClr val="accent2"/>
                </a:solidFill>
                <a:latin typeface="Trebuchet MS"/>
                <a:ea typeface="Trebuchet MS"/>
                <a:cs typeface="Trebuchet MS"/>
                <a:sym typeface="Trebuchet MS"/>
              </a:rPr>
              <a:t>import javax.servlet.*;</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rPr lang="en-US">
                <a:solidFill>
                  <a:schemeClr val="accent2"/>
                </a:solidFill>
                <a:latin typeface="Trebuchet MS"/>
                <a:ea typeface="Trebuchet MS"/>
                <a:cs typeface="Trebuchet MS"/>
                <a:sym typeface="Trebuchet MS"/>
              </a:rPr>
              <a:t>import javax.servlet.http.*;</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rPr lang="en-US">
                <a:solidFill>
                  <a:schemeClr val="accent2"/>
                </a:solidFill>
                <a:latin typeface="Trebuchet MS"/>
                <a:ea typeface="Trebuchet MS"/>
                <a:cs typeface="Trebuchet MS"/>
                <a:sym typeface="Trebuchet MS"/>
              </a:rPr>
              <a:t>public class GreetServlet extends HttpServlet {</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rPr lang="en-US">
                <a:solidFill>
                  <a:schemeClr val="accent2"/>
                </a:solidFill>
                <a:latin typeface="Trebuchet MS"/>
                <a:ea typeface="Trebuchet MS"/>
                <a:cs typeface="Trebuchet MS"/>
                <a:sym typeface="Trebuchet MS"/>
              </a:rPr>
              <a:t>    public void doGet(HttpServletRequest request,</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rPr lang="en-US">
                <a:solidFill>
                  <a:schemeClr val="accent2"/>
                </a:solidFill>
                <a:latin typeface="Trebuchet MS"/>
                <a:ea typeface="Trebuchet MS"/>
                <a:cs typeface="Trebuchet MS"/>
                <a:sym typeface="Trebuchet MS"/>
              </a:rPr>
              <a:t>                      HttpServletResponse response)</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rPr lang="en-US">
                <a:solidFill>
                  <a:schemeClr val="accent2"/>
                </a:solidFill>
                <a:latin typeface="Trebuchet MS"/>
                <a:ea typeface="Trebuchet MS"/>
                <a:cs typeface="Trebuchet MS"/>
                <a:sym typeface="Trebuchet MS"/>
              </a:rPr>
              <a:t>            throws ServletException, IOException {</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rPr lang="en-US">
                <a:solidFill>
                  <a:schemeClr val="accent2"/>
                </a:solidFill>
                <a:latin typeface="Trebuchet MS"/>
                <a:ea typeface="Trebuchet MS"/>
                <a:cs typeface="Trebuchet MS"/>
                <a:sym typeface="Trebuchet MS"/>
              </a:rPr>
              <a:t>            </a:t>
            </a:r>
            <a:r>
              <a:rPr lang="en-US">
                <a:solidFill>
                  <a:schemeClr val="accent2"/>
                </a:solidFill>
                <a:latin typeface="Trebuchet MS"/>
                <a:ea typeface="Trebuchet MS"/>
                <a:cs typeface="Trebuchet MS"/>
                <a:sym typeface="Trebuchet MS"/>
              </a:rPr>
              <a:t>  String name = request.getParameter("username");</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rPr lang="en-US">
                <a:solidFill>
                  <a:schemeClr val="accent2"/>
                </a:solidFill>
                <a:latin typeface="Trebuchet MS"/>
                <a:ea typeface="Trebuchet MS"/>
                <a:cs typeface="Trebuchet MS"/>
                <a:sym typeface="Trebuchet MS"/>
              </a:rPr>
              <a:t>        response.setContentType("text/html");</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rPr lang="en-US">
                <a:solidFill>
                  <a:schemeClr val="accent2"/>
                </a:solidFill>
                <a:latin typeface="Trebuchet MS"/>
                <a:ea typeface="Trebuchet MS"/>
                <a:cs typeface="Trebuchet MS"/>
                <a:sym typeface="Trebuchet MS"/>
              </a:rPr>
              <a:t>        PrintWriter out = response.getWriter();</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rPr lang="en-US">
                <a:solidFill>
                  <a:schemeClr val="accent2"/>
                </a:solidFill>
                <a:latin typeface="Trebuchet MS"/>
                <a:ea typeface="Trebuchet MS"/>
                <a:cs typeface="Trebuchet MS"/>
                <a:sym typeface="Trebuchet MS"/>
              </a:rPr>
              <a:t>      </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rPr lang="en-US">
                <a:solidFill>
                  <a:schemeClr val="accent2"/>
                </a:solidFill>
                <a:latin typeface="Trebuchet MS"/>
                <a:ea typeface="Trebuchet MS"/>
                <a:cs typeface="Trebuchet MS"/>
                <a:sym typeface="Trebuchet MS"/>
              </a:rPr>
              <a:t>        out.println("&lt;html&gt;&lt;body&gt;");</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rPr lang="en-US">
                <a:solidFill>
                  <a:schemeClr val="accent2"/>
                </a:solidFill>
                <a:latin typeface="Trebuchet MS"/>
                <a:ea typeface="Trebuchet MS"/>
                <a:cs typeface="Trebuchet MS"/>
                <a:sym typeface="Trebuchet MS"/>
              </a:rPr>
              <a:t>        out.println("&lt;h2&gt;Welcome " + name + "!&lt;/h2&gt;");</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rPr lang="en-US">
                <a:solidFill>
                  <a:schemeClr val="accent2"/>
                </a:solidFill>
                <a:latin typeface="Trebuchet MS"/>
                <a:ea typeface="Trebuchet MS"/>
                <a:cs typeface="Trebuchet MS"/>
                <a:sym typeface="Trebuchet MS"/>
              </a:rPr>
              <a:t>        out.println("&lt;/body&gt;&lt;/html&gt;");</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rPr lang="en-US">
                <a:solidFill>
                  <a:schemeClr val="accent2"/>
                </a:solidFill>
                <a:latin typeface="Trebuchet MS"/>
                <a:ea typeface="Trebuchet MS"/>
                <a:cs typeface="Trebuchet MS"/>
                <a:sym typeface="Trebuchet MS"/>
              </a:rPr>
              <a:t>    }</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chemeClr val="dk1"/>
              </a:buClr>
              <a:buSzPct val="34375"/>
              <a:buFont typeface="Arial"/>
              <a:buNone/>
            </a:pPr>
            <a:r>
              <a:rPr lang="en-US">
                <a:solidFill>
                  <a:schemeClr val="accent2"/>
                </a:solidFill>
                <a:latin typeface="Trebuchet MS"/>
                <a:ea typeface="Trebuchet MS"/>
                <a:cs typeface="Trebuchet MS"/>
                <a:sym typeface="Trebuchet MS"/>
              </a:rPr>
              <a:t>}</a:t>
            </a:r>
            <a:endParaRPr>
              <a:solidFill>
                <a:schemeClr val="accent2"/>
              </a:solidFill>
              <a:latin typeface="Trebuchet MS"/>
              <a:ea typeface="Trebuchet MS"/>
              <a:cs typeface="Trebuchet MS"/>
              <a:sym typeface="Trebuchet MS"/>
            </a:endParaRPr>
          </a:p>
          <a:p>
            <a:pPr indent="-342900" lvl="0" marL="342900" rtl="0" algn="l">
              <a:lnSpc>
                <a:spcPct val="90000"/>
              </a:lnSpc>
              <a:spcBef>
                <a:spcPts val="0"/>
              </a:spcBef>
              <a:spcAft>
                <a:spcPts val="0"/>
              </a:spcAft>
              <a:buClr>
                <a:srgbClr val="FFFF99"/>
              </a:buClr>
              <a:buSzPct val="100000"/>
              <a:buFont typeface="Noto Sans Symbols"/>
              <a:buNone/>
            </a:pPr>
            <a:r>
              <a:t/>
            </a:r>
            <a:endParaRPr>
              <a:solidFill>
                <a:schemeClr val="accent2"/>
              </a:solidFill>
              <a:latin typeface="Trebuchet MS"/>
              <a:ea typeface="Trebuchet MS"/>
              <a:cs typeface="Trebuchet MS"/>
              <a:sym typeface="Trebuchet M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3be6e5f1d5b_1_19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24.5 Handling HTTP post Requests</a:t>
            </a:r>
            <a:endParaRPr/>
          </a:p>
        </p:txBody>
      </p:sp>
      <p:sp>
        <p:nvSpPr>
          <p:cNvPr id="554" name="Google Shape;554;g3be6e5f1d5b_1_19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HTTP post request</a:t>
            </a:r>
            <a:endParaRPr/>
          </a:p>
          <a:p>
            <a:pPr indent="-285750" lvl="1" marL="742950" rtl="0" algn="l">
              <a:spcBef>
                <a:spcPts val="560"/>
              </a:spcBef>
              <a:spcAft>
                <a:spcPts val="0"/>
              </a:spcAft>
              <a:buClr>
                <a:schemeClr val="dk1"/>
              </a:buClr>
              <a:buSzPts val="2800"/>
              <a:buChar char="–"/>
            </a:pPr>
            <a:r>
              <a:rPr lang="en-US"/>
              <a:t>Post data from an HTML form to a server-side form handler</a:t>
            </a:r>
            <a:endParaRPr/>
          </a:p>
          <a:p>
            <a:pPr indent="-285750" lvl="1" marL="742950" rtl="0" algn="l">
              <a:spcBef>
                <a:spcPts val="560"/>
              </a:spcBef>
              <a:spcAft>
                <a:spcPts val="0"/>
              </a:spcAft>
              <a:buClr>
                <a:schemeClr val="dk1"/>
              </a:buClr>
              <a:buSzPts val="2800"/>
              <a:buChar char="–"/>
            </a:pPr>
            <a:r>
              <a:rPr lang="en-US"/>
              <a:t>Browsers cache Web pages</a:t>
            </a:r>
            <a:endParaRPr/>
          </a:p>
          <a:p>
            <a:pPr indent="-342900" lvl="0" marL="342900" rtl="0" algn="l">
              <a:spcBef>
                <a:spcPts val="640"/>
              </a:spcBef>
              <a:spcAft>
                <a:spcPts val="0"/>
              </a:spcAft>
              <a:buClr>
                <a:schemeClr val="dk1"/>
              </a:buClr>
              <a:buSzPts val="3200"/>
              <a:buChar char="•"/>
            </a:pPr>
            <a:r>
              <a:rPr lang="en-US"/>
              <a:t>Servlet WelcomeServlet3</a:t>
            </a:r>
            <a:endParaRPr/>
          </a:p>
          <a:p>
            <a:pPr indent="-285750" lvl="1" marL="742950" rtl="0" algn="l">
              <a:spcBef>
                <a:spcPts val="560"/>
              </a:spcBef>
              <a:spcAft>
                <a:spcPts val="0"/>
              </a:spcAft>
              <a:buClr>
                <a:schemeClr val="dk1"/>
              </a:buClr>
              <a:buSzPts val="2800"/>
              <a:buChar char="–"/>
            </a:pPr>
            <a:r>
              <a:rPr lang="en-US"/>
              <a:t>Responds to a </a:t>
            </a:r>
            <a:r>
              <a:rPr b="1" lang="en-US">
                <a:latin typeface="Courier New"/>
                <a:ea typeface="Courier New"/>
                <a:cs typeface="Courier New"/>
                <a:sym typeface="Courier New"/>
              </a:rPr>
              <a:t>post</a:t>
            </a:r>
            <a:r>
              <a:rPr lang="en-US"/>
              <a:t> request that contains data</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g3be6e5f1d5b_1_201"/>
          <p:cNvSpPr txBox="1"/>
          <p:nvPr>
            <p:ph type="ctrTitle"/>
          </p:nvPr>
        </p:nvSpPr>
        <p:spPr>
          <a:xfrm>
            <a:off x="152400" y="0"/>
            <a:ext cx="7772400" cy="1470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100"/>
              <a:buFont typeface="Courier New"/>
              <a:buNone/>
            </a:pPr>
            <a:r>
              <a:rPr lang="en-US" sz="3100">
                <a:latin typeface="Courier New"/>
                <a:ea typeface="Courier New"/>
                <a:cs typeface="Courier New"/>
                <a:sym typeface="Courier New"/>
              </a:rPr>
              <a:t>WelcomeServlet3 responds to a post request that contains data.</a:t>
            </a:r>
            <a:br>
              <a:rPr lang="en-US" sz="2200">
                <a:latin typeface="Courier New"/>
                <a:ea typeface="Courier New"/>
                <a:cs typeface="Courier New"/>
                <a:sym typeface="Courier New"/>
              </a:rPr>
            </a:br>
            <a:endParaRPr sz="2200">
              <a:latin typeface="Courier New"/>
              <a:ea typeface="Courier New"/>
              <a:cs typeface="Courier New"/>
              <a:sym typeface="Courier New"/>
            </a:endParaRPr>
          </a:p>
        </p:txBody>
      </p:sp>
      <p:sp>
        <p:nvSpPr>
          <p:cNvPr id="560" name="Google Shape;560;g3be6e5f1d5b_1_201"/>
          <p:cNvSpPr txBox="1"/>
          <p:nvPr>
            <p:ph idx="1" type="subTitle"/>
          </p:nvPr>
        </p:nvSpPr>
        <p:spPr>
          <a:xfrm>
            <a:off x="457200" y="1219200"/>
            <a:ext cx="6937500" cy="5335500"/>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spcBef>
                <a:spcPts val="0"/>
              </a:spcBef>
              <a:spcAft>
                <a:spcPts val="0"/>
              </a:spcAft>
              <a:buClr>
                <a:srgbClr val="5F5F5F"/>
              </a:buClr>
              <a:buSzPct val="100000"/>
              <a:buNone/>
            </a:pPr>
            <a:r>
              <a:rPr lang="en-US">
                <a:solidFill>
                  <a:srgbClr val="5F5F5F"/>
                </a:solidFill>
                <a:latin typeface="Arial"/>
                <a:ea typeface="Arial"/>
                <a:cs typeface="Arial"/>
                <a:sym typeface="Arial"/>
              </a:rPr>
              <a:t>1      </a:t>
            </a:r>
            <a:r>
              <a:rPr lang="en-US">
                <a:solidFill>
                  <a:srgbClr val="008000"/>
                </a:solidFill>
                <a:latin typeface="Droid Sans Mono"/>
                <a:ea typeface="Droid Sans Mono"/>
                <a:cs typeface="Droid Sans Mono"/>
                <a:sym typeface="Droid Sans Mono"/>
              </a:rPr>
              <a:t>// Fig. 24.14: WelcomeServlet3</a:t>
            </a:r>
            <a:r>
              <a:rPr i="1" lang="en-US">
                <a:solidFill>
                  <a:srgbClr val="008000"/>
                </a:solidFill>
                <a:latin typeface="Droid Sans Mono"/>
                <a:ea typeface="Droid Sans Mono"/>
                <a:cs typeface="Droid Sans Mono"/>
                <a:sym typeface="Droid Sans Mono"/>
              </a:rPr>
              <a:t>.java</a:t>
            </a:r>
            <a:endParaRPr i="1">
              <a:solidFill>
                <a:srgbClr val="000000"/>
              </a:solidFill>
              <a:latin typeface="Droid Sans Mono"/>
              <a:ea typeface="Droid Sans Mono"/>
              <a:cs typeface="Droid Sans Mono"/>
              <a:sym typeface="Droid Sans Mono"/>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2      </a:t>
            </a:r>
            <a:r>
              <a:rPr lang="en-US">
                <a:solidFill>
                  <a:srgbClr val="008000"/>
                </a:solidFill>
                <a:latin typeface="Droid Sans Mono"/>
                <a:ea typeface="Droid Sans Mono"/>
                <a:cs typeface="Droid Sans Mono"/>
                <a:sym typeface="Droid Sans Mono"/>
              </a:rPr>
              <a:t>// Processing post requests containing data.</a:t>
            </a:r>
            <a:endParaRPr>
              <a:solidFill>
                <a:srgbClr val="000000"/>
              </a:solidFill>
              <a:latin typeface="Droid Sans Mono"/>
              <a:ea typeface="Droid Sans Mono"/>
              <a:cs typeface="Droid Sans Mono"/>
              <a:sym typeface="Droid Sans Mono"/>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3      </a:t>
            </a:r>
            <a:endParaRPr>
              <a:solidFill>
                <a:srgbClr val="000000"/>
              </a:solidFill>
              <a:latin typeface="Droid Sans Mono"/>
              <a:ea typeface="Droid Sans Mono"/>
              <a:cs typeface="Droid Sans Mono"/>
              <a:sym typeface="Droid Sans Mono"/>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4      </a:t>
            </a:r>
            <a:r>
              <a:rPr lang="en-US">
                <a:solidFill>
                  <a:srgbClr val="0000FF"/>
                </a:solidFill>
                <a:latin typeface="Droid Sans Mono"/>
                <a:ea typeface="Droid Sans Mono"/>
                <a:cs typeface="Droid Sans Mono"/>
                <a:sym typeface="Droid Sans Mono"/>
              </a:rPr>
              <a:t>import</a:t>
            </a:r>
            <a:r>
              <a:rPr lang="en-US">
                <a:solidFill>
                  <a:srgbClr val="000000"/>
                </a:solidFill>
                <a:latin typeface="Droid Sans Mono"/>
                <a:ea typeface="Droid Sans Mono"/>
                <a:cs typeface="Droid Sans Mono"/>
                <a:sym typeface="Droid Sans Mono"/>
              </a:rPr>
              <a:t> javax.servlet.*;</a:t>
            </a:r>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5      </a:t>
            </a:r>
            <a:r>
              <a:rPr lang="en-US">
                <a:solidFill>
                  <a:srgbClr val="0000FF"/>
                </a:solidFill>
                <a:latin typeface="Droid Sans Mono"/>
                <a:ea typeface="Droid Sans Mono"/>
                <a:cs typeface="Droid Sans Mono"/>
                <a:sym typeface="Droid Sans Mono"/>
              </a:rPr>
              <a:t>import</a:t>
            </a:r>
            <a:r>
              <a:rPr lang="en-US">
                <a:solidFill>
                  <a:srgbClr val="000000"/>
                </a:solidFill>
                <a:latin typeface="Droid Sans Mono"/>
                <a:ea typeface="Droid Sans Mono"/>
                <a:cs typeface="Droid Sans Mono"/>
                <a:sym typeface="Droid Sans Mono"/>
              </a:rPr>
              <a:t> javax.servlet.http.*;</a:t>
            </a:r>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6      </a:t>
            </a:r>
            <a:r>
              <a:rPr lang="en-US">
                <a:solidFill>
                  <a:srgbClr val="0000FF"/>
                </a:solidFill>
                <a:latin typeface="Droid Sans Mono"/>
                <a:ea typeface="Droid Sans Mono"/>
                <a:cs typeface="Droid Sans Mono"/>
                <a:sym typeface="Droid Sans Mono"/>
              </a:rPr>
              <a:t>import</a:t>
            </a:r>
            <a:r>
              <a:rPr lang="en-US">
                <a:solidFill>
                  <a:srgbClr val="000000"/>
                </a:solidFill>
                <a:latin typeface="Droid Sans Mono"/>
                <a:ea typeface="Droid Sans Mono"/>
                <a:cs typeface="Droid Sans Mono"/>
                <a:sym typeface="Droid Sans Mono"/>
              </a:rPr>
              <a:t> java.io.*;</a:t>
            </a:r>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7      </a:t>
            </a:r>
            <a:endParaRPr>
              <a:solidFill>
                <a:srgbClr val="000000"/>
              </a:solidFill>
              <a:latin typeface="Droid Sans Mono"/>
              <a:ea typeface="Droid Sans Mono"/>
              <a:cs typeface="Droid Sans Mono"/>
              <a:sym typeface="Droid Sans Mono"/>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8      </a:t>
            </a:r>
            <a:r>
              <a:rPr lang="en-US">
                <a:solidFill>
                  <a:srgbClr val="0000FF"/>
                </a:solidFill>
                <a:latin typeface="Droid Sans Mono"/>
                <a:ea typeface="Droid Sans Mono"/>
                <a:cs typeface="Droid Sans Mono"/>
                <a:sym typeface="Droid Sans Mono"/>
              </a:rPr>
              <a:t>public</a:t>
            </a:r>
            <a:r>
              <a:rPr lang="en-US">
                <a:solidFill>
                  <a:srgbClr val="000000"/>
                </a:solidFill>
                <a:latin typeface="Droid Sans Mono"/>
                <a:ea typeface="Droid Sans Mono"/>
                <a:cs typeface="Droid Sans Mono"/>
                <a:sym typeface="Droid Sans Mono"/>
              </a:rPr>
              <a:t> </a:t>
            </a:r>
            <a:r>
              <a:rPr lang="en-US">
                <a:solidFill>
                  <a:srgbClr val="0000FF"/>
                </a:solidFill>
                <a:latin typeface="Droid Sans Mono"/>
                <a:ea typeface="Droid Sans Mono"/>
                <a:cs typeface="Droid Sans Mono"/>
                <a:sym typeface="Droid Sans Mono"/>
              </a:rPr>
              <a:t>class</a:t>
            </a:r>
            <a:r>
              <a:rPr lang="en-US">
                <a:solidFill>
                  <a:srgbClr val="000000"/>
                </a:solidFill>
                <a:latin typeface="Droid Sans Mono"/>
                <a:ea typeface="Droid Sans Mono"/>
                <a:cs typeface="Droid Sans Mono"/>
                <a:sym typeface="Droid Sans Mono"/>
              </a:rPr>
              <a:t> WelcomeServlet3 </a:t>
            </a:r>
            <a:r>
              <a:rPr lang="en-US">
                <a:solidFill>
                  <a:srgbClr val="0000FF"/>
                </a:solidFill>
                <a:latin typeface="Droid Sans Mono"/>
                <a:ea typeface="Droid Sans Mono"/>
                <a:cs typeface="Droid Sans Mono"/>
                <a:sym typeface="Droid Sans Mono"/>
              </a:rPr>
              <a:t>extends</a:t>
            </a:r>
            <a:r>
              <a:rPr lang="en-US">
                <a:solidFill>
                  <a:srgbClr val="000000"/>
                </a:solidFill>
                <a:latin typeface="Droid Sans Mono"/>
                <a:ea typeface="Droid Sans Mono"/>
                <a:cs typeface="Droid Sans Mono"/>
                <a:sym typeface="Droid Sans Mono"/>
              </a:rPr>
              <a:t> HttpServlet {   </a:t>
            </a:r>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9      </a:t>
            </a:r>
            <a:endParaRPr>
              <a:solidFill>
                <a:srgbClr val="000000"/>
              </a:solidFill>
              <a:latin typeface="Droid Sans Mono"/>
              <a:ea typeface="Droid Sans Mono"/>
              <a:cs typeface="Droid Sans Mono"/>
              <a:sym typeface="Droid Sans Mono"/>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10    </a:t>
            </a:r>
            <a:r>
              <a:rPr lang="en-US">
                <a:solidFill>
                  <a:srgbClr val="008000"/>
                </a:solidFill>
                <a:latin typeface="Droid Sans Mono"/>
                <a:ea typeface="Droid Sans Mono"/>
                <a:cs typeface="Droid Sans Mono"/>
                <a:sym typeface="Droid Sans Mono"/>
              </a:rPr>
              <a:t>   // process "post" request from client              </a:t>
            </a:r>
            <a:endParaRPr>
              <a:solidFill>
                <a:srgbClr val="000000"/>
              </a:solidFill>
              <a:latin typeface="Droid Sans Mono"/>
              <a:ea typeface="Droid Sans Mono"/>
              <a:cs typeface="Droid Sans Mono"/>
              <a:sym typeface="Droid Sans Mono"/>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11    </a:t>
            </a:r>
            <a:r>
              <a:rPr lang="en-US">
                <a:solidFill>
                  <a:srgbClr val="000000"/>
                </a:solidFill>
                <a:latin typeface="Droid Sans Mono"/>
                <a:ea typeface="Droid Sans Mono"/>
                <a:cs typeface="Droid Sans Mono"/>
                <a:sym typeface="Droid Sans Mono"/>
              </a:rPr>
              <a:t>   </a:t>
            </a:r>
            <a:r>
              <a:rPr lang="en-US">
                <a:solidFill>
                  <a:srgbClr val="0000FF"/>
                </a:solidFill>
                <a:latin typeface="Droid Sans Mono"/>
                <a:ea typeface="Droid Sans Mono"/>
                <a:cs typeface="Droid Sans Mono"/>
                <a:sym typeface="Droid Sans Mono"/>
              </a:rPr>
              <a:t>protected</a:t>
            </a:r>
            <a:r>
              <a:rPr lang="en-US">
                <a:solidFill>
                  <a:srgbClr val="000000"/>
                </a:solidFill>
                <a:latin typeface="Droid Sans Mono"/>
                <a:ea typeface="Droid Sans Mono"/>
                <a:cs typeface="Droid Sans Mono"/>
                <a:sym typeface="Droid Sans Mono"/>
              </a:rPr>
              <a:t> </a:t>
            </a:r>
            <a:r>
              <a:rPr lang="en-US">
                <a:solidFill>
                  <a:srgbClr val="0000FF"/>
                </a:solidFill>
                <a:latin typeface="Droid Sans Mono"/>
                <a:ea typeface="Droid Sans Mono"/>
                <a:cs typeface="Droid Sans Mono"/>
                <a:sym typeface="Droid Sans Mono"/>
              </a:rPr>
              <a:t>void</a:t>
            </a:r>
            <a:r>
              <a:rPr lang="en-US">
                <a:solidFill>
                  <a:srgbClr val="000000"/>
                </a:solidFill>
                <a:latin typeface="Droid Sans Mono"/>
                <a:ea typeface="Droid Sans Mono"/>
                <a:cs typeface="Droid Sans Mono"/>
                <a:sym typeface="Droid Sans Mono"/>
              </a:rPr>
              <a:t> doPost( HttpServletRequest request, </a:t>
            </a:r>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12    </a:t>
            </a:r>
            <a:r>
              <a:rPr lang="en-US">
                <a:solidFill>
                  <a:srgbClr val="000000"/>
                </a:solidFill>
                <a:latin typeface="Droid Sans Mono"/>
                <a:ea typeface="Droid Sans Mono"/>
                <a:cs typeface="Droid Sans Mono"/>
                <a:sym typeface="Droid Sans Mono"/>
              </a:rPr>
              <a:t>      HttpServletResponse response )                  </a:t>
            </a:r>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13    </a:t>
            </a:r>
            <a:r>
              <a:rPr lang="en-US">
                <a:solidFill>
                  <a:srgbClr val="000000"/>
                </a:solidFill>
                <a:latin typeface="Droid Sans Mono"/>
                <a:ea typeface="Droid Sans Mono"/>
                <a:cs typeface="Droid Sans Mono"/>
                <a:sym typeface="Droid Sans Mono"/>
              </a:rPr>
              <a:t>         </a:t>
            </a:r>
            <a:r>
              <a:rPr lang="en-US">
                <a:solidFill>
                  <a:srgbClr val="0000FF"/>
                </a:solidFill>
                <a:latin typeface="Droid Sans Mono"/>
                <a:ea typeface="Droid Sans Mono"/>
                <a:cs typeface="Droid Sans Mono"/>
                <a:sym typeface="Droid Sans Mono"/>
              </a:rPr>
              <a:t>throws</a:t>
            </a:r>
            <a:r>
              <a:rPr lang="en-US">
                <a:solidFill>
                  <a:srgbClr val="000000"/>
                </a:solidFill>
                <a:latin typeface="Droid Sans Mono"/>
                <a:ea typeface="Droid Sans Mono"/>
                <a:cs typeface="Droid Sans Mono"/>
                <a:sym typeface="Droid Sans Mono"/>
              </a:rPr>
              <a:t> ServletException, IOException         </a:t>
            </a:r>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14    </a:t>
            </a:r>
            <a:r>
              <a:rPr lang="en-US">
                <a:solidFill>
                  <a:srgbClr val="000000"/>
                </a:solidFill>
                <a:latin typeface="Droid Sans Mono"/>
                <a:ea typeface="Droid Sans Mono"/>
                <a:cs typeface="Droid Sans Mono"/>
                <a:sym typeface="Droid Sans Mono"/>
              </a:rPr>
              <a:t>   {</a:t>
            </a:r>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15    </a:t>
            </a:r>
            <a:r>
              <a:rPr lang="en-US">
                <a:solidFill>
                  <a:srgbClr val="000000"/>
                </a:solidFill>
                <a:latin typeface="Droid Sans Mono"/>
                <a:ea typeface="Droid Sans Mono"/>
                <a:cs typeface="Droid Sans Mono"/>
                <a:sym typeface="Droid Sans Mono"/>
              </a:rPr>
              <a:t>      String firstName = request.getParameter( </a:t>
            </a:r>
            <a:r>
              <a:rPr lang="en-US">
                <a:solidFill>
                  <a:srgbClr val="0099FF"/>
                </a:solidFill>
                <a:latin typeface="Droid Sans Mono"/>
                <a:ea typeface="Droid Sans Mono"/>
                <a:cs typeface="Droid Sans Mono"/>
                <a:sym typeface="Droid Sans Mono"/>
              </a:rPr>
              <a:t>"firstname"</a:t>
            </a:r>
            <a:r>
              <a:rPr lang="en-US">
                <a:solidFill>
                  <a:srgbClr val="000000"/>
                </a:solidFill>
                <a:latin typeface="Droid Sans Mono"/>
                <a:ea typeface="Droid Sans Mono"/>
                <a:cs typeface="Droid Sans Mono"/>
                <a:sym typeface="Droid Sans Mono"/>
              </a:rPr>
              <a:t> );</a:t>
            </a:r>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16    </a:t>
            </a:r>
            <a:r>
              <a:rPr lang="en-US">
                <a:solidFill>
                  <a:srgbClr val="000000"/>
                </a:solidFill>
                <a:latin typeface="Droid Sans Mono"/>
                <a:ea typeface="Droid Sans Mono"/>
                <a:cs typeface="Droid Sans Mono"/>
                <a:sym typeface="Droid Sans Mono"/>
              </a:rPr>
              <a:t>      </a:t>
            </a:r>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17    </a:t>
            </a:r>
            <a:r>
              <a:rPr lang="en-US">
                <a:solidFill>
                  <a:srgbClr val="000000"/>
                </a:solidFill>
                <a:latin typeface="Droid Sans Mono"/>
                <a:ea typeface="Droid Sans Mono"/>
                <a:cs typeface="Droid Sans Mono"/>
                <a:sym typeface="Droid Sans Mono"/>
              </a:rPr>
              <a:t>      response.setContentType( </a:t>
            </a:r>
            <a:r>
              <a:rPr lang="en-US">
                <a:solidFill>
                  <a:srgbClr val="0099FF"/>
                </a:solidFill>
                <a:latin typeface="Droid Sans Mono"/>
                <a:ea typeface="Droid Sans Mono"/>
                <a:cs typeface="Droid Sans Mono"/>
                <a:sym typeface="Droid Sans Mono"/>
              </a:rPr>
              <a:t>"text/html" </a:t>
            </a:r>
            <a:r>
              <a:rPr lang="en-US">
                <a:solidFill>
                  <a:srgbClr val="000000"/>
                </a:solidFill>
                <a:latin typeface="Droid Sans Mono"/>
                <a:ea typeface="Droid Sans Mono"/>
                <a:cs typeface="Droid Sans Mono"/>
                <a:sym typeface="Droid Sans Mono"/>
              </a:rPr>
              <a:t>);</a:t>
            </a:r>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18    </a:t>
            </a:r>
            <a:r>
              <a:rPr lang="en-US">
                <a:solidFill>
                  <a:srgbClr val="000000"/>
                </a:solidFill>
                <a:latin typeface="Droid Sans Mono"/>
                <a:ea typeface="Droid Sans Mono"/>
                <a:cs typeface="Droid Sans Mono"/>
                <a:sym typeface="Droid Sans Mono"/>
              </a:rPr>
              <a:t>      PrintWriter out = response.getWriter();  </a:t>
            </a:r>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19    </a:t>
            </a:r>
            <a:r>
              <a:rPr lang="en-US">
                <a:solidFill>
                  <a:srgbClr val="000000"/>
                </a:solidFill>
                <a:latin typeface="Droid Sans Mono"/>
                <a:ea typeface="Droid Sans Mono"/>
                <a:cs typeface="Droid Sans Mono"/>
                <a:sym typeface="Droid Sans Mono"/>
              </a:rPr>
              <a:t>      </a:t>
            </a:r>
            <a:endParaRPr/>
          </a:p>
          <a:p>
            <a:pPr indent="0" lvl="0" marL="0" rtl="0" algn="l">
              <a:spcBef>
                <a:spcPts val="304"/>
              </a:spcBef>
              <a:spcAft>
                <a:spcPts val="0"/>
              </a:spcAft>
              <a:buClr>
                <a:srgbClr val="5F5F5F"/>
              </a:buClr>
              <a:buSzPct val="100000"/>
              <a:buNone/>
            </a:pPr>
            <a:r>
              <a:rPr lang="en-US">
                <a:solidFill>
                  <a:srgbClr val="5F5F5F"/>
                </a:solidFill>
                <a:latin typeface="Arial"/>
                <a:ea typeface="Arial"/>
                <a:cs typeface="Arial"/>
                <a:sym typeface="Arial"/>
              </a:rPr>
              <a:t>20    </a:t>
            </a:r>
            <a:r>
              <a:rPr lang="en-US">
                <a:solidFill>
                  <a:srgbClr val="008000"/>
                </a:solidFill>
                <a:latin typeface="Droid Sans Mono"/>
                <a:ea typeface="Droid Sans Mono"/>
                <a:cs typeface="Droid Sans Mono"/>
                <a:sym typeface="Droid Sans Mono"/>
              </a:rPr>
              <a:t>      </a:t>
            </a:r>
            <a:r>
              <a:rPr lang="en-US">
                <a:solidFill>
                  <a:srgbClr val="5F5F5F"/>
                </a:solidFill>
                <a:latin typeface="Arial"/>
                <a:ea typeface="Arial"/>
                <a:cs typeface="Arial"/>
                <a:sym typeface="Arial"/>
              </a:rPr>
              <a:t>   </a:t>
            </a:r>
            <a:endParaRPr>
              <a:solidFill>
                <a:srgbClr val="5F5F5F"/>
              </a:solidFill>
              <a:latin typeface="Arial"/>
              <a:ea typeface="Arial"/>
              <a:cs typeface="Arial"/>
              <a:sym typeface="Arial"/>
            </a:endParaRPr>
          </a:p>
        </p:txBody>
      </p:sp>
      <p:grpSp>
        <p:nvGrpSpPr>
          <p:cNvPr id="561" name="Google Shape;561;g3be6e5f1d5b_1_201"/>
          <p:cNvGrpSpPr/>
          <p:nvPr/>
        </p:nvGrpSpPr>
        <p:grpSpPr>
          <a:xfrm>
            <a:off x="6612740" y="2743200"/>
            <a:ext cx="2478336" cy="860323"/>
            <a:chOff x="2280" y="144"/>
            <a:chExt cx="2997" cy="300"/>
          </a:xfrm>
        </p:grpSpPr>
        <p:sp>
          <p:nvSpPr>
            <p:cNvPr id="562" name="Google Shape;562;g3be6e5f1d5b_1_201"/>
            <p:cNvSpPr txBox="1"/>
            <p:nvPr/>
          </p:nvSpPr>
          <p:spPr>
            <a:xfrm>
              <a:off x="2877" y="144"/>
              <a:ext cx="2400" cy="300"/>
            </a:xfrm>
            <a:prstGeom prst="rect">
              <a:avLst/>
            </a:prstGeom>
            <a:solidFill>
              <a:schemeClr val="folHlink"/>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800">
                  <a:solidFill>
                    <a:schemeClr val="dk1"/>
                  </a:solidFill>
                  <a:latin typeface="Times New Roman"/>
                  <a:ea typeface="Times New Roman"/>
                  <a:cs typeface="Times New Roman"/>
                  <a:sym typeface="Times New Roman"/>
                </a:rPr>
                <a:t>Declare a </a:t>
              </a:r>
              <a:r>
                <a:rPr b="0" lang="en-US" sz="1800">
                  <a:solidFill>
                    <a:schemeClr val="dk1"/>
                  </a:solidFill>
                  <a:latin typeface="Droid Sans Mono"/>
                  <a:ea typeface="Droid Sans Mono"/>
                  <a:cs typeface="Droid Sans Mono"/>
                  <a:sym typeface="Droid Sans Mono"/>
                </a:rPr>
                <a:t>doPost</a:t>
              </a:r>
              <a:r>
                <a:rPr b="0" lang="en-US" sz="1800">
                  <a:solidFill>
                    <a:schemeClr val="dk1"/>
                  </a:solidFill>
                  <a:latin typeface="Times New Roman"/>
                  <a:ea typeface="Times New Roman"/>
                  <a:cs typeface="Times New Roman"/>
                  <a:sym typeface="Times New Roman"/>
                </a:rPr>
                <a:t> method to responds to post requests.</a:t>
              </a:r>
              <a:endParaRPr/>
            </a:p>
          </p:txBody>
        </p:sp>
        <p:cxnSp>
          <p:nvCxnSpPr>
            <p:cNvPr id="563" name="Google Shape;563;g3be6e5f1d5b_1_201"/>
            <p:cNvCxnSpPr/>
            <p:nvPr/>
          </p:nvCxnSpPr>
          <p:spPr>
            <a:xfrm rot="10800000">
              <a:off x="2280" y="336"/>
              <a:ext cx="600" cy="0"/>
            </a:xfrm>
            <a:prstGeom prst="straightConnector1">
              <a:avLst/>
            </a:prstGeom>
            <a:noFill/>
            <a:ln cap="flat" cmpd="sng" w="9525">
              <a:solidFill>
                <a:schemeClr val="dk1"/>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g3be6e5f1d5b_1_209"/>
          <p:cNvSpPr txBox="1"/>
          <p:nvPr>
            <p:ph type="ctrTitle"/>
          </p:nvPr>
        </p:nvSpPr>
        <p:spPr>
          <a:xfrm>
            <a:off x="152400" y="0"/>
            <a:ext cx="7772400" cy="1470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ourier New"/>
              <a:buNone/>
            </a:pPr>
            <a:r>
              <a:rPr lang="en-US">
                <a:latin typeface="Courier New"/>
                <a:ea typeface="Courier New"/>
                <a:cs typeface="Courier New"/>
                <a:sym typeface="Courier New"/>
              </a:rPr>
              <a:t>WelcomeServlet3.java</a:t>
            </a:r>
            <a:endParaRPr/>
          </a:p>
        </p:txBody>
      </p:sp>
      <p:sp>
        <p:nvSpPr>
          <p:cNvPr id="569" name="Google Shape;569;g3be6e5f1d5b_1_209"/>
          <p:cNvSpPr txBox="1"/>
          <p:nvPr>
            <p:ph idx="1" type="subTitle"/>
          </p:nvPr>
        </p:nvSpPr>
        <p:spPr>
          <a:xfrm>
            <a:off x="381000" y="1295400"/>
            <a:ext cx="6937500" cy="4725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31    </a:t>
            </a:r>
            <a:r>
              <a:rPr lang="en-US" sz="1400">
                <a:solidFill>
                  <a:srgbClr val="008000"/>
                </a:solidFill>
                <a:latin typeface="Droid Sans Mono"/>
                <a:ea typeface="Droid Sans Mono"/>
                <a:cs typeface="Droid Sans Mono"/>
                <a:sym typeface="Droid Sans Mono"/>
              </a:rPr>
              <a:t>      // head section of document</a:t>
            </a:r>
            <a:endParaRPr sz="1400">
              <a:solidFill>
                <a:srgbClr val="000000"/>
              </a:solidFill>
              <a:latin typeface="Droid Sans Mono"/>
              <a:ea typeface="Droid Sans Mono"/>
              <a:cs typeface="Droid Sans Mono"/>
              <a:sym typeface="Droid Sans Mono"/>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32    </a:t>
            </a:r>
            <a:r>
              <a:rPr lang="en-US" sz="1400">
                <a:solidFill>
                  <a:srgbClr val="000000"/>
                </a:solidFill>
                <a:latin typeface="Droid Sans Mono"/>
                <a:ea typeface="Droid Sans Mono"/>
                <a:cs typeface="Droid Sans Mono"/>
                <a:sym typeface="Droid Sans Mono"/>
              </a:rPr>
              <a:t>      out.println( </a:t>
            </a:r>
            <a:r>
              <a:rPr lang="en-US" sz="1400">
                <a:solidFill>
                  <a:srgbClr val="0099FF"/>
                </a:solidFill>
                <a:latin typeface="Droid Sans Mono"/>
                <a:ea typeface="Droid Sans Mono"/>
                <a:cs typeface="Droid Sans Mono"/>
                <a:sym typeface="Droid Sans Mono"/>
              </a:rPr>
              <a:t>"&lt;head&gt;"</a:t>
            </a:r>
            <a:r>
              <a:rPr lang="en-US" sz="1400">
                <a:solidFill>
                  <a:srgbClr val="000000"/>
                </a:solidFill>
                <a:latin typeface="Droid Sans Mono"/>
                <a:ea typeface="Droid Sans Mono"/>
                <a:cs typeface="Droid Sans Mono"/>
                <a:sym typeface="Droid Sans Mono"/>
              </a:rPr>
              <a:t> );</a:t>
            </a:r>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33    </a:t>
            </a:r>
            <a:r>
              <a:rPr lang="en-US" sz="1400">
                <a:solidFill>
                  <a:srgbClr val="000000"/>
                </a:solidFill>
                <a:latin typeface="Droid Sans Mono"/>
                <a:ea typeface="Droid Sans Mono"/>
                <a:cs typeface="Droid Sans Mono"/>
                <a:sym typeface="Droid Sans Mono"/>
              </a:rPr>
              <a:t>      out.println( </a:t>
            </a:r>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34    </a:t>
            </a:r>
            <a:r>
              <a:rPr lang="en-US" sz="1400">
                <a:solidFill>
                  <a:srgbClr val="000000"/>
                </a:solidFill>
                <a:latin typeface="Droid Sans Mono"/>
                <a:ea typeface="Droid Sans Mono"/>
                <a:cs typeface="Droid Sans Mono"/>
                <a:sym typeface="Droid Sans Mono"/>
              </a:rPr>
              <a:t>         </a:t>
            </a:r>
            <a:r>
              <a:rPr lang="en-US" sz="1400">
                <a:solidFill>
                  <a:srgbClr val="0099FF"/>
                </a:solidFill>
                <a:latin typeface="Droid Sans Mono"/>
                <a:ea typeface="Droid Sans Mono"/>
                <a:cs typeface="Droid Sans Mono"/>
                <a:sym typeface="Droid Sans Mono"/>
              </a:rPr>
              <a:t>"&lt;title&gt;Processing post requests with data&lt;/title&gt;"</a:t>
            </a:r>
            <a:r>
              <a:rPr lang="en-US" sz="1400">
                <a:solidFill>
                  <a:srgbClr val="000000"/>
                </a:solidFill>
                <a:latin typeface="Droid Sans Mono"/>
                <a:ea typeface="Droid Sans Mono"/>
                <a:cs typeface="Droid Sans Mono"/>
                <a:sym typeface="Droid Sans Mono"/>
              </a:rPr>
              <a:t> );</a:t>
            </a:r>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35    </a:t>
            </a:r>
            <a:r>
              <a:rPr lang="en-US" sz="1400">
                <a:solidFill>
                  <a:srgbClr val="000000"/>
                </a:solidFill>
                <a:latin typeface="Droid Sans Mono"/>
                <a:ea typeface="Droid Sans Mono"/>
                <a:cs typeface="Droid Sans Mono"/>
                <a:sym typeface="Droid Sans Mono"/>
              </a:rPr>
              <a:t>      out.println( </a:t>
            </a:r>
            <a:r>
              <a:rPr lang="en-US" sz="1400">
                <a:solidFill>
                  <a:srgbClr val="0099FF"/>
                </a:solidFill>
                <a:latin typeface="Droid Sans Mono"/>
                <a:ea typeface="Droid Sans Mono"/>
                <a:cs typeface="Droid Sans Mono"/>
                <a:sym typeface="Droid Sans Mono"/>
              </a:rPr>
              <a:t>"&lt;/head&gt;"</a:t>
            </a:r>
            <a:r>
              <a:rPr lang="en-US" sz="1400">
                <a:solidFill>
                  <a:srgbClr val="000000"/>
                </a:solidFill>
                <a:latin typeface="Droid Sans Mono"/>
                <a:ea typeface="Droid Sans Mono"/>
                <a:cs typeface="Droid Sans Mono"/>
                <a:sym typeface="Droid Sans Mono"/>
              </a:rPr>
              <a:t> );</a:t>
            </a:r>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36    </a:t>
            </a:r>
            <a:r>
              <a:rPr lang="en-US" sz="1400">
                <a:solidFill>
                  <a:srgbClr val="000000"/>
                </a:solidFill>
                <a:latin typeface="Droid Sans Mono"/>
                <a:ea typeface="Droid Sans Mono"/>
                <a:cs typeface="Droid Sans Mono"/>
                <a:sym typeface="Droid Sans Mono"/>
              </a:rPr>
              <a:t>      </a:t>
            </a:r>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37    </a:t>
            </a:r>
            <a:r>
              <a:rPr lang="en-US" sz="1400">
                <a:solidFill>
                  <a:srgbClr val="008000"/>
                </a:solidFill>
                <a:latin typeface="Droid Sans Mono"/>
                <a:ea typeface="Droid Sans Mono"/>
                <a:cs typeface="Droid Sans Mono"/>
                <a:sym typeface="Droid Sans Mono"/>
              </a:rPr>
              <a:t>      // body section of document</a:t>
            </a:r>
            <a:endParaRPr sz="1400">
              <a:solidFill>
                <a:srgbClr val="000000"/>
              </a:solidFill>
              <a:latin typeface="Droid Sans Mono"/>
              <a:ea typeface="Droid Sans Mono"/>
              <a:cs typeface="Droid Sans Mono"/>
              <a:sym typeface="Droid Sans Mono"/>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38    </a:t>
            </a:r>
            <a:r>
              <a:rPr lang="en-US" sz="1400">
                <a:solidFill>
                  <a:srgbClr val="000000"/>
                </a:solidFill>
                <a:latin typeface="Droid Sans Mono"/>
                <a:ea typeface="Droid Sans Mono"/>
                <a:cs typeface="Droid Sans Mono"/>
                <a:sym typeface="Droid Sans Mono"/>
              </a:rPr>
              <a:t>      out.println( </a:t>
            </a:r>
            <a:r>
              <a:rPr lang="en-US" sz="1400">
                <a:solidFill>
                  <a:srgbClr val="0099FF"/>
                </a:solidFill>
                <a:latin typeface="Droid Sans Mono"/>
                <a:ea typeface="Droid Sans Mono"/>
                <a:cs typeface="Droid Sans Mono"/>
                <a:sym typeface="Droid Sans Mono"/>
              </a:rPr>
              <a:t>"&lt;body&gt;"</a:t>
            </a:r>
            <a:r>
              <a:rPr lang="en-US" sz="1400">
                <a:solidFill>
                  <a:srgbClr val="000000"/>
                </a:solidFill>
                <a:latin typeface="Droid Sans Mono"/>
                <a:ea typeface="Droid Sans Mono"/>
                <a:cs typeface="Droid Sans Mono"/>
                <a:sym typeface="Droid Sans Mono"/>
              </a:rPr>
              <a:t> );</a:t>
            </a:r>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39    </a:t>
            </a:r>
            <a:r>
              <a:rPr lang="en-US" sz="1400">
                <a:solidFill>
                  <a:srgbClr val="000000"/>
                </a:solidFill>
                <a:latin typeface="Droid Sans Mono"/>
                <a:ea typeface="Droid Sans Mono"/>
                <a:cs typeface="Droid Sans Mono"/>
                <a:sym typeface="Droid Sans Mono"/>
              </a:rPr>
              <a:t>      out.println( </a:t>
            </a:r>
            <a:r>
              <a:rPr lang="en-US" sz="1400">
                <a:solidFill>
                  <a:srgbClr val="0099FF"/>
                </a:solidFill>
                <a:latin typeface="Droid Sans Mono"/>
                <a:ea typeface="Droid Sans Mono"/>
                <a:cs typeface="Droid Sans Mono"/>
                <a:sym typeface="Droid Sans Mono"/>
              </a:rPr>
              <a:t>"&lt;h1&gt;Hello "</a:t>
            </a:r>
            <a:r>
              <a:rPr lang="en-US" sz="1400">
                <a:solidFill>
                  <a:srgbClr val="000000"/>
                </a:solidFill>
                <a:latin typeface="Droid Sans Mono"/>
                <a:ea typeface="Droid Sans Mono"/>
                <a:cs typeface="Droid Sans Mono"/>
                <a:sym typeface="Droid Sans Mono"/>
              </a:rPr>
              <a:t> + firstName + </a:t>
            </a:r>
            <a:r>
              <a:rPr lang="en-US" sz="1400">
                <a:solidFill>
                  <a:srgbClr val="0099FF"/>
                </a:solidFill>
                <a:latin typeface="Droid Sans Mono"/>
                <a:ea typeface="Droid Sans Mono"/>
                <a:cs typeface="Droid Sans Mono"/>
                <a:sym typeface="Droid Sans Mono"/>
              </a:rPr>
              <a:t>",&lt;br /&gt;"</a:t>
            </a:r>
            <a:r>
              <a:rPr lang="en-US" sz="1400">
                <a:solidFill>
                  <a:srgbClr val="000000"/>
                </a:solidFill>
                <a:latin typeface="Droid Sans Mono"/>
                <a:ea typeface="Droid Sans Mono"/>
                <a:cs typeface="Droid Sans Mono"/>
                <a:sym typeface="Droid Sans Mono"/>
              </a:rPr>
              <a:t> );</a:t>
            </a:r>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40    </a:t>
            </a:r>
            <a:r>
              <a:rPr lang="en-US" sz="1400">
                <a:solidFill>
                  <a:srgbClr val="000000"/>
                </a:solidFill>
                <a:latin typeface="Droid Sans Mono"/>
                <a:ea typeface="Droid Sans Mono"/>
                <a:cs typeface="Droid Sans Mono"/>
                <a:sym typeface="Droid Sans Mono"/>
              </a:rPr>
              <a:t>      out.println( </a:t>
            </a:r>
            <a:r>
              <a:rPr lang="en-US" sz="1400">
                <a:solidFill>
                  <a:srgbClr val="0099FF"/>
                </a:solidFill>
                <a:latin typeface="Droid Sans Mono"/>
                <a:ea typeface="Droid Sans Mono"/>
                <a:cs typeface="Droid Sans Mono"/>
                <a:sym typeface="Droid Sans Mono"/>
              </a:rPr>
              <a:t>"Welcome to Servlets!&lt;/h1&gt;"</a:t>
            </a:r>
            <a:r>
              <a:rPr lang="en-US" sz="1400">
                <a:solidFill>
                  <a:srgbClr val="000000"/>
                </a:solidFill>
                <a:latin typeface="Droid Sans Mono"/>
                <a:ea typeface="Droid Sans Mono"/>
                <a:cs typeface="Droid Sans Mono"/>
                <a:sym typeface="Droid Sans Mono"/>
              </a:rPr>
              <a:t> );</a:t>
            </a:r>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41    </a:t>
            </a:r>
            <a:r>
              <a:rPr lang="en-US" sz="1400">
                <a:solidFill>
                  <a:srgbClr val="000000"/>
                </a:solidFill>
                <a:latin typeface="Droid Sans Mono"/>
                <a:ea typeface="Droid Sans Mono"/>
                <a:cs typeface="Droid Sans Mono"/>
                <a:sym typeface="Droid Sans Mono"/>
              </a:rPr>
              <a:t>      out.println( </a:t>
            </a:r>
            <a:r>
              <a:rPr lang="en-US" sz="1400">
                <a:solidFill>
                  <a:srgbClr val="0099FF"/>
                </a:solidFill>
                <a:latin typeface="Droid Sans Mono"/>
                <a:ea typeface="Droid Sans Mono"/>
                <a:cs typeface="Droid Sans Mono"/>
                <a:sym typeface="Droid Sans Mono"/>
              </a:rPr>
              <a:t>"&lt;/body&gt;"</a:t>
            </a:r>
            <a:r>
              <a:rPr lang="en-US" sz="1400">
                <a:solidFill>
                  <a:srgbClr val="000000"/>
                </a:solidFill>
                <a:latin typeface="Droid Sans Mono"/>
                <a:ea typeface="Droid Sans Mono"/>
                <a:cs typeface="Droid Sans Mono"/>
                <a:sym typeface="Droid Sans Mono"/>
              </a:rPr>
              <a:t> );</a:t>
            </a:r>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42    </a:t>
            </a:r>
            <a:r>
              <a:rPr lang="en-US" sz="1400">
                <a:solidFill>
                  <a:srgbClr val="000000"/>
                </a:solidFill>
                <a:latin typeface="Droid Sans Mono"/>
                <a:ea typeface="Droid Sans Mono"/>
                <a:cs typeface="Droid Sans Mono"/>
                <a:sym typeface="Droid Sans Mono"/>
              </a:rPr>
              <a:t>      </a:t>
            </a:r>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43    </a:t>
            </a:r>
            <a:r>
              <a:rPr lang="en-US" sz="1400">
                <a:solidFill>
                  <a:srgbClr val="008000"/>
                </a:solidFill>
                <a:latin typeface="Droid Sans Mono"/>
                <a:ea typeface="Droid Sans Mono"/>
                <a:cs typeface="Droid Sans Mono"/>
                <a:sym typeface="Droid Sans Mono"/>
              </a:rPr>
              <a:t>      // end XHTML document</a:t>
            </a:r>
            <a:endParaRPr sz="1400">
              <a:solidFill>
                <a:srgbClr val="000000"/>
              </a:solidFill>
              <a:latin typeface="Droid Sans Mono"/>
              <a:ea typeface="Droid Sans Mono"/>
              <a:cs typeface="Droid Sans Mono"/>
              <a:sym typeface="Droid Sans Mono"/>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44    </a:t>
            </a:r>
            <a:r>
              <a:rPr lang="en-US" sz="1400">
                <a:solidFill>
                  <a:srgbClr val="000000"/>
                </a:solidFill>
                <a:latin typeface="Droid Sans Mono"/>
                <a:ea typeface="Droid Sans Mono"/>
                <a:cs typeface="Droid Sans Mono"/>
                <a:sym typeface="Droid Sans Mono"/>
              </a:rPr>
              <a:t>      out.println( </a:t>
            </a:r>
            <a:r>
              <a:rPr lang="en-US" sz="1400">
                <a:solidFill>
                  <a:srgbClr val="0099FF"/>
                </a:solidFill>
                <a:latin typeface="Droid Sans Mono"/>
                <a:ea typeface="Droid Sans Mono"/>
                <a:cs typeface="Droid Sans Mono"/>
                <a:sym typeface="Droid Sans Mono"/>
              </a:rPr>
              <a:t>"&lt;/html&gt;"</a:t>
            </a:r>
            <a:r>
              <a:rPr lang="en-US" sz="1400">
                <a:solidFill>
                  <a:srgbClr val="000000"/>
                </a:solidFill>
                <a:latin typeface="Droid Sans Mono"/>
                <a:ea typeface="Droid Sans Mono"/>
                <a:cs typeface="Droid Sans Mono"/>
                <a:sym typeface="Droid Sans Mono"/>
              </a:rPr>
              <a:t> );</a:t>
            </a:r>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45    </a:t>
            </a:r>
            <a:r>
              <a:rPr lang="en-US" sz="1400">
                <a:solidFill>
                  <a:srgbClr val="000000"/>
                </a:solidFill>
                <a:latin typeface="Droid Sans Mono"/>
                <a:ea typeface="Droid Sans Mono"/>
                <a:cs typeface="Droid Sans Mono"/>
                <a:sym typeface="Droid Sans Mono"/>
              </a:rPr>
              <a:t>      out.close();  </a:t>
            </a:r>
            <a:r>
              <a:rPr lang="en-US" sz="1400">
                <a:solidFill>
                  <a:srgbClr val="008000"/>
                </a:solidFill>
                <a:latin typeface="Droid Sans Mono"/>
                <a:ea typeface="Droid Sans Mono"/>
                <a:cs typeface="Droid Sans Mono"/>
                <a:sym typeface="Droid Sans Mono"/>
              </a:rPr>
              <a:t>// close stream to complete the page</a:t>
            </a:r>
            <a:endParaRPr sz="1400">
              <a:solidFill>
                <a:srgbClr val="000000"/>
              </a:solidFill>
              <a:latin typeface="Droid Sans Mono"/>
              <a:ea typeface="Droid Sans Mono"/>
              <a:cs typeface="Droid Sans Mono"/>
              <a:sym typeface="Droid Sans Mono"/>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46    </a:t>
            </a:r>
            <a:r>
              <a:rPr lang="en-US" sz="1400">
                <a:solidFill>
                  <a:srgbClr val="000000"/>
                </a:solidFill>
                <a:latin typeface="Droid Sans Mono"/>
                <a:ea typeface="Droid Sans Mono"/>
                <a:cs typeface="Droid Sans Mono"/>
                <a:sym typeface="Droid Sans Mono"/>
              </a:rPr>
              <a:t>   }   </a:t>
            </a:r>
            <a:endParaRPr/>
          </a:p>
          <a:p>
            <a:pPr indent="0" lvl="0" marL="0" rtl="0" algn="l">
              <a:spcBef>
                <a:spcPts val="280"/>
              </a:spcBef>
              <a:spcAft>
                <a:spcPts val="0"/>
              </a:spcAft>
              <a:buClr>
                <a:srgbClr val="5F5F5F"/>
              </a:buClr>
              <a:buSzPts val="1400"/>
              <a:buNone/>
            </a:pPr>
            <a:r>
              <a:rPr lang="en-US" sz="1400">
                <a:solidFill>
                  <a:srgbClr val="5F5F5F"/>
                </a:solidFill>
                <a:latin typeface="Droid Sans Mono"/>
                <a:ea typeface="Droid Sans Mono"/>
                <a:cs typeface="Droid Sans Mono"/>
                <a:sym typeface="Droid Sans Mono"/>
              </a:rPr>
              <a:t>47    </a:t>
            </a:r>
            <a:r>
              <a:rPr lang="en-US" sz="1400">
                <a:solidFill>
                  <a:srgbClr val="000000"/>
                </a:solidFill>
                <a:latin typeface="Droid Sans Mono"/>
                <a:ea typeface="Droid Sans Mono"/>
                <a:cs typeface="Droid Sans Mono"/>
                <a:sym typeface="Droid Sans Mono"/>
              </a:rPr>
              <a:t>}</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g3be6e5f1d5b_1_214"/>
          <p:cNvSpPr txBox="1"/>
          <p:nvPr>
            <p:ph type="ctrTitle"/>
          </p:nvPr>
        </p:nvSpPr>
        <p:spPr>
          <a:xfrm>
            <a:off x="228600" y="228600"/>
            <a:ext cx="7772400" cy="1470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000"/>
              <a:buFont typeface="Courier New"/>
              <a:buNone/>
            </a:pPr>
            <a:r>
              <a:rPr lang="en-US" sz="2000">
                <a:latin typeface="Courier New"/>
                <a:ea typeface="Courier New"/>
                <a:cs typeface="Courier New"/>
                <a:sym typeface="Courier New"/>
              </a:rPr>
              <a:t>HTML document in which the form’s action invokes WelcomeServlet3</a:t>
            </a:r>
            <a:endParaRPr sz="2000">
              <a:latin typeface="Courier New"/>
              <a:ea typeface="Courier New"/>
              <a:cs typeface="Courier New"/>
              <a:sym typeface="Courier New"/>
            </a:endParaRPr>
          </a:p>
        </p:txBody>
      </p:sp>
      <p:sp>
        <p:nvSpPr>
          <p:cNvPr id="575" name="Google Shape;575;g3be6e5f1d5b_1_214"/>
          <p:cNvSpPr txBox="1"/>
          <p:nvPr>
            <p:ph idx="1" type="subTitle"/>
          </p:nvPr>
        </p:nvSpPr>
        <p:spPr>
          <a:xfrm>
            <a:off x="609600" y="1295400"/>
            <a:ext cx="6937500" cy="5106900"/>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spcBef>
                <a:spcPts val="0"/>
              </a:spcBef>
              <a:spcAft>
                <a:spcPts val="0"/>
              </a:spcAft>
              <a:buClr>
                <a:srgbClr val="5F5F5F"/>
              </a:buClr>
              <a:buSzPct val="100000"/>
              <a:buNone/>
            </a:pPr>
            <a:r>
              <a:rPr lang="en-US">
                <a:solidFill>
                  <a:srgbClr val="5F5F5F"/>
                </a:solidFill>
                <a:latin typeface="Arial"/>
                <a:ea typeface="Arial"/>
                <a:cs typeface="Arial"/>
                <a:sym typeface="Arial"/>
              </a:rPr>
              <a:t>         </a:t>
            </a:r>
            <a:endParaRPr>
              <a:solidFill>
                <a:srgbClr val="000000"/>
              </a:solidFill>
              <a:latin typeface="Droid Sans Mono"/>
              <a:ea typeface="Droid Sans Mono"/>
              <a:cs typeface="Droid Sans Mono"/>
              <a:sym typeface="Droid Sans Mono"/>
            </a:endParaRPr>
          </a:p>
          <a:p>
            <a:pPr indent="0" lvl="0" marL="0" rtl="0" algn="l">
              <a:spcBef>
                <a:spcPts val="256"/>
              </a:spcBef>
              <a:spcAft>
                <a:spcPts val="0"/>
              </a:spcAft>
              <a:buClr>
                <a:srgbClr val="5F5F5F"/>
              </a:buClr>
              <a:buSzPct val="100000"/>
              <a:buNone/>
            </a:pPr>
            <a:r>
              <a:rPr lang="en-US">
                <a:solidFill>
                  <a:srgbClr val="5F5F5F"/>
                </a:solidFill>
                <a:latin typeface="Arial"/>
                <a:ea typeface="Arial"/>
                <a:cs typeface="Arial"/>
                <a:sym typeface="Arial"/>
              </a:rPr>
              <a:t> </a:t>
            </a:r>
            <a:r>
              <a:rPr lang="en-US">
                <a:solidFill>
                  <a:srgbClr val="0000FF"/>
                </a:solidFill>
                <a:latin typeface="Droid Sans Mono"/>
                <a:ea typeface="Droid Sans Mono"/>
                <a:cs typeface="Droid Sans Mono"/>
                <a:sym typeface="Droid Sans Mono"/>
              </a:rPr>
              <a:t>&lt;html&gt;</a:t>
            </a:r>
            <a:endParaRPr>
              <a:solidFill>
                <a:srgbClr val="0000FF"/>
              </a:solidFill>
              <a:latin typeface="Droid Sans Mono"/>
              <a:ea typeface="Droid Sans Mono"/>
              <a:cs typeface="Droid Sans Mono"/>
              <a:sym typeface="Droid Sans Mono"/>
            </a:endParaRPr>
          </a:p>
          <a:p>
            <a:pPr indent="0" lvl="0" marL="0" rtl="0" algn="l">
              <a:spcBef>
                <a:spcPts val="256"/>
              </a:spcBef>
              <a:spcAft>
                <a:spcPts val="0"/>
              </a:spcAft>
              <a:buClr>
                <a:schemeClr val="dk1"/>
              </a:buClr>
              <a:buSzPct val="34375"/>
              <a:buFont typeface="Arial"/>
              <a:buNone/>
            </a:pPr>
            <a:r>
              <a:rPr lang="en-US">
                <a:solidFill>
                  <a:srgbClr val="0000FF"/>
                </a:solidFill>
                <a:latin typeface="Droid Sans Mono"/>
                <a:ea typeface="Droid Sans Mono"/>
                <a:cs typeface="Droid Sans Mono"/>
                <a:sym typeface="Droid Sans Mono"/>
              </a:rPr>
              <a:t>&lt;body&gt;</a:t>
            </a:r>
            <a:endParaRPr>
              <a:solidFill>
                <a:srgbClr val="0000FF"/>
              </a:solidFill>
              <a:latin typeface="Droid Sans Mono"/>
              <a:ea typeface="Droid Sans Mono"/>
              <a:cs typeface="Droid Sans Mono"/>
              <a:sym typeface="Droid Sans Mono"/>
            </a:endParaRPr>
          </a:p>
          <a:p>
            <a:pPr indent="0" lvl="0" marL="0" rtl="0" algn="l">
              <a:spcBef>
                <a:spcPts val="256"/>
              </a:spcBef>
              <a:spcAft>
                <a:spcPts val="0"/>
              </a:spcAft>
              <a:buClr>
                <a:schemeClr val="dk1"/>
              </a:buClr>
              <a:buSzPct val="34375"/>
              <a:buFont typeface="Arial"/>
              <a:buNone/>
            </a:pPr>
            <a:r>
              <a:rPr lang="en-US">
                <a:solidFill>
                  <a:srgbClr val="0000FF"/>
                </a:solidFill>
                <a:latin typeface="Droid Sans Mono"/>
                <a:ea typeface="Droid Sans Mono"/>
                <a:cs typeface="Droid Sans Mono"/>
                <a:sym typeface="Droid Sans Mono"/>
              </a:rPr>
              <a:t>    &lt;form action="</a:t>
            </a:r>
            <a:r>
              <a:rPr lang="en-US">
                <a:solidFill>
                  <a:srgbClr val="0000FF"/>
                </a:solidFill>
                <a:latin typeface="Droid Sans Mono"/>
                <a:ea typeface="Droid Sans Mono"/>
                <a:cs typeface="Droid Sans Mono"/>
                <a:sym typeface="Droid Sans Mono"/>
              </a:rPr>
              <a:t>WelcomeServlet3</a:t>
            </a:r>
            <a:r>
              <a:rPr lang="en-US">
                <a:solidFill>
                  <a:srgbClr val="0000FF"/>
                </a:solidFill>
                <a:latin typeface="Droid Sans Mono"/>
                <a:ea typeface="Droid Sans Mono"/>
                <a:cs typeface="Droid Sans Mono"/>
                <a:sym typeface="Droid Sans Mono"/>
              </a:rPr>
              <a:t>" method="post"&gt;</a:t>
            </a:r>
            <a:endParaRPr>
              <a:solidFill>
                <a:srgbClr val="0000FF"/>
              </a:solidFill>
              <a:latin typeface="Droid Sans Mono"/>
              <a:ea typeface="Droid Sans Mono"/>
              <a:cs typeface="Droid Sans Mono"/>
              <a:sym typeface="Droid Sans Mono"/>
            </a:endParaRPr>
          </a:p>
          <a:p>
            <a:pPr indent="0" lvl="0" marL="0" rtl="0" algn="l">
              <a:spcBef>
                <a:spcPts val="256"/>
              </a:spcBef>
              <a:spcAft>
                <a:spcPts val="0"/>
              </a:spcAft>
              <a:buClr>
                <a:schemeClr val="dk1"/>
              </a:buClr>
              <a:buSzPct val="34375"/>
              <a:buFont typeface="Arial"/>
              <a:buNone/>
            </a:pPr>
            <a:r>
              <a:rPr lang="en-US">
                <a:solidFill>
                  <a:srgbClr val="0000FF"/>
                </a:solidFill>
                <a:latin typeface="Droid Sans Mono"/>
                <a:ea typeface="Droid Sans Mono"/>
                <a:cs typeface="Droid Sans Mono"/>
                <a:sym typeface="Droid Sans Mono"/>
              </a:rPr>
              <a:t>        Enter Name: &lt;input type="text" name="username"&gt;</a:t>
            </a:r>
            <a:endParaRPr>
              <a:solidFill>
                <a:srgbClr val="0000FF"/>
              </a:solidFill>
              <a:latin typeface="Droid Sans Mono"/>
              <a:ea typeface="Droid Sans Mono"/>
              <a:cs typeface="Droid Sans Mono"/>
              <a:sym typeface="Droid Sans Mono"/>
            </a:endParaRPr>
          </a:p>
          <a:p>
            <a:pPr indent="0" lvl="0" marL="0" rtl="0" algn="l">
              <a:spcBef>
                <a:spcPts val="256"/>
              </a:spcBef>
              <a:spcAft>
                <a:spcPts val="0"/>
              </a:spcAft>
              <a:buClr>
                <a:schemeClr val="dk1"/>
              </a:buClr>
              <a:buSzPct val="34375"/>
              <a:buFont typeface="Arial"/>
              <a:buNone/>
            </a:pPr>
            <a:r>
              <a:rPr lang="en-US">
                <a:solidFill>
                  <a:srgbClr val="0000FF"/>
                </a:solidFill>
                <a:latin typeface="Droid Sans Mono"/>
                <a:ea typeface="Droid Sans Mono"/>
                <a:cs typeface="Droid Sans Mono"/>
                <a:sym typeface="Droid Sans Mono"/>
              </a:rPr>
              <a:t>        &lt;input type="submit" value="Submit"&gt;</a:t>
            </a:r>
            <a:endParaRPr>
              <a:solidFill>
                <a:srgbClr val="0000FF"/>
              </a:solidFill>
              <a:latin typeface="Droid Sans Mono"/>
              <a:ea typeface="Droid Sans Mono"/>
              <a:cs typeface="Droid Sans Mono"/>
              <a:sym typeface="Droid Sans Mono"/>
            </a:endParaRPr>
          </a:p>
          <a:p>
            <a:pPr indent="0" lvl="0" marL="0" rtl="0" algn="l">
              <a:spcBef>
                <a:spcPts val="256"/>
              </a:spcBef>
              <a:spcAft>
                <a:spcPts val="0"/>
              </a:spcAft>
              <a:buClr>
                <a:schemeClr val="dk1"/>
              </a:buClr>
              <a:buSzPct val="34375"/>
              <a:buFont typeface="Arial"/>
              <a:buNone/>
            </a:pPr>
            <a:r>
              <a:rPr lang="en-US">
                <a:solidFill>
                  <a:srgbClr val="0000FF"/>
                </a:solidFill>
                <a:latin typeface="Droid Sans Mono"/>
                <a:ea typeface="Droid Sans Mono"/>
                <a:cs typeface="Droid Sans Mono"/>
                <a:sym typeface="Droid Sans Mono"/>
              </a:rPr>
              <a:t>    &lt;/form&gt;</a:t>
            </a:r>
            <a:endParaRPr>
              <a:solidFill>
                <a:srgbClr val="0000FF"/>
              </a:solidFill>
              <a:latin typeface="Droid Sans Mono"/>
              <a:ea typeface="Droid Sans Mono"/>
              <a:cs typeface="Droid Sans Mono"/>
              <a:sym typeface="Droid Sans Mono"/>
            </a:endParaRPr>
          </a:p>
          <a:p>
            <a:pPr indent="0" lvl="0" marL="0" rtl="0" algn="l">
              <a:spcBef>
                <a:spcPts val="256"/>
              </a:spcBef>
              <a:spcAft>
                <a:spcPts val="0"/>
              </a:spcAft>
              <a:buClr>
                <a:schemeClr val="dk1"/>
              </a:buClr>
              <a:buSzPct val="34375"/>
              <a:buFont typeface="Arial"/>
              <a:buNone/>
            </a:pPr>
            <a:r>
              <a:rPr lang="en-US">
                <a:solidFill>
                  <a:srgbClr val="0000FF"/>
                </a:solidFill>
                <a:latin typeface="Droid Sans Mono"/>
                <a:ea typeface="Droid Sans Mono"/>
                <a:cs typeface="Droid Sans Mono"/>
                <a:sym typeface="Droid Sans Mono"/>
              </a:rPr>
              <a:t>&lt;/body&gt;</a:t>
            </a:r>
            <a:endParaRPr>
              <a:solidFill>
                <a:srgbClr val="0000FF"/>
              </a:solidFill>
              <a:latin typeface="Droid Sans Mono"/>
              <a:ea typeface="Droid Sans Mono"/>
              <a:cs typeface="Droid Sans Mono"/>
              <a:sym typeface="Droid Sans Mono"/>
            </a:endParaRPr>
          </a:p>
          <a:p>
            <a:pPr indent="0" lvl="0" marL="0" rtl="0" algn="l">
              <a:spcBef>
                <a:spcPts val="256"/>
              </a:spcBef>
              <a:spcAft>
                <a:spcPts val="0"/>
              </a:spcAft>
              <a:buClr>
                <a:schemeClr val="dk1"/>
              </a:buClr>
              <a:buSzPct val="34375"/>
              <a:buFont typeface="Arial"/>
              <a:buNone/>
            </a:pPr>
            <a:r>
              <a:rPr lang="en-US">
                <a:solidFill>
                  <a:srgbClr val="0000FF"/>
                </a:solidFill>
                <a:latin typeface="Droid Sans Mono"/>
                <a:ea typeface="Droid Sans Mono"/>
                <a:cs typeface="Droid Sans Mono"/>
                <a:sym typeface="Droid Sans Mono"/>
              </a:rPr>
              <a:t>&lt;/html&gt;</a:t>
            </a:r>
            <a:endParaRPr>
              <a:solidFill>
                <a:srgbClr val="0000FF"/>
              </a:solidFill>
              <a:latin typeface="Droid Sans Mono"/>
              <a:ea typeface="Droid Sans Mono"/>
              <a:cs typeface="Droid Sans Mono"/>
              <a:sym typeface="Droid Sans Mono"/>
            </a:endParaRPr>
          </a:p>
          <a:p>
            <a:pPr indent="0" lvl="0" marL="0" rtl="0" algn="l">
              <a:spcBef>
                <a:spcPts val="256"/>
              </a:spcBef>
              <a:spcAft>
                <a:spcPts val="0"/>
              </a:spcAft>
              <a:buClr>
                <a:srgbClr val="5F5F5F"/>
              </a:buClr>
              <a:buSzPct val="100000"/>
              <a:buNone/>
            </a:pPr>
            <a:r>
              <a:t/>
            </a:r>
            <a:endParaRPr>
              <a:solidFill>
                <a:srgbClr val="0000FF"/>
              </a:solidFill>
              <a:latin typeface="Droid Sans Mono"/>
              <a:ea typeface="Droid Sans Mono"/>
              <a:cs typeface="Droid Sans Mono"/>
              <a:sym typeface="Droid Sans Mono"/>
            </a:endParaRPr>
          </a:p>
        </p:txBody>
      </p:sp>
      <p:grpSp>
        <p:nvGrpSpPr>
          <p:cNvPr id="576" name="Google Shape;576;g3be6e5f1d5b_1_214"/>
          <p:cNvGrpSpPr/>
          <p:nvPr/>
        </p:nvGrpSpPr>
        <p:grpSpPr>
          <a:xfrm>
            <a:off x="5868251" y="4648200"/>
            <a:ext cx="3209399" cy="1905000"/>
            <a:chOff x="2280" y="144"/>
            <a:chExt cx="2999" cy="1200"/>
          </a:xfrm>
        </p:grpSpPr>
        <p:sp>
          <p:nvSpPr>
            <p:cNvPr id="577" name="Google Shape;577;g3be6e5f1d5b_1_214"/>
            <p:cNvSpPr txBox="1"/>
            <p:nvPr/>
          </p:nvSpPr>
          <p:spPr>
            <a:xfrm>
              <a:off x="2879" y="144"/>
              <a:ext cx="2400" cy="1200"/>
            </a:xfrm>
            <a:prstGeom prst="rect">
              <a:avLst/>
            </a:prstGeom>
            <a:solidFill>
              <a:schemeClr val="folHlink"/>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800">
                  <a:solidFill>
                    <a:schemeClr val="dk1"/>
                  </a:solidFill>
                  <a:latin typeface="Times New Roman"/>
                  <a:ea typeface="Times New Roman"/>
                  <a:cs typeface="Times New Roman"/>
                  <a:sym typeface="Times New Roman"/>
                </a:rPr>
                <a:t>Provide a </a:t>
              </a:r>
              <a:r>
                <a:rPr b="0" lang="en-US" sz="1800">
                  <a:solidFill>
                    <a:schemeClr val="dk1"/>
                  </a:solidFill>
                  <a:latin typeface="Droid Sans Mono"/>
                  <a:ea typeface="Droid Sans Mono"/>
                  <a:cs typeface="Droid Sans Mono"/>
                  <a:sym typeface="Droid Sans Mono"/>
                </a:rPr>
                <a:t>form</a:t>
              </a:r>
              <a:r>
                <a:rPr b="0" lang="en-US" sz="1800">
                  <a:solidFill>
                    <a:schemeClr val="dk1"/>
                  </a:solidFill>
                  <a:latin typeface="Times New Roman"/>
                  <a:ea typeface="Times New Roman"/>
                  <a:cs typeface="Times New Roman"/>
                  <a:sym typeface="Times New Roman"/>
                </a:rPr>
                <a:t> in which the user can input a name in the </a:t>
              </a:r>
              <a:r>
                <a:rPr b="0" lang="en-US" sz="1800">
                  <a:solidFill>
                    <a:schemeClr val="dk1"/>
                  </a:solidFill>
                  <a:latin typeface="Droid Sans Mono"/>
                  <a:ea typeface="Droid Sans Mono"/>
                  <a:cs typeface="Droid Sans Mono"/>
                  <a:sym typeface="Droid Sans Mono"/>
                </a:rPr>
                <a:t>text</a:t>
              </a:r>
              <a:r>
                <a:rPr b="0" lang="en-US" sz="1800">
                  <a:solidFill>
                    <a:schemeClr val="dk1"/>
                  </a:solidFill>
                  <a:latin typeface="Times New Roman"/>
                  <a:ea typeface="Times New Roman"/>
                  <a:cs typeface="Times New Roman"/>
                  <a:sym typeface="Times New Roman"/>
                </a:rPr>
                <a:t> input element </a:t>
              </a:r>
              <a:r>
                <a:rPr b="0" lang="en-US" sz="1800">
                  <a:solidFill>
                    <a:schemeClr val="dk1"/>
                  </a:solidFill>
                  <a:latin typeface="Droid Sans Mono"/>
                  <a:ea typeface="Droid Sans Mono"/>
                  <a:cs typeface="Droid Sans Mono"/>
                  <a:sym typeface="Droid Sans Mono"/>
                </a:rPr>
                <a:t>firstname</a:t>
              </a:r>
              <a:r>
                <a:rPr b="0" lang="en-US" sz="1800">
                  <a:solidFill>
                    <a:schemeClr val="dk1"/>
                  </a:solidFill>
                  <a:latin typeface="Times New Roman"/>
                  <a:ea typeface="Times New Roman"/>
                  <a:cs typeface="Times New Roman"/>
                  <a:sym typeface="Times New Roman"/>
                </a:rPr>
                <a:t>, then click the </a:t>
              </a:r>
              <a:r>
                <a:rPr b="0" lang="en-US" sz="1800">
                  <a:solidFill>
                    <a:schemeClr val="dk1"/>
                  </a:solidFill>
                  <a:latin typeface="Droid Sans Mono"/>
                  <a:ea typeface="Droid Sans Mono"/>
                  <a:cs typeface="Droid Sans Mono"/>
                  <a:sym typeface="Droid Sans Mono"/>
                </a:rPr>
                <a:t>Submit</a:t>
              </a:r>
              <a:r>
                <a:rPr b="0" lang="en-US" sz="1800">
                  <a:solidFill>
                    <a:schemeClr val="dk1"/>
                  </a:solidFill>
                  <a:latin typeface="Times New Roman"/>
                  <a:ea typeface="Times New Roman"/>
                  <a:cs typeface="Times New Roman"/>
                  <a:sym typeface="Times New Roman"/>
                </a:rPr>
                <a:t> button to invoke </a:t>
              </a:r>
              <a:r>
                <a:rPr b="0" lang="en-US" sz="1800">
                  <a:solidFill>
                    <a:schemeClr val="dk1"/>
                  </a:solidFill>
                  <a:latin typeface="Droid Sans Mono"/>
                  <a:ea typeface="Droid Sans Mono"/>
                  <a:cs typeface="Droid Sans Mono"/>
                  <a:sym typeface="Droid Sans Mono"/>
                </a:rPr>
                <a:t>WelcomeServlet3</a:t>
              </a:r>
              <a:r>
                <a:rPr b="0" lang="en-US" sz="1800">
                  <a:solidFill>
                    <a:schemeClr val="dk1"/>
                  </a:solidFill>
                  <a:latin typeface="Times New Roman"/>
                  <a:ea typeface="Times New Roman"/>
                  <a:cs typeface="Times New Roman"/>
                  <a:sym typeface="Times New Roman"/>
                </a:rPr>
                <a:t>.</a:t>
              </a:r>
              <a:endParaRPr/>
            </a:p>
          </p:txBody>
        </p:sp>
        <p:cxnSp>
          <p:nvCxnSpPr>
            <p:cNvPr id="578" name="Google Shape;578;g3be6e5f1d5b_1_214"/>
            <p:cNvCxnSpPr/>
            <p:nvPr/>
          </p:nvCxnSpPr>
          <p:spPr>
            <a:xfrm rot="10800000">
              <a:off x="2280" y="336"/>
              <a:ext cx="600" cy="0"/>
            </a:xfrm>
            <a:prstGeom prst="straightConnector1">
              <a:avLst/>
            </a:prstGeom>
            <a:noFill/>
            <a:ln cap="flat" cmpd="sng" w="9525">
              <a:solidFill>
                <a:schemeClr val="dk1"/>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g3be6e5f1d5b_1_222"/>
          <p:cNvSpPr txBox="1"/>
          <p:nvPr>
            <p:ph type="ctrTitle"/>
          </p:nvPr>
        </p:nvSpPr>
        <p:spPr>
          <a:xfrm>
            <a:off x="685800" y="2667000"/>
            <a:ext cx="7772400" cy="6858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400"/>
              <a:buFont typeface="Courier New"/>
              <a:buNone/>
            </a:pPr>
            <a:br>
              <a:rPr lang="en-US" sz="2400">
                <a:latin typeface="Courier New"/>
                <a:ea typeface="Courier New"/>
                <a:cs typeface="Courier New"/>
                <a:sym typeface="Courier New"/>
              </a:rPr>
            </a:br>
            <a:br>
              <a:rPr lang="en-US" sz="2400">
                <a:latin typeface="Courier New"/>
                <a:ea typeface="Courier New"/>
                <a:cs typeface="Courier New"/>
                <a:sym typeface="Courier New"/>
              </a:rPr>
            </a:br>
            <a:r>
              <a:rPr lang="en-US" sz="2400">
                <a:latin typeface="Courier New"/>
                <a:ea typeface="Courier New"/>
                <a:cs typeface="Courier New"/>
                <a:sym typeface="Courier New"/>
              </a:rPr>
              <a:t>Program output</a:t>
            </a:r>
            <a:endParaRPr/>
          </a:p>
        </p:txBody>
      </p:sp>
      <p:pic>
        <p:nvPicPr>
          <p:cNvPr id="584" name="Google Shape;584;g3be6e5f1d5b_1_222"/>
          <p:cNvPicPr preferRelativeResize="0"/>
          <p:nvPr/>
        </p:nvPicPr>
        <p:blipFill rotWithShape="1">
          <a:blip r:embed="rId3">
            <a:alphaModFix/>
          </a:blip>
          <a:srcRect b="0" l="0" r="0" t="0"/>
          <a:stretch/>
        </p:blipFill>
        <p:spPr>
          <a:xfrm>
            <a:off x="457200" y="228600"/>
            <a:ext cx="6438901" cy="2322513"/>
          </a:xfrm>
          <a:prstGeom prst="rect">
            <a:avLst/>
          </a:prstGeom>
          <a:noFill/>
          <a:ln>
            <a:noFill/>
          </a:ln>
        </p:spPr>
      </p:pic>
      <p:pic>
        <p:nvPicPr>
          <p:cNvPr id="585" name="Google Shape;585;g3be6e5f1d5b_1_222"/>
          <p:cNvPicPr preferRelativeResize="0"/>
          <p:nvPr/>
        </p:nvPicPr>
        <p:blipFill rotWithShape="1">
          <a:blip r:embed="rId4">
            <a:alphaModFix/>
          </a:blip>
          <a:srcRect b="0" l="0" r="0" t="0"/>
          <a:stretch/>
        </p:blipFill>
        <p:spPr>
          <a:xfrm>
            <a:off x="457200" y="3733800"/>
            <a:ext cx="6438901" cy="2322513"/>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0" name="Shape 590"/>
        <p:cNvGrpSpPr/>
        <p:nvPr/>
      </p:nvGrpSpPr>
      <p:grpSpPr>
        <a:xfrm>
          <a:off x="0" y="0"/>
          <a:ext cx="0" cy="0"/>
          <a:chOff x="0" y="0"/>
          <a:chExt cx="0" cy="0"/>
        </a:xfrm>
      </p:grpSpPr>
      <p:sp>
        <p:nvSpPr>
          <p:cNvPr id="591" name="Google Shape;591;g3ca02268f41_0_22"/>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 Display Current Date (Server-Side Processing Demo)</a:t>
            </a:r>
            <a:endParaRPr/>
          </a:p>
        </p:txBody>
      </p:sp>
      <p:sp>
        <p:nvSpPr>
          <p:cNvPr id="592" name="Google Shape;592;g3ca02268f41_0_22"/>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47500" lnSpcReduction="20000"/>
          </a:bodyPr>
          <a:lstStyle/>
          <a:p>
            <a:pPr indent="0" lvl="0" marL="0" rtl="0" algn="l">
              <a:spcBef>
                <a:spcPts val="360"/>
              </a:spcBef>
              <a:spcAft>
                <a:spcPts val="0"/>
              </a:spcAft>
              <a:buClr>
                <a:schemeClr val="dk1"/>
              </a:buClr>
              <a:buSzPct val="34375"/>
              <a:buFont typeface="Arial"/>
              <a:buNone/>
            </a:pPr>
            <a:r>
              <a:rPr lang="en-US"/>
              <a:t>import java.io.*;</a:t>
            </a:r>
            <a:endParaRPr/>
          </a:p>
          <a:p>
            <a:pPr indent="0" lvl="0" marL="0" rtl="0" algn="l">
              <a:spcBef>
                <a:spcPts val="360"/>
              </a:spcBef>
              <a:spcAft>
                <a:spcPts val="0"/>
              </a:spcAft>
              <a:buClr>
                <a:schemeClr val="dk1"/>
              </a:buClr>
              <a:buSzPct val="34375"/>
              <a:buFont typeface="Arial"/>
              <a:buNone/>
            </a:pPr>
            <a:r>
              <a:rPr lang="en-US"/>
              <a:t>import java.util.Date;</a:t>
            </a:r>
            <a:endParaRPr/>
          </a:p>
          <a:p>
            <a:pPr indent="0" lvl="0" marL="0" rtl="0" algn="l">
              <a:spcBef>
                <a:spcPts val="360"/>
              </a:spcBef>
              <a:spcAft>
                <a:spcPts val="0"/>
              </a:spcAft>
              <a:buClr>
                <a:schemeClr val="dk1"/>
              </a:buClr>
              <a:buSzPct val="34375"/>
              <a:buFont typeface="Arial"/>
              <a:buNone/>
            </a:pPr>
            <a:r>
              <a:rPr lang="en-US"/>
              <a:t>import javax.servlet.*;</a:t>
            </a:r>
            <a:endParaRPr/>
          </a:p>
          <a:p>
            <a:pPr indent="0" lvl="0" marL="0" rtl="0" algn="l">
              <a:spcBef>
                <a:spcPts val="360"/>
              </a:spcBef>
              <a:spcAft>
                <a:spcPts val="0"/>
              </a:spcAft>
              <a:buClr>
                <a:schemeClr val="dk1"/>
              </a:buClr>
              <a:buSzPct val="34375"/>
              <a:buFont typeface="Arial"/>
              <a:buNone/>
            </a:pPr>
            <a:r>
              <a:rPr lang="en-US"/>
              <a:t>import javax.servlet.http.*;</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public class DateServlet extends HttpServlet {</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public void doGet(HttpServletRequest request,</a:t>
            </a:r>
            <a:endParaRPr/>
          </a:p>
          <a:p>
            <a:pPr indent="0" lvl="0" marL="0" rtl="0" algn="l">
              <a:spcBef>
                <a:spcPts val="360"/>
              </a:spcBef>
              <a:spcAft>
                <a:spcPts val="0"/>
              </a:spcAft>
              <a:buClr>
                <a:schemeClr val="dk1"/>
              </a:buClr>
              <a:buSzPct val="34375"/>
              <a:buFont typeface="Arial"/>
              <a:buNone/>
            </a:pPr>
            <a:r>
              <a:rPr lang="en-US"/>
              <a:t>                      HttpServletResponse response)</a:t>
            </a:r>
            <a:endParaRPr/>
          </a:p>
          <a:p>
            <a:pPr indent="0" lvl="0" marL="0" rtl="0" algn="l">
              <a:spcBef>
                <a:spcPts val="360"/>
              </a:spcBef>
              <a:spcAft>
                <a:spcPts val="0"/>
              </a:spcAft>
              <a:buClr>
                <a:schemeClr val="dk1"/>
              </a:buClr>
              <a:buSzPct val="34375"/>
              <a:buFont typeface="Arial"/>
              <a:buNone/>
            </a:pPr>
            <a:r>
              <a:rPr lang="en-US"/>
              <a:t>            throws ServletException, IOException {</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response.setContentType("text/html");</a:t>
            </a:r>
            <a:endParaRPr/>
          </a:p>
          <a:p>
            <a:pPr indent="0" lvl="0" marL="0" rtl="0" algn="l">
              <a:spcBef>
                <a:spcPts val="360"/>
              </a:spcBef>
              <a:spcAft>
                <a:spcPts val="0"/>
              </a:spcAft>
              <a:buClr>
                <a:schemeClr val="dk1"/>
              </a:buClr>
              <a:buSzPct val="34375"/>
              <a:buFont typeface="Arial"/>
              <a:buNone/>
            </a:pPr>
            <a:r>
              <a:rPr lang="en-US"/>
              <a:t>        PrintWriter out = response.getWriter();</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out.println("&lt;h2&gt;Current Date &amp; Time:&lt;/h2&gt;");</a:t>
            </a:r>
            <a:endParaRPr/>
          </a:p>
          <a:p>
            <a:pPr indent="0" lvl="0" marL="0" rtl="0" algn="l">
              <a:spcBef>
                <a:spcPts val="360"/>
              </a:spcBef>
              <a:spcAft>
                <a:spcPts val="0"/>
              </a:spcAft>
              <a:buClr>
                <a:schemeClr val="dk1"/>
              </a:buClr>
              <a:buSzPct val="34375"/>
              <a:buFont typeface="Arial"/>
              <a:buNone/>
            </a:pPr>
            <a:r>
              <a:rPr lang="en-US"/>
              <a:t>        out.println(new Date());</a:t>
            </a:r>
            <a:endParaRPr/>
          </a:p>
          <a:p>
            <a:pPr indent="0" lvl="0" marL="0" rtl="0" algn="l">
              <a:spcBef>
                <a:spcPts val="360"/>
              </a:spcBef>
              <a:spcAft>
                <a:spcPts val="0"/>
              </a:spcAft>
              <a:buClr>
                <a:schemeClr val="dk1"/>
              </a:buClr>
              <a:buSzPct val="34375"/>
              <a:buFont typeface="Arial"/>
              <a:buNone/>
            </a:pPr>
            <a:r>
              <a:rPr lang="en-US"/>
              <a:t>    }</a:t>
            </a:r>
            <a:endParaRPr/>
          </a:p>
          <a:p>
            <a:pPr indent="0" lvl="0" marL="0" rtl="0" algn="l">
              <a:spcBef>
                <a:spcPts val="360"/>
              </a:spcBef>
              <a:spcAft>
                <a:spcPts val="0"/>
              </a:spcAft>
              <a:buClr>
                <a:schemeClr val="dk1"/>
              </a:buClr>
              <a:buSzPct val="34375"/>
              <a:buFont typeface="Arial"/>
              <a:buNone/>
            </a:pPr>
            <a:r>
              <a:rPr lang="en-US"/>
              <a:t>}</a:t>
            </a:r>
            <a:endParaRPr/>
          </a:p>
          <a:p>
            <a:pPr indent="0" lvl="0" marL="0" rtl="0" algn="l">
              <a:spcBef>
                <a:spcPts val="360"/>
              </a:spcBef>
              <a:spcAft>
                <a:spcPts val="0"/>
              </a:spcAft>
              <a:buNone/>
            </a:pPr>
            <a:r>
              <a:t/>
            </a:r>
            <a:endParaRPr/>
          </a:p>
        </p:txBody>
      </p:sp>
      <p:sp>
        <p:nvSpPr>
          <p:cNvPr id="593" name="Google Shape;593;g3ca02268f41_0_2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g3be6e5f1d5b_1_2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Persistent information</a:t>
            </a:r>
            <a:endParaRPr/>
          </a:p>
        </p:txBody>
      </p:sp>
      <p:sp>
        <p:nvSpPr>
          <p:cNvPr id="599" name="Google Shape;599;g3be6e5f1d5b_1_228"/>
          <p:cNvSpPr txBox="1"/>
          <p:nvPr>
            <p:ph idx="1" type="body"/>
          </p:nvPr>
        </p:nvSpPr>
        <p:spPr>
          <a:xfrm>
            <a:off x="685800" y="1524000"/>
            <a:ext cx="7772400" cy="5181600"/>
          </a:xfrm>
          <a:prstGeom prst="rect">
            <a:avLst/>
          </a:prstGeom>
          <a:noFill/>
          <a:ln>
            <a:noFill/>
          </a:ln>
        </p:spPr>
        <p:txBody>
          <a:bodyPr anchorCtr="0" anchor="t" bIns="45700" lIns="91425" spcFirstLastPara="1" rIns="91425" wrap="square" tIns="45700">
            <a:normAutofit lnSpcReduction="20000"/>
          </a:bodyPr>
          <a:lstStyle/>
          <a:p>
            <a:pPr indent="-358140" lvl="0" marL="342900" rtl="0" algn="l">
              <a:spcBef>
                <a:spcPts val="0"/>
              </a:spcBef>
              <a:spcAft>
                <a:spcPts val="0"/>
              </a:spcAft>
              <a:buClr>
                <a:schemeClr val="dk1"/>
              </a:buClr>
              <a:buSzPts val="3200"/>
              <a:buChar char="•"/>
            </a:pPr>
            <a:r>
              <a:rPr lang="en-US"/>
              <a:t>A server site typically needs to maintain two kinds of </a:t>
            </a:r>
            <a:r>
              <a:rPr lang="en-US">
                <a:solidFill>
                  <a:schemeClr val="dk2"/>
                </a:solidFill>
              </a:rPr>
              <a:t>persistent</a:t>
            </a:r>
            <a:r>
              <a:rPr lang="en-US"/>
              <a:t> (remembered) </a:t>
            </a:r>
            <a:r>
              <a:rPr lang="en-US">
                <a:solidFill>
                  <a:schemeClr val="dk2"/>
                </a:solidFill>
              </a:rPr>
              <a:t>information</a:t>
            </a:r>
            <a:r>
              <a:rPr lang="en-US"/>
              <a:t>:</a:t>
            </a:r>
            <a:endParaRPr/>
          </a:p>
          <a:p>
            <a:pPr indent="-299085" lvl="1" marL="742950" rtl="0" algn="l">
              <a:spcBef>
                <a:spcPts val="518"/>
              </a:spcBef>
              <a:spcAft>
                <a:spcPts val="0"/>
              </a:spcAft>
              <a:buClr>
                <a:schemeClr val="dk1"/>
              </a:buClr>
              <a:buSzPts val="2800"/>
              <a:buChar char="–"/>
            </a:pPr>
            <a:r>
              <a:rPr lang="en-US"/>
              <a:t>Information about the session</a:t>
            </a:r>
            <a:endParaRPr/>
          </a:p>
          <a:p>
            <a:pPr indent="-240030" lvl="2" marL="1143000" rtl="0" algn="l">
              <a:spcBef>
                <a:spcPts val="444"/>
              </a:spcBef>
              <a:spcAft>
                <a:spcPts val="0"/>
              </a:spcAft>
              <a:buClr>
                <a:schemeClr val="dk1"/>
              </a:buClr>
              <a:buSzPts val="2400"/>
              <a:buChar char="•"/>
            </a:pPr>
            <a:r>
              <a:rPr lang="en-US"/>
              <a:t>A </a:t>
            </a:r>
            <a:r>
              <a:rPr lang="en-US">
                <a:solidFill>
                  <a:schemeClr val="dk2"/>
                </a:solidFill>
              </a:rPr>
              <a:t>session</a:t>
            </a:r>
            <a:r>
              <a:rPr lang="en-US"/>
              <a:t> starts when the user logs in or otherwise identifies himself/herself, and continues until the user logs out or completes the transaction (for example, makes a purchase)</a:t>
            </a:r>
            <a:endParaRPr sz="2400"/>
          </a:p>
          <a:p>
            <a:pPr indent="-299085" lvl="1" marL="742950" rtl="0" algn="l">
              <a:spcBef>
                <a:spcPts val="518"/>
              </a:spcBef>
              <a:spcAft>
                <a:spcPts val="0"/>
              </a:spcAft>
              <a:buClr>
                <a:schemeClr val="dk1"/>
              </a:buClr>
              <a:buSzPts val="2800"/>
              <a:buChar char="–"/>
            </a:pPr>
            <a:r>
              <a:rPr lang="en-US"/>
              <a:t>Information about the user</a:t>
            </a:r>
            <a:endParaRPr/>
          </a:p>
          <a:p>
            <a:pPr indent="-240030" lvl="2" marL="1143000" rtl="0" algn="l">
              <a:spcBef>
                <a:spcPts val="444"/>
              </a:spcBef>
              <a:spcAft>
                <a:spcPts val="0"/>
              </a:spcAft>
              <a:buClr>
                <a:schemeClr val="dk1"/>
              </a:buClr>
              <a:buSzPts val="2400"/>
              <a:buChar char="•"/>
            </a:pPr>
            <a:r>
              <a:rPr lang="en-US"/>
              <a:t>User information must generally be maintained much longer than session information (for example, remembering a purchase)</a:t>
            </a:r>
            <a:endParaRPr/>
          </a:p>
          <a:p>
            <a:pPr indent="-240030" lvl="2" marL="1143000" rtl="0" algn="l">
              <a:spcBef>
                <a:spcPts val="444"/>
              </a:spcBef>
              <a:spcAft>
                <a:spcPts val="0"/>
              </a:spcAft>
              <a:buClr>
                <a:schemeClr val="dk1"/>
              </a:buClr>
              <a:buSzPts val="2400"/>
              <a:buChar char="•"/>
            </a:pPr>
            <a:r>
              <a:rPr lang="en-US"/>
              <a:t>This information must be stored on the server, for example on a file or in a database</a:t>
            </a:r>
            <a:endParaRPr sz="18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g3be6e5f1d5b_1_2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Summary</a:t>
            </a:r>
            <a:endParaRPr/>
          </a:p>
        </p:txBody>
      </p:sp>
      <p:sp>
        <p:nvSpPr>
          <p:cNvPr id="605" name="Google Shape;605;g3be6e5f1d5b_1_263"/>
          <p:cNvSpPr txBox="1"/>
          <p:nvPr>
            <p:ph idx="1" type="body"/>
          </p:nvPr>
        </p:nvSpPr>
        <p:spPr>
          <a:xfrm>
            <a:off x="685800" y="1371600"/>
            <a:ext cx="7772400" cy="4554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A session is a continuous interaction with the user</a:t>
            </a:r>
            <a:endParaRPr/>
          </a:p>
          <a:p>
            <a:pPr indent="-285750" lvl="1" marL="742950" rtl="0" algn="l">
              <a:spcBef>
                <a:spcPts val="400"/>
              </a:spcBef>
              <a:spcAft>
                <a:spcPts val="0"/>
              </a:spcAft>
              <a:buClr>
                <a:schemeClr val="dk1"/>
              </a:buClr>
              <a:buSzPts val="2000"/>
              <a:buChar char="–"/>
            </a:pPr>
            <a:r>
              <a:rPr lang="en-US" sz="2000"/>
              <a:t>HTTP is stateless, so the programmer must do something to remember session information</a:t>
            </a:r>
            <a:endParaRPr/>
          </a:p>
          <a:p>
            <a:pPr indent="-285750" lvl="1" marL="742950" rtl="0" algn="l">
              <a:spcBef>
                <a:spcPts val="400"/>
              </a:spcBef>
              <a:spcAft>
                <a:spcPts val="0"/>
              </a:spcAft>
              <a:buClr>
                <a:schemeClr val="dk1"/>
              </a:buClr>
              <a:buSzPts val="2000"/>
              <a:buChar char="–"/>
            </a:pPr>
            <a:r>
              <a:rPr lang="en-US" sz="2000"/>
              <a:t>There are multiple ways to remember session information</a:t>
            </a:r>
            <a:endParaRPr/>
          </a:p>
          <a:p>
            <a:pPr indent="-285750" lvl="1" marL="742950" rtl="0" algn="l">
              <a:spcBef>
                <a:spcPts val="400"/>
              </a:spcBef>
              <a:spcAft>
                <a:spcPts val="0"/>
              </a:spcAft>
              <a:buClr>
                <a:schemeClr val="dk1"/>
              </a:buClr>
              <a:buSzPts val="2000"/>
              <a:buChar char="–"/>
            </a:pPr>
            <a:r>
              <a:rPr lang="en-US" sz="2000"/>
              <a:t>The session ends when the user quits the browser (or a session may be set to time out)</a:t>
            </a:r>
            <a:endParaRPr/>
          </a:p>
          <a:p>
            <a:pPr indent="-342900" lvl="0" marL="342900" rtl="0" algn="l">
              <a:spcBef>
                <a:spcPts val="480"/>
              </a:spcBef>
              <a:spcAft>
                <a:spcPts val="0"/>
              </a:spcAft>
              <a:buClr>
                <a:schemeClr val="dk1"/>
              </a:buClr>
              <a:buSzPts val="2400"/>
              <a:buChar char="•"/>
            </a:pPr>
            <a:r>
              <a:rPr lang="en-US" sz="2400"/>
              <a:t>Some information must be kept longer than just within a session</a:t>
            </a:r>
            <a:endParaRPr/>
          </a:p>
          <a:p>
            <a:pPr indent="-285750" lvl="1" marL="742950" rtl="0" algn="l">
              <a:spcBef>
                <a:spcPts val="400"/>
              </a:spcBef>
              <a:spcAft>
                <a:spcPts val="0"/>
              </a:spcAft>
              <a:buClr>
                <a:schemeClr val="dk1"/>
              </a:buClr>
              <a:buSzPts val="2000"/>
              <a:buChar char="–"/>
            </a:pPr>
            <a:r>
              <a:rPr lang="en-US" sz="2000"/>
              <a:t>For example, if the user orders a product, that information must be kept in a database</a:t>
            </a:r>
            <a:endParaRPr/>
          </a:p>
          <a:p>
            <a:pPr indent="-285750" lvl="1" marL="742950" rtl="0" algn="l">
              <a:spcBef>
                <a:spcPts val="400"/>
              </a:spcBef>
              <a:spcAft>
                <a:spcPts val="0"/>
              </a:spcAft>
              <a:buClr>
                <a:schemeClr val="dk1"/>
              </a:buClr>
              <a:buSzPts val="2000"/>
              <a:buChar char="–"/>
            </a:pPr>
            <a:r>
              <a:rPr lang="en-US" sz="2000"/>
              <a:t>Long-term storage of information requires that the servlet have some additional privileges</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g3be6e5f1d5b_1_2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Session tracking</a:t>
            </a:r>
            <a:endParaRPr/>
          </a:p>
        </p:txBody>
      </p:sp>
      <p:sp>
        <p:nvSpPr>
          <p:cNvPr id="611" name="Google Shape;611;g3be6e5f1d5b_1_23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lnSpcReduction="20000"/>
          </a:bodyPr>
          <a:lstStyle/>
          <a:p>
            <a:pPr indent="-358140" lvl="0" marL="342900" rtl="0" algn="l">
              <a:lnSpc>
                <a:spcPct val="90000"/>
              </a:lnSpc>
              <a:spcBef>
                <a:spcPts val="0"/>
              </a:spcBef>
              <a:spcAft>
                <a:spcPts val="0"/>
              </a:spcAft>
              <a:buClr>
                <a:srgbClr val="FF0000"/>
              </a:buClr>
              <a:buSzPts val="3200"/>
              <a:buChar char="•"/>
            </a:pPr>
            <a:r>
              <a:rPr i="1" lang="en-US">
                <a:solidFill>
                  <a:srgbClr val="FF0000"/>
                </a:solidFill>
              </a:rPr>
              <a:t>HTTP is stateless</a:t>
            </a:r>
            <a:r>
              <a:rPr lang="en-US"/>
              <a:t>: When it gets a page request, it has </a:t>
            </a:r>
            <a:r>
              <a:rPr i="1" lang="en-US"/>
              <a:t>no memory</a:t>
            </a:r>
            <a:r>
              <a:rPr lang="en-US"/>
              <a:t> of any previous requests from the same client</a:t>
            </a:r>
            <a:endParaRPr/>
          </a:p>
          <a:p>
            <a:pPr indent="-299085" lvl="1" marL="742950" rtl="0" algn="l">
              <a:lnSpc>
                <a:spcPct val="90000"/>
              </a:lnSpc>
              <a:spcBef>
                <a:spcPts val="518"/>
              </a:spcBef>
              <a:spcAft>
                <a:spcPts val="0"/>
              </a:spcAft>
              <a:buClr>
                <a:schemeClr val="dk1"/>
              </a:buClr>
              <a:buSzPts val="2800"/>
              <a:buChar char="–"/>
            </a:pPr>
            <a:r>
              <a:rPr lang="en-US"/>
              <a:t>This makes it difficult to hold a “conversation”</a:t>
            </a:r>
            <a:endParaRPr/>
          </a:p>
          <a:p>
            <a:pPr indent="-240030" lvl="2" marL="1143000" rtl="0" algn="l">
              <a:lnSpc>
                <a:spcPct val="90000"/>
              </a:lnSpc>
              <a:spcBef>
                <a:spcPts val="444"/>
              </a:spcBef>
              <a:spcAft>
                <a:spcPts val="0"/>
              </a:spcAft>
              <a:buClr>
                <a:schemeClr val="dk1"/>
              </a:buClr>
              <a:buSzPts val="2400"/>
              <a:buChar char="•"/>
            </a:pPr>
            <a:r>
              <a:rPr lang="en-US" sz="2400"/>
              <a:t>Typical example: Putting things one at a time into a shopping cart, then checking out--each page request must somehow be associated with previous requests</a:t>
            </a:r>
            <a:endParaRPr/>
          </a:p>
          <a:p>
            <a:pPr indent="-299085" lvl="1" marL="742950" rtl="0" algn="l">
              <a:lnSpc>
                <a:spcPct val="90000"/>
              </a:lnSpc>
              <a:spcBef>
                <a:spcPts val="518"/>
              </a:spcBef>
              <a:spcAft>
                <a:spcPts val="0"/>
              </a:spcAft>
              <a:buClr>
                <a:schemeClr val="dk1"/>
              </a:buClr>
              <a:buSzPts val="2800"/>
              <a:buChar char="–"/>
            </a:pPr>
            <a:r>
              <a:rPr lang="en-US"/>
              <a:t>The server must be able to keep track of multiple conversations with multiple users</a:t>
            </a:r>
            <a:endParaRPr/>
          </a:p>
          <a:p>
            <a:pPr indent="-358140" lvl="0" marL="342900" rtl="0" algn="l">
              <a:lnSpc>
                <a:spcPct val="90000"/>
              </a:lnSpc>
              <a:spcBef>
                <a:spcPts val="592"/>
              </a:spcBef>
              <a:spcAft>
                <a:spcPts val="0"/>
              </a:spcAft>
              <a:buClr>
                <a:srgbClr val="FF0000"/>
              </a:buClr>
              <a:buSzPts val="3200"/>
              <a:buChar char="•"/>
            </a:pPr>
            <a:r>
              <a:rPr i="1" lang="en-US">
                <a:solidFill>
                  <a:srgbClr val="FF0000"/>
                </a:solidFill>
              </a:rPr>
              <a:t>Session tracking </a:t>
            </a:r>
            <a:r>
              <a:rPr lang="en-US"/>
              <a:t>is keeping track of what has gone before in this particular conversation</a:t>
            </a:r>
            <a:endParaRPr/>
          </a:p>
          <a:p>
            <a:pPr indent="-299085" lvl="1" marL="742950" rtl="0" algn="l">
              <a:lnSpc>
                <a:spcPct val="90000"/>
              </a:lnSpc>
              <a:spcBef>
                <a:spcPts val="518"/>
              </a:spcBef>
              <a:spcAft>
                <a:spcPts val="0"/>
              </a:spcAft>
              <a:buClr>
                <a:schemeClr val="dk1"/>
              </a:buClr>
              <a:buSzPts val="2800"/>
              <a:buChar char="–"/>
            </a:pPr>
            <a:r>
              <a:rPr lang="en-US"/>
              <a:t>Since HTTP is stateless, it does not do this for you</a:t>
            </a:r>
            <a:endParaRPr/>
          </a:p>
          <a:p>
            <a:pPr indent="-299085" lvl="1" marL="742950" rtl="0" algn="l">
              <a:lnSpc>
                <a:spcPct val="90000"/>
              </a:lnSpc>
              <a:spcBef>
                <a:spcPts val="518"/>
              </a:spcBef>
              <a:spcAft>
                <a:spcPts val="0"/>
              </a:spcAft>
              <a:buClr>
                <a:schemeClr val="dk1"/>
              </a:buClr>
              <a:buSzPts val="2800"/>
              <a:buChar char="–"/>
            </a:pPr>
            <a:r>
              <a:rPr lang="en-US"/>
              <a:t>You have to do it yourself, in your servlets</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g3be6e5f1d5b_1_2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Session tracking solutions</a:t>
            </a:r>
            <a:endParaRPr/>
          </a:p>
        </p:txBody>
      </p:sp>
      <p:sp>
        <p:nvSpPr>
          <p:cNvPr id="617" name="Google Shape;617;g3be6e5f1d5b_1_24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431800" lvl="0" marL="342900" rtl="0" algn="l">
              <a:spcBef>
                <a:spcPts val="640"/>
              </a:spcBef>
              <a:spcAft>
                <a:spcPts val="0"/>
              </a:spcAft>
              <a:buClr>
                <a:schemeClr val="dk2"/>
              </a:buClr>
              <a:buSzPts val="3200"/>
              <a:buChar char="•"/>
            </a:pPr>
            <a:r>
              <a:rPr b="1" lang="en-US"/>
              <a:t>Java’s </a:t>
            </a:r>
            <a:r>
              <a:rPr b="1" lang="en-US">
                <a:solidFill>
                  <a:schemeClr val="dk2"/>
                </a:solidFill>
              </a:rPr>
              <a:t>Session Tracking API</a:t>
            </a:r>
            <a:r>
              <a:rPr b="1" lang="en-US"/>
              <a:t> </a:t>
            </a:r>
            <a:r>
              <a:rPr lang="en-US"/>
              <a:t>can be used to do most of the work for you</a:t>
            </a:r>
            <a:endParaRPr b="1">
              <a:solidFill>
                <a:schemeClr val="dk2"/>
              </a:solidFill>
            </a:endParaRPr>
          </a:p>
          <a:p>
            <a:pPr indent="-342900" lvl="0" marL="342900" rtl="0" algn="l">
              <a:spcBef>
                <a:spcPts val="0"/>
              </a:spcBef>
              <a:spcAft>
                <a:spcPts val="0"/>
              </a:spcAft>
              <a:buClr>
                <a:schemeClr val="dk2"/>
              </a:buClr>
              <a:buSzPts val="3200"/>
              <a:buChar char="•"/>
            </a:pPr>
            <a:r>
              <a:rPr b="1" lang="en-US">
                <a:solidFill>
                  <a:schemeClr val="dk2"/>
                </a:solidFill>
              </a:rPr>
              <a:t>Cookies</a:t>
            </a:r>
            <a:r>
              <a:rPr lang="en-US"/>
              <a:t> are small files that the servlet can store on the client computer, and retrieve later</a:t>
            </a:r>
            <a:endParaRPr/>
          </a:p>
          <a:p>
            <a:pPr indent="0" lvl="0" marL="342900" rtl="0" algn="l">
              <a:spcBef>
                <a:spcPts val="640"/>
              </a:spcBef>
              <a:spcAft>
                <a:spcPts val="0"/>
              </a:spcAft>
              <a:buNone/>
            </a:pPr>
            <a:r>
              <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3be6e5f1d5b_1_253"/>
          <p:cNvSpPr txBox="1"/>
          <p:nvPr>
            <p:ph type="title"/>
          </p:nvPr>
        </p:nvSpPr>
        <p:spPr>
          <a:xfrm>
            <a:off x="1219200" y="71450"/>
            <a:ext cx="7772400" cy="9954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The Session Tracking API</a:t>
            </a:r>
            <a:endParaRPr/>
          </a:p>
          <a:p>
            <a:pPr indent="0" lvl="0" marL="0" rtl="0" algn="ctr">
              <a:spcBef>
                <a:spcPts val="0"/>
              </a:spcBef>
              <a:spcAft>
                <a:spcPts val="0"/>
              </a:spcAft>
              <a:buClr>
                <a:schemeClr val="dk1"/>
              </a:buClr>
              <a:buSzPct val="100000"/>
              <a:buFont typeface="Calibri"/>
              <a:buNone/>
            </a:pPr>
            <a:r>
              <a:t/>
            </a:r>
            <a:endParaRPr>
              <a:latin typeface="Trebuchet MS"/>
              <a:ea typeface="Trebuchet MS"/>
              <a:cs typeface="Trebuchet MS"/>
              <a:sym typeface="Trebuchet MS"/>
            </a:endParaRPr>
          </a:p>
        </p:txBody>
      </p:sp>
      <p:sp>
        <p:nvSpPr>
          <p:cNvPr id="623" name="Google Shape;623;g3be6e5f1d5b_1_25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54330" lvl="0" marL="342900" marR="0" rtl="0" algn="l">
              <a:lnSpc>
                <a:spcPct val="90000"/>
              </a:lnSpc>
              <a:spcBef>
                <a:spcPts val="0"/>
              </a:spcBef>
              <a:spcAft>
                <a:spcPts val="0"/>
              </a:spcAft>
              <a:buSzPts val="2400"/>
              <a:buChar char="•"/>
            </a:pPr>
            <a:r>
              <a:rPr lang="en-US" sz="2400"/>
              <a:t>Sessions are represented by an </a:t>
            </a:r>
            <a:r>
              <a:rPr lang="en-US" sz="2400">
                <a:uFill>
                  <a:noFill/>
                </a:uFill>
                <a:hlinkClick r:id="rId3"/>
              </a:rPr>
              <a:t>HttpSession</a:t>
            </a:r>
            <a:r>
              <a:rPr lang="en-US" sz="2400"/>
              <a:t> object.</a:t>
            </a:r>
            <a:endParaRPr sz="2400"/>
          </a:p>
          <a:p>
            <a:pPr indent="-354330" lvl="0" marL="342900" rtl="0" algn="l">
              <a:lnSpc>
                <a:spcPct val="90000"/>
              </a:lnSpc>
              <a:spcBef>
                <a:spcPts val="0"/>
              </a:spcBef>
              <a:spcAft>
                <a:spcPts val="0"/>
              </a:spcAft>
              <a:buSzPts val="2400"/>
              <a:buChar char="•"/>
            </a:pPr>
            <a:r>
              <a:rPr lang="en-US" sz="2400"/>
              <a:t>The session tracking API is in </a:t>
            </a:r>
            <a:r>
              <a:rPr lang="en-US" sz="2400">
                <a:solidFill>
                  <a:schemeClr val="accent2"/>
                </a:solidFill>
                <a:latin typeface="Trebuchet MS"/>
                <a:ea typeface="Trebuchet MS"/>
                <a:cs typeface="Trebuchet MS"/>
                <a:sym typeface="Trebuchet MS"/>
              </a:rPr>
              <a:t>javax.servlet.http.HttpSession</a:t>
            </a:r>
            <a:r>
              <a:rPr lang="en-US" sz="2400"/>
              <a:t> and is built on top of cookies</a:t>
            </a:r>
            <a:endParaRPr sz="2400"/>
          </a:p>
          <a:p>
            <a:pPr indent="-354330" lvl="0" marL="342900" marR="0" rtl="0" algn="l">
              <a:lnSpc>
                <a:spcPct val="90000"/>
              </a:lnSpc>
              <a:spcBef>
                <a:spcPts val="0"/>
              </a:spcBef>
              <a:spcAft>
                <a:spcPts val="0"/>
              </a:spcAft>
              <a:buSzPts val="2400"/>
              <a:buChar char="•"/>
            </a:pPr>
            <a:r>
              <a:rPr lang="en-US" sz="2400"/>
              <a:t>In a Servlet, an HttpSession object is created by calling the </a:t>
            </a:r>
            <a:r>
              <a:rPr b="1" lang="en-US" sz="2400"/>
              <a:t>getSession() </a:t>
            </a:r>
            <a:r>
              <a:rPr lang="en-US" sz="2400"/>
              <a:t>method on the </a:t>
            </a:r>
            <a:r>
              <a:rPr b="1" lang="en-US" sz="2400"/>
              <a:t>HttpServletRequest</a:t>
            </a:r>
            <a:r>
              <a:rPr lang="en-US" sz="2400"/>
              <a:t> object (named request). The HttpServletRequest object represents the client’s HTTP request. </a:t>
            </a:r>
            <a:endParaRPr sz="2400"/>
          </a:p>
          <a:p>
            <a:pPr indent="-354330" lvl="0" marL="342900" marR="0" rtl="0" algn="l">
              <a:lnSpc>
                <a:spcPct val="90000"/>
              </a:lnSpc>
              <a:spcBef>
                <a:spcPts val="0"/>
              </a:spcBef>
              <a:spcAft>
                <a:spcPts val="0"/>
              </a:spcAft>
              <a:buSzPts val="2400"/>
              <a:buChar char="•"/>
            </a:pPr>
            <a:r>
              <a:rPr lang="en-US" sz="2400"/>
              <a:t>When request.getSession() is called, it returns the existing session if one already exists for that client, or it creates a new session if none exists.</a:t>
            </a:r>
            <a:endParaRPr sz="24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g3be6e5f1d5b_1_25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The Session Tracking API</a:t>
            </a:r>
            <a:endParaRPr/>
          </a:p>
        </p:txBody>
      </p:sp>
      <p:sp>
        <p:nvSpPr>
          <p:cNvPr id="629" name="Google Shape;629;g3be6e5f1d5b_1_258"/>
          <p:cNvSpPr txBox="1"/>
          <p:nvPr>
            <p:ph idx="1" type="body"/>
          </p:nvPr>
        </p:nvSpPr>
        <p:spPr>
          <a:xfrm>
            <a:off x="685800" y="1509713"/>
            <a:ext cx="7924800" cy="4815000"/>
          </a:xfrm>
          <a:prstGeom prst="rect">
            <a:avLst/>
          </a:prstGeom>
          <a:noFill/>
          <a:ln>
            <a:noFill/>
          </a:ln>
        </p:spPr>
        <p:txBody>
          <a:bodyPr anchorCtr="0" anchor="t" bIns="45700" lIns="91425" spcFirstLastPara="1" rIns="91425" wrap="square" tIns="45700">
            <a:normAutofit/>
          </a:bodyPr>
          <a:lstStyle/>
          <a:p>
            <a:pPr indent="-354330" lvl="0" marL="342900" rtl="0" algn="l">
              <a:lnSpc>
                <a:spcPct val="90000"/>
              </a:lnSpc>
              <a:spcBef>
                <a:spcPts val="592"/>
              </a:spcBef>
              <a:spcAft>
                <a:spcPts val="0"/>
              </a:spcAft>
              <a:buClr>
                <a:schemeClr val="dk1"/>
              </a:buClr>
              <a:buSzPts val="2400"/>
              <a:buChar char="•"/>
            </a:pPr>
            <a:r>
              <a:rPr lang="en-US" sz="2400"/>
              <a:t>To use the session tracking API</a:t>
            </a:r>
            <a:r>
              <a:rPr lang="en-US"/>
              <a:t>:</a:t>
            </a:r>
            <a:endParaRPr/>
          </a:p>
          <a:p>
            <a:pPr indent="-299085" lvl="1" marL="742950" rtl="0" algn="l">
              <a:lnSpc>
                <a:spcPct val="90000"/>
              </a:lnSpc>
              <a:spcBef>
                <a:spcPts val="518"/>
              </a:spcBef>
              <a:spcAft>
                <a:spcPts val="0"/>
              </a:spcAft>
              <a:buClr>
                <a:schemeClr val="dk1"/>
              </a:buClr>
              <a:buSzPts val="2800"/>
              <a:buChar char="–"/>
            </a:pPr>
            <a:r>
              <a:rPr lang="en-US"/>
              <a:t>Create a session:</a:t>
            </a:r>
            <a:endParaRPr/>
          </a:p>
          <a:p>
            <a:pPr indent="-240030" lvl="2" marL="1143000" rtl="0" algn="l">
              <a:lnSpc>
                <a:spcPct val="90000"/>
              </a:lnSpc>
              <a:spcBef>
                <a:spcPts val="444"/>
              </a:spcBef>
              <a:spcAft>
                <a:spcPts val="0"/>
              </a:spcAft>
              <a:buClr>
                <a:schemeClr val="accent2"/>
              </a:buClr>
              <a:buSzPts val="2400"/>
              <a:buChar char="•"/>
            </a:pPr>
            <a:r>
              <a:rPr lang="en-US">
                <a:solidFill>
                  <a:schemeClr val="accent2"/>
                </a:solidFill>
                <a:latin typeface="Trebuchet MS"/>
                <a:ea typeface="Trebuchet MS"/>
                <a:cs typeface="Trebuchet MS"/>
                <a:sym typeface="Trebuchet MS"/>
              </a:rPr>
              <a:t>HttpSession session = </a:t>
            </a:r>
            <a:r>
              <a:rPr b="1" i="1" lang="en-US">
                <a:solidFill>
                  <a:schemeClr val="hlink"/>
                </a:solidFill>
              </a:rPr>
              <a:t>request</a:t>
            </a:r>
            <a:r>
              <a:rPr lang="en-US">
                <a:solidFill>
                  <a:schemeClr val="accent2"/>
                </a:solidFill>
                <a:latin typeface="Trebuchet MS"/>
                <a:ea typeface="Trebuchet MS"/>
                <a:cs typeface="Trebuchet MS"/>
                <a:sym typeface="Trebuchet MS"/>
              </a:rPr>
              <a:t>.getSession();</a:t>
            </a:r>
            <a:endParaRPr/>
          </a:p>
          <a:p>
            <a:pPr indent="-238125" lvl="3" marL="1600200" rtl="0" algn="l">
              <a:lnSpc>
                <a:spcPct val="90000"/>
              </a:lnSpc>
              <a:spcBef>
                <a:spcPts val="370"/>
              </a:spcBef>
              <a:spcAft>
                <a:spcPts val="0"/>
              </a:spcAft>
              <a:buClr>
                <a:schemeClr val="dk1"/>
              </a:buClr>
              <a:buSzPts val="2000"/>
              <a:buChar char="–"/>
            </a:pPr>
            <a:r>
              <a:rPr lang="en-US"/>
              <a:t>Returns the session associated with this request</a:t>
            </a:r>
            <a:endParaRPr/>
          </a:p>
          <a:p>
            <a:pPr indent="-238125" lvl="3" marL="1600200" rtl="0" algn="l">
              <a:lnSpc>
                <a:spcPct val="90000"/>
              </a:lnSpc>
              <a:spcBef>
                <a:spcPts val="370"/>
              </a:spcBef>
              <a:spcAft>
                <a:spcPts val="0"/>
              </a:spcAft>
              <a:buClr>
                <a:schemeClr val="dk1"/>
              </a:buClr>
              <a:buSzPts val="2000"/>
              <a:buChar char="–"/>
            </a:pPr>
            <a:r>
              <a:rPr lang="en-US"/>
              <a:t>If there was no associated session, one is created</a:t>
            </a:r>
            <a:endParaRPr/>
          </a:p>
          <a:p>
            <a:pPr indent="-299085" lvl="1" marL="742950" rtl="0" algn="l">
              <a:lnSpc>
                <a:spcPct val="90000"/>
              </a:lnSpc>
              <a:spcBef>
                <a:spcPts val="518"/>
              </a:spcBef>
              <a:spcAft>
                <a:spcPts val="0"/>
              </a:spcAft>
              <a:buClr>
                <a:schemeClr val="dk1"/>
              </a:buClr>
              <a:buSzPts val="2800"/>
              <a:buChar char="–"/>
            </a:pPr>
            <a:r>
              <a:rPr lang="en-US"/>
              <a:t>Store information in the session and retrieve it as needed:</a:t>
            </a:r>
            <a:endParaRPr/>
          </a:p>
          <a:p>
            <a:pPr indent="-240030" lvl="2" marL="1143000" rtl="0" algn="l">
              <a:lnSpc>
                <a:spcPct val="90000"/>
              </a:lnSpc>
              <a:spcBef>
                <a:spcPts val="444"/>
              </a:spcBef>
              <a:spcAft>
                <a:spcPts val="0"/>
              </a:spcAft>
              <a:buClr>
                <a:schemeClr val="accent2"/>
              </a:buClr>
              <a:buSzPts val="2400"/>
              <a:buChar char="•"/>
            </a:pPr>
            <a:r>
              <a:rPr lang="en-US">
                <a:solidFill>
                  <a:schemeClr val="accent2"/>
                </a:solidFill>
                <a:latin typeface="Trebuchet MS"/>
                <a:ea typeface="Trebuchet MS"/>
                <a:cs typeface="Trebuchet MS"/>
                <a:sym typeface="Trebuchet MS"/>
              </a:rPr>
              <a:t>session.setAttribute(</a:t>
            </a:r>
            <a:r>
              <a:rPr b="1" i="1" lang="en-US">
                <a:solidFill>
                  <a:schemeClr val="hlink"/>
                </a:solidFill>
              </a:rPr>
              <a:t>name</a:t>
            </a:r>
            <a:r>
              <a:rPr lang="en-US">
                <a:solidFill>
                  <a:schemeClr val="accent2"/>
                </a:solidFill>
                <a:latin typeface="Trebuchet MS"/>
                <a:ea typeface="Trebuchet MS"/>
                <a:cs typeface="Trebuchet MS"/>
                <a:sym typeface="Trebuchet MS"/>
              </a:rPr>
              <a:t>, </a:t>
            </a:r>
            <a:r>
              <a:rPr b="1" i="1" lang="en-US">
                <a:solidFill>
                  <a:schemeClr val="hlink"/>
                </a:solidFill>
              </a:rPr>
              <a:t>value</a:t>
            </a:r>
            <a:r>
              <a:rPr lang="en-US">
                <a:solidFill>
                  <a:schemeClr val="accent2"/>
                </a:solidFill>
                <a:latin typeface="Trebuchet MS"/>
                <a:ea typeface="Trebuchet MS"/>
                <a:cs typeface="Trebuchet MS"/>
                <a:sym typeface="Trebuchet MS"/>
              </a:rPr>
              <a:t>);</a:t>
            </a:r>
            <a:endParaRPr/>
          </a:p>
          <a:p>
            <a:pPr indent="-240030" lvl="2" marL="1143000" rtl="0" algn="l">
              <a:lnSpc>
                <a:spcPct val="90000"/>
              </a:lnSpc>
              <a:spcBef>
                <a:spcPts val="444"/>
              </a:spcBef>
              <a:spcAft>
                <a:spcPts val="0"/>
              </a:spcAft>
              <a:buClr>
                <a:schemeClr val="accent2"/>
              </a:buClr>
              <a:buSzPts val="2400"/>
              <a:buChar char="•"/>
            </a:pPr>
            <a:r>
              <a:rPr lang="en-US">
                <a:solidFill>
                  <a:schemeClr val="accent2"/>
                </a:solidFill>
                <a:latin typeface="Trebuchet MS"/>
                <a:ea typeface="Trebuchet MS"/>
                <a:cs typeface="Trebuchet MS"/>
                <a:sym typeface="Trebuchet MS"/>
              </a:rPr>
              <a:t>Object </a:t>
            </a:r>
            <a:r>
              <a:rPr b="1" i="1" lang="en-US">
                <a:solidFill>
                  <a:schemeClr val="hlink"/>
                </a:solidFill>
              </a:rPr>
              <a:t>obj</a:t>
            </a:r>
            <a:r>
              <a:rPr lang="en-US">
                <a:solidFill>
                  <a:schemeClr val="accent2"/>
                </a:solidFill>
                <a:latin typeface="Trebuchet MS"/>
                <a:ea typeface="Trebuchet MS"/>
                <a:cs typeface="Trebuchet MS"/>
                <a:sym typeface="Trebuchet MS"/>
              </a:rPr>
              <a:t> = session.getAttribute(</a:t>
            </a:r>
            <a:r>
              <a:rPr b="1" i="1" lang="en-US">
                <a:solidFill>
                  <a:schemeClr val="hlink"/>
                </a:solidFill>
              </a:rPr>
              <a:t>name</a:t>
            </a:r>
            <a:r>
              <a:rPr lang="en-US">
                <a:solidFill>
                  <a:schemeClr val="accent2"/>
                </a:solidFill>
                <a:latin typeface="Trebuchet MS"/>
                <a:ea typeface="Trebuchet MS"/>
                <a:cs typeface="Trebuchet MS"/>
                <a:sym typeface="Trebuchet MS"/>
              </a:rPr>
              <a:t>);</a:t>
            </a:r>
            <a:endParaRPr>
              <a:solidFill>
                <a:srgbClr val="FFFF7F"/>
              </a:solidFill>
              <a:latin typeface="Trebuchet MS"/>
              <a:ea typeface="Trebuchet MS"/>
              <a:cs typeface="Trebuchet MS"/>
              <a:sym typeface="Trebuchet MS"/>
            </a:endParaRPr>
          </a:p>
          <a:p>
            <a:pPr indent="-354330" lvl="0" marL="342900" rtl="0" algn="l">
              <a:lnSpc>
                <a:spcPct val="90000"/>
              </a:lnSpc>
              <a:spcBef>
                <a:spcPts val="444"/>
              </a:spcBef>
              <a:spcAft>
                <a:spcPts val="0"/>
              </a:spcAft>
              <a:buClr>
                <a:schemeClr val="dk1"/>
              </a:buClr>
              <a:buSzPts val="2400"/>
              <a:buChar char="•"/>
            </a:pPr>
            <a:r>
              <a:rPr lang="en-US" sz="2400"/>
              <a:t>Session information is automatically maintained across requests</a:t>
            </a:r>
            <a:endParaRPr>
              <a:solidFill>
                <a:srgbClr val="FFFF7F"/>
              </a:solidFill>
              <a:latin typeface="Trebuchet MS"/>
              <a:ea typeface="Trebuchet MS"/>
              <a:cs typeface="Trebuchet MS"/>
              <a:sym typeface="Trebuchet MS"/>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g3be6e5f1d5b_1_273"/>
          <p:cNvSpPr txBox="1"/>
          <p:nvPr>
            <p:ph type="title"/>
          </p:nvPr>
        </p:nvSpPr>
        <p:spPr>
          <a:xfrm>
            <a:off x="457200" y="274638"/>
            <a:ext cx="8229600" cy="6399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a:t>HttpSession Examples</a:t>
            </a:r>
            <a:endParaRPr/>
          </a:p>
        </p:txBody>
      </p:sp>
      <p:sp>
        <p:nvSpPr>
          <p:cNvPr id="635" name="Google Shape;635;g3be6e5f1d5b_1_273"/>
          <p:cNvSpPr txBox="1"/>
          <p:nvPr>
            <p:ph idx="1" type="body"/>
          </p:nvPr>
        </p:nvSpPr>
        <p:spPr>
          <a:xfrm>
            <a:off x="457200" y="990600"/>
            <a:ext cx="4044600" cy="5867400"/>
          </a:xfrm>
          <a:prstGeom prst="rect">
            <a:avLst/>
          </a:prstGeom>
          <a:noFill/>
          <a:ln>
            <a:noFill/>
          </a:ln>
        </p:spPr>
        <p:txBody>
          <a:bodyPr anchorCtr="0" anchor="t" bIns="45700" lIns="91425" spcFirstLastPara="1" rIns="91425" wrap="square" tIns="45700">
            <a:normAutofit fontScale="55000" lnSpcReduction="10000"/>
          </a:bodyPr>
          <a:lstStyle/>
          <a:p>
            <a:pPr indent="-358140" lvl="0" marL="342900" rtl="0" algn="l">
              <a:spcBef>
                <a:spcPts val="0"/>
              </a:spcBef>
              <a:spcAft>
                <a:spcPts val="0"/>
              </a:spcAft>
              <a:buClr>
                <a:schemeClr val="dk1"/>
              </a:buClr>
              <a:buSzPct val="100000"/>
              <a:buChar char="•"/>
            </a:pPr>
            <a:r>
              <a:rPr lang="en-US"/>
              <a:t>import java.util.*;</a:t>
            </a:r>
            <a:endParaRPr/>
          </a:p>
          <a:p>
            <a:pPr indent="-358140" lvl="0" marL="342900" rtl="0" algn="l">
              <a:spcBef>
                <a:spcPts val="304"/>
              </a:spcBef>
              <a:spcAft>
                <a:spcPts val="0"/>
              </a:spcAft>
              <a:buClr>
                <a:schemeClr val="dk1"/>
              </a:buClr>
              <a:buSzPct val="100000"/>
              <a:buChar char="•"/>
            </a:pPr>
            <a:r>
              <a:rPr lang="en-US"/>
              <a:t>import java.io.*;</a:t>
            </a:r>
            <a:endParaRPr/>
          </a:p>
          <a:p>
            <a:pPr indent="-358140" lvl="0" marL="342900" rtl="0" algn="l">
              <a:spcBef>
                <a:spcPts val="304"/>
              </a:spcBef>
              <a:spcAft>
                <a:spcPts val="0"/>
              </a:spcAft>
              <a:buClr>
                <a:schemeClr val="dk1"/>
              </a:buClr>
              <a:buSzPct val="100000"/>
              <a:buChar char="•"/>
            </a:pPr>
            <a:r>
              <a:rPr lang="en-US"/>
              <a:t>import javax.servlet.*;</a:t>
            </a:r>
            <a:endParaRPr/>
          </a:p>
          <a:p>
            <a:pPr indent="-358140" lvl="0" marL="342900" rtl="0" algn="l">
              <a:spcBef>
                <a:spcPts val="304"/>
              </a:spcBef>
              <a:spcAft>
                <a:spcPts val="0"/>
              </a:spcAft>
              <a:buClr>
                <a:schemeClr val="dk1"/>
              </a:buClr>
              <a:buSzPct val="100000"/>
              <a:buChar char="•"/>
            </a:pPr>
            <a:r>
              <a:rPr lang="en-US"/>
              <a:t>import javax.servlet.http.*;</a:t>
            </a:r>
            <a:endParaRPr/>
          </a:p>
          <a:p>
            <a:pPr indent="-358140" lvl="0" marL="342900" rtl="0" algn="l">
              <a:spcBef>
                <a:spcPts val="304"/>
              </a:spcBef>
              <a:spcAft>
                <a:spcPts val="0"/>
              </a:spcAft>
              <a:buClr>
                <a:schemeClr val="dk1"/>
              </a:buClr>
              <a:buSzPct val="100000"/>
              <a:buChar char="•"/>
            </a:pPr>
            <a:r>
              <a:rPr lang="en-US"/>
              <a:t>public class DateServlet extends HttpServlet</a:t>
            </a:r>
            <a:endParaRPr/>
          </a:p>
          <a:p>
            <a:pPr indent="-358140" lvl="0" marL="342900" rtl="0" algn="l">
              <a:spcBef>
                <a:spcPts val="304"/>
              </a:spcBef>
              <a:spcAft>
                <a:spcPts val="0"/>
              </a:spcAft>
              <a:buClr>
                <a:schemeClr val="dk1"/>
              </a:buClr>
              <a:buSzPct val="100000"/>
              <a:buChar char="•"/>
            </a:pPr>
            <a:r>
              <a:rPr lang="en-US"/>
              <a:t>{</a:t>
            </a:r>
            <a:endParaRPr/>
          </a:p>
          <a:p>
            <a:pPr indent="-358140" lvl="0" marL="342900" rtl="0" algn="l">
              <a:spcBef>
                <a:spcPts val="304"/>
              </a:spcBef>
              <a:spcAft>
                <a:spcPts val="0"/>
              </a:spcAft>
              <a:buClr>
                <a:schemeClr val="dk1"/>
              </a:buClr>
              <a:buSzPct val="100000"/>
              <a:buChar char="•"/>
            </a:pPr>
            <a:r>
              <a:rPr lang="en-US"/>
              <a:t>public void doGet(HttpServletRequest request,HttpServletResponse response)throws ServletException,IOException</a:t>
            </a:r>
            <a:endParaRPr/>
          </a:p>
          <a:p>
            <a:pPr indent="-358140" lvl="0" marL="342900" rtl="0" algn="l">
              <a:spcBef>
                <a:spcPts val="304"/>
              </a:spcBef>
              <a:spcAft>
                <a:spcPts val="0"/>
              </a:spcAft>
              <a:buClr>
                <a:schemeClr val="dk1"/>
              </a:buClr>
              <a:buSzPct val="100000"/>
              <a:buChar char="•"/>
            </a:pPr>
            <a:r>
              <a:rPr lang="en-US"/>
              <a:t>{</a:t>
            </a:r>
            <a:endParaRPr/>
          </a:p>
          <a:p>
            <a:pPr indent="-358140" lvl="0" marL="342900" rtl="0" algn="l">
              <a:spcBef>
                <a:spcPts val="304"/>
              </a:spcBef>
              <a:spcAft>
                <a:spcPts val="0"/>
              </a:spcAft>
              <a:buClr>
                <a:schemeClr val="dk1"/>
              </a:buClr>
              <a:buSzPct val="100000"/>
              <a:buChar char="•"/>
            </a:pPr>
            <a:r>
              <a:rPr lang="en-US"/>
              <a:t>HttpSession hs=request.getSession(true);</a:t>
            </a:r>
            <a:endParaRPr/>
          </a:p>
          <a:p>
            <a:pPr indent="-358140" lvl="0" marL="342900" rtl="0" algn="l">
              <a:spcBef>
                <a:spcPts val="304"/>
              </a:spcBef>
              <a:spcAft>
                <a:spcPts val="0"/>
              </a:spcAft>
              <a:buClr>
                <a:schemeClr val="dk1"/>
              </a:buClr>
              <a:buSzPct val="100000"/>
              <a:buChar char="•"/>
            </a:pPr>
            <a:r>
              <a:rPr lang="en-US"/>
              <a:t>response.setContentType("text/html");</a:t>
            </a:r>
            <a:endParaRPr/>
          </a:p>
          <a:p>
            <a:pPr indent="-358140" lvl="0" marL="342900" rtl="0" algn="l">
              <a:spcBef>
                <a:spcPts val="304"/>
              </a:spcBef>
              <a:spcAft>
                <a:spcPts val="0"/>
              </a:spcAft>
              <a:buClr>
                <a:schemeClr val="dk1"/>
              </a:buClr>
              <a:buSzPct val="100000"/>
              <a:buChar char="•"/>
            </a:pPr>
            <a:r>
              <a:rPr lang="en-US"/>
              <a:t>PrintWriter pw=response.getWriter();</a:t>
            </a:r>
            <a:endParaRPr/>
          </a:p>
          <a:p>
            <a:pPr indent="-358140" lvl="0" marL="342900" rtl="0" algn="l">
              <a:spcBef>
                <a:spcPts val="304"/>
              </a:spcBef>
              <a:spcAft>
                <a:spcPts val="0"/>
              </a:spcAft>
              <a:buClr>
                <a:schemeClr val="dk1"/>
              </a:buClr>
              <a:buSzPct val="100000"/>
              <a:buChar char="•"/>
            </a:pPr>
            <a:r>
              <a:rPr lang="en-US"/>
              <a:t>pw.println(“&lt;HTML&gt;&lt;HEAD&gt;&lt;TITLE&gt;Session example&lt;/TITLE&gt;&lt;/HEAD&gt;”);</a:t>
            </a:r>
            <a:endParaRPr/>
          </a:p>
          <a:p>
            <a:pPr indent="-358140" lvl="0" marL="342900" rtl="0" algn="l">
              <a:spcBef>
                <a:spcPts val="304"/>
              </a:spcBef>
              <a:spcAft>
                <a:spcPts val="0"/>
              </a:spcAft>
              <a:buClr>
                <a:schemeClr val="dk1"/>
              </a:buClr>
              <a:buSzPct val="100000"/>
              <a:buChar char="•"/>
            </a:pPr>
            <a:r>
              <a:rPr lang="en-US"/>
              <a:t>pw.println("&lt;BODY&gt;&lt;b&gt;");</a:t>
            </a:r>
            <a:endParaRPr/>
          </a:p>
          <a:p>
            <a:pPr indent="-246380" lvl="0" marL="342900" rtl="0" algn="l">
              <a:spcBef>
                <a:spcPts val="304"/>
              </a:spcBef>
              <a:spcAft>
                <a:spcPts val="0"/>
              </a:spcAft>
              <a:buClr>
                <a:schemeClr val="dk1"/>
              </a:buClr>
              <a:buSzPct val="100000"/>
              <a:buNone/>
            </a:pPr>
            <a:r>
              <a:t/>
            </a:r>
            <a:endParaRPr/>
          </a:p>
        </p:txBody>
      </p:sp>
      <p:sp>
        <p:nvSpPr>
          <p:cNvPr id="636" name="Google Shape;636;g3be6e5f1d5b_1_273"/>
          <p:cNvSpPr txBox="1"/>
          <p:nvPr>
            <p:ph idx="1" type="body"/>
          </p:nvPr>
        </p:nvSpPr>
        <p:spPr>
          <a:xfrm>
            <a:off x="4812475" y="1143000"/>
            <a:ext cx="4044600" cy="5867400"/>
          </a:xfrm>
          <a:prstGeom prst="rect">
            <a:avLst/>
          </a:prstGeom>
          <a:noFill/>
          <a:ln>
            <a:noFill/>
          </a:ln>
        </p:spPr>
        <p:txBody>
          <a:bodyPr anchorCtr="0" anchor="t" bIns="45700" lIns="91425" spcFirstLastPara="1" rIns="91425" wrap="square" tIns="45700">
            <a:normAutofit fontScale="70000" lnSpcReduction="20000"/>
          </a:bodyPr>
          <a:lstStyle/>
          <a:p>
            <a:pPr indent="-370840" lvl="0" marL="342900" rtl="0" algn="l">
              <a:spcBef>
                <a:spcPts val="304"/>
              </a:spcBef>
              <a:spcAft>
                <a:spcPts val="0"/>
              </a:spcAft>
              <a:buSzPct val="100000"/>
              <a:buChar char="•"/>
            </a:pPr>
            <a:r>
              <a:rPr lang="en-US"/>
              <a:t>Date date=(Date)hs.getValue("date");</a:t>
            </a:r>
            <a:endParaRPr/>
          </a:p>
          <a:p>
            <a:pPr indent="-370840" lvl="0" marL="342900" rtl="0" algn="l">
              <a:spcBef>
                <a:spcPts val="304"/>
              </a:spcBef>
              <a:spcAft>
                <a:spcPts val="0"/>
              </a:spcAft>
              <a:buSzPct val="100000"/>
              <a:buChar char="•"/>
            </a:pPr>
            <a:r>
              <a:rPr lang="en-US"/>
              <a:t>if(date!=null)</a:t>
            </a:r>
            <a:endParaRPr/>
          </a:p>
          <a:p>
            <a:pPr indent="-370840" lvl="0" marL="342900" rtl="0" algn="l">
              <a:spcBef>
                <a:spcPts val="304"/>
              </a:spcBef>
              <a:spcAft>
                <a:spcPts val="0"/>
              </a:spcAft>
              <a:buSzPct val="100000"/>
              <a:buChar char="•"/>
            </a:pPr>
            <a:r>
              <a:rPr lang="en-US"/>
              <a:t>{</a:t>
            </a:r>
            <a:endParaRPr/>
          </a:p>
          <a:p>
            <a:pPr indent="-370840" lvl="0" marL="342900" rtl="0" algn="l">
              <a:spcBef>
                <a:spcPts val="304"/>
              </a:spcBef>
              <a:spcAft>
                <a:spcPts val="0"/>
              </a:spcAft>
              <a:buSzPct val="100000"/>
              <a:buChar char="•"/>
            </a:pPr>
            <a:r>
              <a:rPr lang="en-US"/>
              <a:t>pw.println("Last access:" +date+"&lt;br&gt;");</a:t>
            </a:r>
            <a:endParaRPr/>
          </a:p>
          <a:p>
            <a:pPr indent="-370840" lvl="0" marL="342900" rtl="0" algn="l">
              <a:spcBef>
                <a:spcPts val="304"/>
              </a:spcBef>
              <a:spcAft>
                <a:spcPts val="0"/>
              </a:spcAft>
              <a:buSzPct val="100000"/>
              <a:buChar char="•"/>
            </a:pPr>
            <a:r>
              <a:rPr lang="en-US"/>
              <a:t>}</a:t>
            </a:r>
            <a:endParaRPr/>
          </a:p>
          <a:p>
            <a:pPr indent="-370840" lvl="0" marL="342900" rtl="0" algn="l">
              <a:spcBef>
                <a:spcPts val="304"/>
              </a:spcBef>
              <a:spcAft>
                <a:spcPts val="0"/>
              </a:spcAft>
              <a:buSzPct val="100000"/>
              <a:buChar char="•"/>
            </a:pPr>
            <a:r>
              <a:rPr lang="en-US"/>
              <a:t>date=new Date();</a:t>
            </a:r>
            <a:endParaRPr/>
          </a:p>
          <a:p>
            <a:pPr indent="-370840" lvl="0" marL="342900" rtl="0" algn="l">
              <a:spcBef>
                <a:spcPts val="304"/>
              </a:spcBef>
              <a:spcAft>
                <a:spcPts val="0"/>
              </a:spcAft>
              <a:buSzPct val="100000"/>
              <a:buChar char="•"/>
            </a:pPr>
            <a:r>
              <a:rPr lang="en-US"/>
              <a:t>hs.putValue("date",date);</a:t>
            </a:r>
            <a:endParaRPr/>
          </a:p>
          <a:p>
            <a:pPr indent="-370840" lvl="0" marL="342900" rtl="0" algn="l">
              <a:spcBef>
                <a:spcPts val="304"/>
              </a:spcBef>
              <a:spcAft>
                <a:spcPts val="0"/>
              </a:spcAft>
              <a:buSzPct val="100000"/>
              <a:buChar char="•"/>
            </a:pPr>
            <a:r>
              <a:rPr lang="en-US"/>
              <a:t>pw.println("Current date :"+date);</a:t>
            </a:r>
            <a:endParaRPr/>
          </a:p>
          <a:p>
            <a:pPr indent="-370840" lvl="0" marL="342900" rtl="0" algn="l">
              <a:spcBef>
                <a:spcPts val="304"/>
              </a:spcBef>
              <a:spcAft>
                <a:spcPts val="0"/>
              </a:spcAft>
              <a:buSzPct val="100000"/>
              <a:buChar char="•"/>
            </a:pPr>
            <a:r>
              <a:rPr lang="en-US"/>
              <a:t>pw.println(“&lt;/BODY&gt;&lt;/HTML&gt;”);</a:t>
            </a:r>
            <a:endParaRPr/>
          </a:p>
          <a:p>
            <a:pPr indent="-370840" lvl="0" marL="342900" rtl="0" algn="l">
              <a:spcBef>
                <a:spcPts val="304"/>
              </a:spcBef>
              <a:spcAft>
                <a:spcPts val="0"/>
              </a:spcAft>
              <a:buSzPct val="100000"/>
              <a:buChar char="•"/>
            </a:pPr>
            <a:r>
              <a:rPr lang="en-US"/>
              <a:t>}</a:t>
            </a:r>
            <a:endParaRPr/>
          </a:p>
          <a:p>
            <a:pPr indent="-370840" lvl="0" marL="342900" rtl="0" algn="l">
              <a:spcBef>
                <a:spcPts val="304"/>
              </a:spcBef>
              <a:spcAft>
                <a:spcPts val="0"/>
              </a:spcAft>
              <a:buSzPct val="100000"/>
              <a:buChar char="•"/>
            </a:pPr>
            <a:r>
              <a:rPr lang="en-US"/>
              <a:t>}</a:t>
            </a:r>
            <a:endParaRPr/>
          </a:p>
          <a:p>
            <a:pPr indent="-326390" lvl="0" marL="342900" rtl="0" algn="l">
              <a:spcBef>
                <a:spcPts val="304"/>
              </a:spcBef>
              <a:spcAft>
                <a:spcPts val="0"/>
              </a:spcAft>
              <a:buSzPct val="56250"/>
              <a:buChar char="•"/>
            </a:pPr>
            <a:r>
              <a:t/>
            </a:r>
            <a:endParaRPr/>
          </a:p>
          <a:p>
            <a:pPr indent="-246380" lvl="0" marL="342900" rtl="0" algn="l">
              <a:spcBef>
                <a:spcPts val="304"/>
              </a:spcBef>
              <a:spcAft>
                <a:spcPts val="0"/>
              </a:spcAft>
              <a:buClr>
                <a:schemeClr val="dk1"/>
              </a:buClr>
              <a:buSzPct val="100000"/>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0" name="Shape 640"/>
        <p:cNvGrpSpPr/>
        <p:nvPr/>
      </p:nvGrpSpPr>
      <p:grpSpPr>
        <a:xfrm>
          <a:off x="0" y="0"/>
          <a:ext cx="0" cy="0"/>
          <a:chOff x="0" y="0"/>
          <a:chExt cx="0" cy="0"/>
        </a:xfrm>
      </p:grpSpPr>
      <p:sp>
        <p:nvSpPr>
          <p:cNvPr id="641" name="Google Shape;641;g3be6e5f1d5b_1_278"/>
          <p:cNvSpPr txBox="1"/>
          <p:nvPr>
            <p:ph type="title"/>
          </p:nvPr>
        </p:nvSpPr>
        <p:spPr>
          <a:xfrm>
            <a:off x="457200" y="152400"/>
            <a:ext cx="8229600" cy="1600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2700"/>
              <a:t>Servlet code can obtain a session by calling the getSession method thus if the following servlet is run, it will store the value of the parameter username in the session and print it out with subsequent requests to the page.</a:t>
            </a:r>
            <a:endParaRPr/>
          </a:p>
        </p:txBody>
      </p:sp>
      <p:sp>
        <p:nvSpPr>
          <p:cNvPr id="642" name="Google Shape;642;g3be6e5f1d5b_1_278"/>
          <p:cNvSpPr txBox="1"/>
          <p:nvPr>
            <p:ph idx="1" type="body"/>
          </p:nvPr>
        </p:nvSpPr>
        <p:spPr>
          <a:xfrm>
            <a:off x="457200" y="1676400"/>
            <a:ext cx="8229600" cy="5562600"/>
          </a:xfrm>
          <a:prstGeom prst="rect">
            <a:avLst/>
          </a:prstGeom>
          <a:noFill/>
          <a:ln>
            <a:noFill/>
          </a:ln>
        </p:spPr>
        <p:txBody>
          <a:bodyPr anchorCtr="0" anchor="t" bIns="45700" lIns="91425" spcFirstLastPara="1" rIns="91425" wrap="square" tIns="45700">
            <a:normAutofit fontScale="62500" lnSpcReduction="20000"/>
          </a:bodyPr>
          <a:lstStyle/>
          <a:p>
            <a:pPr indent="-342900" lvl="0" marL="342900" rtl="0" algn="l">
              <a:spcBef>
                <a:spcPts val="0"/>
              </a:spcBef>
              <a:spcAft>
                <a:spcPts val="0"/>
              </a:spcAft>
              <a:buClr>
                <a:schemeClr val="dk1"/>
              </a:buClr>
              <a:buSzPct val="100000"/>
              <a:buNone/>
            </a:pPr>
            <a:r>
              <a:rPr lang="en-US"/>
              <a:t>/** * How to use session tracking</a:t>
            </a:r>
            <a:endParaRPr/>
          </a:p>
          <a:p>
            <a:pPr indent="-342900" lvl="0" marL="342900" rtl="0" algn="l">
              <a:spcBef>
                <a:spcPts val="352"/>
              </a:spcBef>
              <a:spcAft>
                <a:spcPts val="0"/>
              </a:spcAft>
              <a:buClr>
                <a:schemeClr val="dk1"/>
              </a:buClr>
              <a:buSzPct val="100000"/>
              <a:buNone/>
            </a:pPr>
            <a:r>
              <a:rPr lang="en-US"/>
              <a:t> * with the HttpServlet interace * ***/</a:t>
            </a:r>
            <a:endParaRPr/>
          </a:p>
          <a:p>
            <a:pPr indent="-342900" lvl="0" marL="342900" rtl="0" algn="l">
              <a:spcBef>
                <a:spcPts val="352"/>
              </a:spcBef>
              <a:spcAft>
                <a:spcPts val="0"/>
              </a:spcAft>
              <a:buClr>
                <a:schemeClr val="dk1"/>
              </a:buClr>
              <a:buSzPct val="100000"/>
              <a:buNone/>
            </a:pPr>
            <a:r>
              <a:rPr lang="en-US"/>
              <a:t>import java.io.*;</a:t>
            </a:r>
            <a:endParaRPr/>
          </a:p>
          <a:p>
            <a:pPr indent="-342900" lvl="0" marL="342900" rtl="0" algn="l">
              <a:spcBef>
                <a:spcPts val="352"/>
              </a:spcBef>
              <a:spcAft>
                <a:spcPts val="0"/>
              </a:spcAft>
              <a:buClr>
                <a:schemeClr val="dk1"/>
              </a:buClr>
              <a:buSzPct val="100000"/>
              <a:buNone/>
            </a:pPr>
            <a:r>
              <a:rPr lang="en-US"/>
              <a:t>import javax.servlet.*;</a:t>
            </a:r>
            <a:endParaRPr/>
          </a:p>
          <a:p>
            <a:pPr indent="-342900" lvl="0" marL="342900" rtl="0" algn="l">
              <a:spcBef>
                <a:spcPts val="352"/>
              </a:spcBef>
              <a:spcAft>
                <a:spcPts val="0"/>
              </a:spcAft>
              <a:buClr>
                <a:schemeClr val="dk1"/>
              </a:buClr>
              <a:buSzPct val="100000"/>
              <a:buNone/>
            </a:pPr>
            <a:r>
              <a:rPr lang="en-US"/>
              <a:t>import javax.servlet.http.*;</a:t>
            </a:r>
            <a:endParaRPr/>
          </a:p>
          <a:p>
            <a:pPr indent="-342900" lvl="0" marL="342900" rtl="0" algn="l">
              <a:spcBef>
                <a:spcPts val="352"/>
              </a:spcBef>
              <a:spcAft>
                <a:spcPts val="0"/>
              </a:spcAft>
              <a:buClr>
                <a:schemeClr val="dk1"/>
              </a:buClr>
              <a:buSzPct val="100000"/>
              <a:buNone/>
            </a:pPr>
            <a:r>
              <a:rPr lang="en-US"/>
              <a:t> public class MyServlet extends HttpServlet</a:t>
            </a:r>
            <a:endParaRPr/>
          </a:p>
          <a:p>
            <a:pPr indent="-342900" lvl="0" marL="342900" rtl="0" algn="l">
              <a:spcBef>
                <a:spcPts val="352"/>
              </a:spcBef>
              <a:spcAft>
                <a:spcPts val="0"/>
              </a:spcAft>
              <a:buClr>
                <a:schemeClr val="dk1"/>
              </a:buClr>
              <a:buSzPct val="100000"/>
              <a:buNone/>
            </a:pPr>
            <a:r>
              <a:rPr lang="en-US"/>
              <a:t> {</a:t>
            </a:r>
            <a:endParaRPr/>
          </a:p>
          <a:p>
            <a:pPr indent="-342900" lvl="0" marL="342900" rtl="0" algn="l">
              <a:spcBef>
                <a:spcPts val="352"/>
              </a:spcBef>
              <a:spcAft>
                <a:spcPts val="0"/>
              </a:spcAft>
              <a:buClr>
                <a:schemeClr val="dk1"/>
              </a:buClr>
              <a:buSzPct val="100000"/>
              <a:buNone/>
            </a:pPr>
            <a:r>
              <a:rPr lang="en-US"/>
              <a:t>String sUserName; </a:t>
            </a:r>
            <a:endParaRPr/>
          </a:p>
          <a:p>
            <a:pPr indent="-342900" lvl="0" marL="342900" rtl="0" algn="l">
              <a:spcBef>
                <a:spcPts val="352"/>
              </a:spcBef>
              <a:spcAft>
                <a:spcPts val="0"/>
              </a:spcAft>
              <a:buClr>
                <a:schemeClr val="dk1"/>
              </a:buClr>
              <a:buSzPct val="100000"/>
              <a:buNone/>
            </a:pPr>
            <a:r>
              <a:rPr lang="en-US"/>
              <a:t>protected void doGet(HttpServletRequest request, HttpServletResponse response)  throws ServletException, IOException {</a:t>
            </a:r>
            <a:endParaRPr/>
          </a:p>
          <a:p>
            <a:pPr indent="-342900" lvl="0" marL="342900" rtl="0" algn="l">
              <a:spcBef>
                <a:spcPts val="352"/>
              </a:spcBef>
              <a:spcAft>
                <a:spcPts val="0"/>
              </a:spcAft>
              <a:buClr>
                <a:schemeClr val="dk1"/>
              </a:buClr>
              <a:buSzPct val="100000"/>
              <a:buNone/>
            </a:pPr>
            <a:r>
              <a:rPr lang="en-US"/>
              <a:t>   PrintWriter out = response.getWriter();</a:t>
            </a:r>
            <a:endParaRPr/>
          </a:p>
          <a:p>
            <a:pPr indent="-342900" lvl="0" marL="342900" rtl="0" algn="l">
              <a:spcBef>
                <a:spcPts val="352"/>
              </a:spcBef>
              <a:spcAft>
                <a:spcPts val="0"/>
              </a:spcAft>
              <a:buClr>
                <a:schemeClr val="dk1"/>
              </a:buClr>
              <a:buSzPct val="100000"/>
              <a:buNone/>
            </a:pPr>
            <a:r>
              <a:rPr lang="en-US"/>
              <a:t>   HttpSession session = request.getSession();</a:t>
            </a:r>
            <a:endParaRPr/>
          </a:p>
          <a:p>
            <a:pPr indent="-342900" lvl="0" marL="342900" rtl="0" algn="l">
              <a:spcBef>
                <a:spcPts val="352"/>
              </a:spcBef>
              <a:spcAft>
                <a:spcPts val="0"/>
              </a:spcAft>
              <a:buClr>
                <a:schemeClr val="dk1"/>
              </a:buClr>
              <a:buSzPct val="100000"/>
              <a:buNone/>
            </a:pPr>
            <a:r>
              <a:rPr lang="en-US"/>
              <a:t>   String rUserName = request.getParameter("username"); </a:t>
            </a:r>
            <a:endParaRPr/>
          </a:p>
          <a:p>
            <a:pPr indent="-342900" lvl="0" marL="342900" rtl="0" algn="l">
              <a:spcBef>
                <a:spcPts val="352"/>
              </a:spcBef>
              <a:spcAft>
                <a:spcPts val="0"/>
              </a:spcAft>
              <a:buClr>
                <a:schemeClr val="dk1"/>
              </a:buClr>
              <a:buSzPct val="100000"/>
              <a:buNone/>
            </a:pPr>
            <a:r>
              <a:rPr lang="en-US"/>
              <a:t>  if(sUserName!=null){      </a:t>
            </a:r>
            <a:endParaRPr/>
          </a:p>
          <a:p>
            <a:pPr indent="-342900" lvl="0" marL="342900" rtl="0" algn="l">
              <a:spcBef>
                <a:spcPts val="352"/>
              </a:spcBef>
              <a:spcAft>
                <a:spcPts val="0"/>
              </a:spcAft>
              <a:buClr>
                <a:schemeClr val="dk1"/>
              </a:buClr>
              <a:buSzPct val="100000"/>
              <a:buNone/>
            </a:pPr>
            <a:r>
              <a:rPr lang="en-US"/>
              <a:t>String sUserName = (String) session.getAttribute("username"); </a:t>
            </a:r>
            <a:endParaRPr/>
          </a:p>
          <a:p>
            <a:pPr indent="-342900" lvl="0" marL="342900" rtl="0" algn="l">
              <a:spcBef>
                <a:spcPts val="352"/>
              </a:spcBef>
              <a:spcAft>
                <a:spcPts val="0"/>
              </a:spcAft>
              <a:buClr>
                <a:schemeClr val="dk1"/>
              </a:buClr>
              <a:buSzPct val="100000"/>
              <a:buNone/>
            </a:pPr>
            <a:r>
              <a:rPr lang="en-US"/>
              <a:t>  }else{     session.setAttribute("username",rUserName);</a:t>
            </a:r>
            <a:endParaRPr/>
          </a:p>
          <a:p>
            <a:pPr indent="-342900" lvl="0" marL="342900" rtl="0" algn="l">
              <a:spcBef>
                <a:spcPts val="352"/>
              </a:spcBef>
              <a:spcAft>
                <a:spcPts val="0"/>
              </a:spcAft>
              <a:buClr>
                <a:schemeClr val="dk1"/>
              </a:buClr>
              <a:buSzPct val="100000"/>
              <a:buNone/>
            </a:pPr>
            <a:r>
              <a:rPr lang="en-US"/>
              <a:t>   }   out.print("UserName="+session.getAttribute("username")) ;</a:t>
            </a:r>
            <a:endParaRPr/>
          </a:p>
          <a:p>
            <a:pPr indent="-342900" lvl="0" marL="342900" rtl="0" algn="l">
              <a:spcBef>
                <a:spcPts val="352"/>
              </a:spcBef>
              <a:spcAft>
                <a:spcPts val="0"/>
              </a:spcAft>
              <a:buClr>
                <a:schemeClr val="dk1"/>
              </a:buClr>
              <a:buSzPct val="100000"/>
              <a:buNone/>
            </a:pPr>
            <a:r>
              <a:rPr lang="en-US"/>
              <a:t> }</a:t>
            </a:r>
            <a:endParaRPr/>
          </a:p>
          <a:p>
            <a:pPr indent="-342900" lvl="0" marL="342900" rtl="0" algn="l">
              <a:spcBef>
                <a:spcPts val="352"/>
              </a:spcBef>
              <a:spcAft>
                <a:spcPts val="0"/>
              </a:spcAft>
              <a:buClr>
                <a:schemeClr val="dk1"/>
              </a:buClr>
              <a:buSzPct val="100000"/>
              <a:buNone/>
            </a:pPr>
            <a:r>
              <a:rPr lang="en-US"/>
              <a:t>}</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3be6e5f1d5b_1_2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Cookies</a:t>
            </a:r>
            <a:endParaRPr/>
          </a:p>
        </p:txBody>
      </p:sp>
      <p:sp>
        <p:nvSpPr>
          <p:cNvPr id="648" name="Google Shape;648;g3be6e5f1d5b_1_28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400"/>
              <a:buChar char="•"/>
            </a:pPr>
            <a:r>
              <a:rPr lang="en-US" sz="2400"/>
              <a:t>A </a:t>
            </a:r>
            <a:r>
              <a:rPr lang="en-US" sz="2400">
                <a:solidFill>
                  <a:schemeClr val="dk2"/>
                </a:solidFill>
              </a:rPr>
              <a:t>cookie</a:t>
            </a:r>
            <a:r>
              <a:rPr lang="en-US" sz="2400"/>
              <a:t> is a small bit of text sent to the client that can be read again later</a:t>
            </a:r>
            <a:endParaRPr/>
          </a:p>
          <a:p>
            <a:pPr indent="-285750" lvl="1" marL="742950" rtl="0" algn="l">
              <a:lnSpc>
                <a:spcPct val="90000"/>
              </a:lnSpc>
              <a:spcBef>
                <a:spcPts val="400"/>
              </a:spcBef>
              <a:spcAft>
                <a:spcPts val="0"/>
              </a:spcAft>
              <a:buClr>
                <a:schemeClr val="dk1"/>
              </a:buClr>
              <a:buSzPts val="2000"/>
              <a:buChar char="–"/>
            </a:pPr>
            <a:r>
              <a:rPr lang="en-US" sz="2000"/>
              <a:t>Limitations (for the protection of the client):</a:t>
            </a:r>
            <a:endParaRPr/>
          </a:p>
          <a:p>
            <a:pPr indent="-228600" lvl="2" marL="1143000" rtl="0" algn="l">
              <a:lnSpc>
                <a:spcPct val="90000"/>
              </a:lnSpc>
              <a:spcBef>
                <a:spcPts val="360"/>
              </a:spcBef>
              <a:spcAft>
                <a:spcPts val="0"/>
              </a:spcAft>
              <a:buClr>
                <a:schemeClr val="dk1"/>
              </a:buClr>
              <a:buSzPts val="1800"/>
              <a:buChar char="•"/>
            </a:pPr>
            <a:r>
              <a:rPr lang="en-US" sz="1800"/>
              <a:t>Not more than 4KB per cookie (more than enough in general)</a:t>
            </a:r>
            <a:endParaRPr/>
          </a:p>
          <a:p>
            <a:pPr indent="-228600" lvl="2" marL="1143000" rtl="0" algn="l">
              <a:lnSpc>
                <a:spcPct val="90000"/>
              </a:lnSpc>
              <a:spcBef>
                <a:spcPts val="360"/>
              </a:spcBef>
              <a:spcAft>
                <a:spcPts val="0"/>
              </a:spcAft>
              <a:buClr>
                <a:schemeClr val="dk1"/>
              </a:buClr>
              <a:buSzPts val="1800"/>
              <a:buChar char="•"/>
            </a:pPr>
            <a:r>
              <a:rPr lang="en-US" sz="1800"/>
              <a:t>Not more than 20 cookies per site</a:t>
            </a:r>
            <a:endParaRPr/>
          </a:p>
          <a:p>
            <a:pPr indent="-228600" lvl="2" marL="1143000" rtl="0" algn="l">
              <a:lnSpc>
                <a:spcPct val="90000"/>
              </a:lnSpc>
              <a:spcBef>
                <a:spcPts val="360"/>
              </a:spcBef>
              <a:spcAft>
                <a:spcPts val="0"/>
              </a:spcAft>
              <a:buClr>
                <a:schemeClr val="dk1"/>
              </a:buClr>
              <a:buSzPts val="1800"/>
              <a:buChar char="•"/>
            </a:pPr>
            <a:r>
              <a:rPr lang="en-US" sz="1800"/>
              <a:t>Not more than 300 cookies total</a:t>
            </a:r>
            <a:endParaRPr/>
          </a:p>
          <a:p>
            <a:pPr indent="-342900" lvl="0" marL="342900" rtl="0" algn="l">
              <a:lnSpc>
                <a:spcPct val="90000"/>
              </a:lnSpc>
              <a:spcBef>
                <a:spcPts val="480"/>
              </a:spcBef>
              <a:spcAft>
                <a:spcPts val="0"/>
              </a:spcAft>
              <a:buClr>
                <a:schemeClr val="dk1"/>
              </a:buClr>
              <a:buSzPts val="2400"/>
              <a:buChar char="•"/>
            </a:pPr>
            <a:r>
              <a:rPr lang="en-US" sz="2400"/>
              <a:t>Cookies are </a:t>
            </a:r>
            <a:r>
              <a:rPr i="1" lang="en-US" sz="2400"/>
              <a:t>not</a:t>
            </a:r>
            <a:r>
              <a:rPr lang="en-US" sz="2400"/>
              <a:t> a security threat</a:t>
            </a:r>
            <a:endParaRPr/>
          </a:p>
          <a:p>
            <a:pPr indent="-342900" lvl="0" marL="342900" rtl="0" algn="l">
              <a:lnSpc>
                <a:spcPct val="90000"/>
              </a:lnSpc>
              <a:spcBef>
                <a:spcPts val="480"/>
              </a:spcBef>
              <a:spcAft>
                <a:spcPts val="0"/>
              </a:spcAft>
              <a:buClr>
                <a:schemeClr val="dk1"/>
              </a:buClr>
              <a:buSzPts val="2400"/>
              <a:buChar char="•"/>
            </a:pPr>
            <a:r>
              <a:rPr lang="en-US" sz="2400"/>
              <a:t>Cookies </a:t>
            </a:r>
            <a:r>
              <a:rPr i="1" lang="en-US" sz="2400"/>
              <a:t>can be</a:t>
            </a:r>
            <a:r>
              <a:rPr lang="en-US" sz="2400"/>
              <a:t> a privacy threat </a:t>
            </a:r>
            <a:endParaRPr/>
          </a:p>
          <a:p>
            <a:pPr indent="-285750" lvl="1" marL="742950" rtl="0" algn="l">
              <a:lnSpc>
                <a:spcPct val="90000"/>
              </a:lnSpc>
              <a:spcBef>
                <a:spcPts val="400"/>
              </a:spcBef>
              <a:spcAft>
                <a:spcPts val="0"/>
              </a:spcAft>
              <a:buClr>
                <a:schemeClr val="dk1"/>
              </a:buClr>
              <a:buSzPts val="2000"/>
              <a:buChar char="–"/>
            </a:pPr>
            <a:r>
              <a:rPr lang="en-US" sz="2000"/>
              <a:t>Cookies can be used to customize advertisements</a:t>
            </a:r>
            <a:endParaRPr/>
          </a:p>
          <a:p>
            <a:pPr indent="-285750" lvl="1" marL="742950" rtl="0" algn="l">
              <a:lnSpc>
                <a:spcPct val="90000"/>
              </a:lnSpc>
              <a:spcBef>
                <a:spcPts val="400"/>
              </a:spcBef>
              <a:spcAft>
                <a:spcPts val="0"/>
              </a:spcAft>
              <a:buClr>
                <a:schemeClr val="dk1"/>
              </a:buClr>
              <a:buSzPts val="2000"/>
              <a:buChar char="–"/>
            </a:pPr>
            <a:r>
              <a:rPr lang="en-US" sz="2000"/>
              <a:t>Outlook Express allows cookies to be embedded in email</a:t>
            </a:r>
            <a:endParaRPr/>
          </a:p>
          <a:p>
            <a:pPr indent="-285750" lvl="1" marL="742950" rtl="0" algn="l">
              <a:lnSpc>
                <a:spcPct val="90000"/>
              </a:lnSpc>
              <a:spcBef>
                <a:spcPts val="400"/>
              </a:spcBef>
              <a:spcAft>
                <a:spcPts val="0"/>
              </a:spcAft>
              <a:buClr>
                <a:schemeClr val="dk1"/>
              </a:buClr>
              <a:buSzPts val="2000"/>
              <a:buChar char="–"/>
            </a:pPr>
            <a:r>
              <a:rPr lang="en-US" sz="2000"/>
              <a:t>A servlet can read your cookies</a:t>
            </a:r>
            <a:endParaRPr/>
          </a:p>
          <a:p>
            <a:pPr indent="0" lvl="0" marL="0" rtl="0" algn="l">
              <a:lnSpc>
                <a:spcPct val="90000"/>
              </a:lnSpc>
              <a:spcBef>
                <a:spcPts val="360"/>
              </a:spcBef>
              <a:spcAft>
                <a:spcPts val="0"/>
              </a:spcAft>
              <a:buNone/>
            </a:pPr>
            <a:r>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be6e5f1d5b_1_28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u="sng"/>
              <a:t>using cookies to hold states between servlet requests. </a:t>
            </a:r>
            <a:endParaRPr/>
          </a:p>
        </p:txBody>
      </p:sp>
      <p:sp>
        <p:nvSpPr>
          <p:cNvPr id="654" name="Google Shape;654;g3be6e5f1d5b_1_288"/>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fontScale="85000" lnSpcReduction="20000"/>
          </a:bodyPr>
          <a:lstStyle/>
          <a:p>
            <a:pPr indent="-327660" lvl="0" marL="342900" rtl="0" algn="l">
              <a:spcBef>
                <a:spcPts val="0"/>
              </a:spcBef>
              <a:spcAft>
                <a:spcPts val="0"/>
              </a:spcAft>
              <a:buClr>
                <a:schemeClr val="dk1"/>
              </a:buClr>
              <a:buSzPct val="100000"/>
              <a:buChar char="•"/>
            </a:pPr>
            <a:r>
              <a:rPr lang="en-US"/>
              <a:t>Cookie is a file on a web user’s hard disk that is used by web sites to hold information about the web users. So, the idea with cookies is to put state information into cookies and retrieve the information from the cookie in the successive requests. </a:t>
            </a:r>
            <a:endParaRPr/>
          </a:p>
          <a:p>
            <a:pPr indent="-327660" lvl="0" marL="342900" rtl="0" algn="l">
              <a:spcBef>
                <a:spcPts val="592"/>
              </a:spcBef>
              <a:spcAft>
                <a:spcPts val="0"/>
              </a:spcAft>
              <a:buClr>
                <a:schemeClr val="dk1"/>
              </a:buClr>
              <a:buSzPct val="100000"/>
              <a:buChar char="•"/>
            </a:pPr>
            <a:r>
              <a:rPr lang="en-US"/>
              <a:t>there is a specific </a:t>
            </a:r>
            <a:r>
              <a:rPr b="1" lang="en-US"/>
              <a:t>javax.servlet.http.Cookie</a:t>
            </a:r>
            <a:r>
              <a:rPr lang="en-US"/>
              <a:t> class in Servlet API.</a:t>
            </a:r>
            <a:endParaRPr/>
          </a:p>
          <a:p>
            <a:pPr indent="-327660" lvl="0" marL="342900" rtl="0" algn="l">
              <a:spcBef>
                <a:spcPts val="592"/>
              </a:spcBef>
              <a:spcAft>
                <a:spcPts val="0"/>
              </a:spcAft>
              <a:buClr>
                <a:schemeClr val="dk1"/>
              </a:buClr>
              <a:buSzPct val="100000"/>
              <a:buChar char="•"/>
            </a:pPr>
            <a:r>
              <a:rPr lang="en-US"/>
              <a:t>They can also be added and retrieved easily using methods in </a:t>
            </a:r>
            <a:r>
              <a:rPr b="1" lang="en-US"/>
              <a:t>HttpServletRequest</a:t>
            </a:r>
            <a:r>
              <a:rPr lang="en-US"/>
              <a:t> and </a:t>
            </a:r>
            <a:r>
              <a:rPr b="1" lang="en-US"/>
              <a:t>HttpServletResponse</a:t>
            </a:r>
            <a:r>
              <a:rPr lang="en-US"/>
              <a:t> objects. </a:t>
            </a:r>
            <a:endParaRPr/>
          </a:p>
          <a:p>
            <a:pPr indent="-154940" lvl="0" marL="342900" rtl="0" algn="l">
              <a:spcBef>
                <a:spcPts val="592"/>
              </a:spcBef>
              <a:spcAft>
                <a:spcPts val="0"/>
              </a:spcAft>
              <a:buClr>
                <a:schemeClr val="dk1"/>
              </a:buClr>
              <a:buSzPct val="100000"/>
              <a:buNone/>
            </a:pPr>
            <a:r>
              <a:t/>
            </a:r>
            <a:endParaRPr/>
          </a:p>
          <a:p>
            <a:pPr indent="-154940" lvl="0" marL="342900" rtl="0" algn="l">
              <a:spcBef>
                <a:spcPts val="592"/>
              </a:spcBef>
              <a:spcAft>
                <a:spcPts val="0"/>
              </a:spcAft>
              <a:buClr>
                <a:schemeClr val="dk1"/>
              </a:buClr>
              <a:buSzPct val="100000"/>
              <a:buNone/>
            </a:pPr>
            <a:r>
              <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g3be6e5f1d5b_1_29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Using cookies</a:t>
            </a:r>
            <a:endParaRPr/>
          </a:p>
        </p:txBody>
      </p:sp>
      <p:sp>
        <p:nvSpPr>
          <p:cNvPr id="660" name="Google Shape;660;g3be6e5f1d5b_1_293"/>
          <p:cNvSpPr txBox="1"/>
          <p:nvPr>
            <p:ph idx="1" type="body"/>
          </p:nvPr>
        </p:nvSpPr>
        <p:spPr>
          <a:xfrm>
            <a:off x="381000" y="1371600"/>
            <a:ext cx="7924800" cy="476100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accent2"/>
              </a:buClr>
              <a:buSzPts val="2400"/>
              <a:buChar char="•"/>
            </a:pPr>
            <a:r>
              <a:rPr lang="en-US" sz="2400">
                <a:solidFill>
                  <a:schemeClr val="accent2"/>
                </a:solidFill>
                <a:latin typeface="Trebuchet MS"/>
                <a:ea typeface="Trebuchet MS"/>
                <a:cs typeface="Trebuchet MS"/>
                <a:sym typeface="Trebuchet MS"/>
              </a:rPr>
              <a:t>import javax.servlet.http.*;</a:t>
            </a:r>
            <a:endParaRPr/>
          </a:p>
          <a:p>
            <a:pPr indent="-342900" lvl="0" marL="342900" rtl="0" algn="l">
              <a:spcBef>
                <a:spcPts val="480"/>
              </a:spcBef>
              <a:spcAft>
                <a:spcPts val="0"/>
              </a:spcAft>
              <a:buClr>
                <a:schemeClr val="dk1"/>
              </a:buClr>
              <a:buSzPts val="2400"/>
              <a:buChar char="•"/>
            </a:pPr>
            <a:r>
              <a:rPr lang="en-US" sz="2400"/>
              <a:t>Constructor: </a:t>
            </a:r>
            <a:r>
              <a:rPr lang="en-US" sz="2400">
                <a:solidFill>
                  <a:schemeClr val="accent2"/>
                </a:solidFill>
                <a:latin typeface="Trebuchet MS"/>
                <a:ea typeface="Trebuchet MS"/>
                <a:cs typeface="Trebuchet MS"/>
                <a:sym typeface="Trebuchet MS"/>
              </a:rPr>
              <a:t>Cookie(String name, String value)</a:t>
            </a:r>
            <a:endParaRPr/>
          </a:p>
          <a:p>
            <a:pPr indent="-342900" lvl="0" marL="342900" rtl="0" algn="l">
              <a:spcBef>
                <a:spcPts val="480"/>
              </a:spcBef>
              <a:spcAft>
                <a:spcPts val="0"/>
              </a:spcAft>
              <a:buClr>
                <a:schemeClr val="dk1"/>
              </a:buClr>
              <a:buSzPts val="2400"/>
              <a:buChar char="•"/>
            </a:pPr>
            <a:r>
              <a:rPr lang="en-US" sz="2400"/>
              <a:t>Assuming </a:t>
            </a:r>
            <a:r>
              <a:rPr b="1" i="1" lang="en-US" sz="2400">
                <a:solidFill>
                  <a:schemeClr val="hlink"/>
                </a:solidFill>
              </a:rPr>
              <a:t>request</a:t>
            </a:r>
            <a:r>
              <a:rPr lang="en-US" sz="2400"/>
              <a:t> is an </a:t>
            </a:r>
            <a:r>
              <a:rPr lang="en-US" sz="2400">
                <a:solidFill>
                  <a:schemeClr val="accent2"/>
                </a:solidFill>
                <a:latin typeface="Trebuchet MS"/>
                <a:ea typeface="Trebuchet MS"/>
                <a:cs typeface="Trebuchet MS"/>
                <a:sym typeface="Trebuchet MS"/>
              </a:rPr>
              <a:t>HttpServletRequest</a:t>
            </a:r>
            <a:r>
              <a:rPr lang="en-US" sz="2400"/>
              <a:t> and </a:t>
            </a:r>
            <a:r>
              <a:rPr b="1" i="1" lang="en-US" sz="2400">
                <a:solidFill>
                  <a:schemeClr val="hlink"/>
                </a:solidFill>
              </a:rPr>
              <a:t>response</a:t>
            </a:r>
            <a:r>
              <a:rPr lang="en-US" sz="2400"/>
              <a:t> is an </a:t>
            </a:r>
            <a:r>
              <a:rPr lang="en-US" sz="2400">
                <a:solidFill>
                  <a:schemeClr val="accent2"/>
                </a:solidFill>
                <a:latin typeface="Trebuchet MS"/>
                <a:ea typeface="Trebuchet MS"/>
                <a:cs typeface="Trebuchet MS"/>
                <a:sym typeface="Trebuchet MS"/>
              </a:rPr>
              <a:t>HttpServletResponse</a:t>
            </a:r>
            <a:r>
              <a:rPr lang="en-US" sz="2400">
                <a:solidFill>
                  <a:schemeClr val="accent2"/>
                </a:solidFill>
              </a:rPr>
              <a:t>,</a:t>
            </a:r>
            <a:endParaRPr/>
          </a:p>
          <a:p>
            <a:pPr indent="-285750" lvl="1" marL="742950" rtl="0" algn="l">
              <a:spcBef>
                <a:spcPts val="560"/>
              </a:spcBef>
              <a:spcAft>
                <a:spcPts val="0"/>
              </a:spcAft>
              <a:buClr>
                <a:schemeClr val="hlink"/>
              </a:buClr>
              <a:buSzPts val="2800"/>
              <a:buChar char="–"/>
            </a:pPr>
            <a:r>
              <a:rPr b="1" i="1" lang="en-US">
                <a:solidFill>
                  <a:schemeClr val="hlink"/>
                </a:solidFill>
              </a:rPr>
              <a:t>response</a:t>
            </a:r>
            <a:r>
              <a:rPr lang="en-US">
                <a:solidFill>
                  <a:schemeClr val="accent2"/>
                </a:solidFill>
                <a:latin typeface="Trebuchet MS"/>
                <a:ea typeface="Trebuchet MS"/>
                <a:cs typeface="Trebuchet MS"/>
                <a:sym typeface="Trebuchet MS"/>
              </a:rPr>
              <a:t>.addCookie(cookie);</a:t>
            </a:r>
            <a:endParaRPr/>
          </a:p>
          <a:p>
            <a:pPr indent="-285750" lvl="1" marL="742950" rtl="0" algn="l">
              <a:spcBef>
                <a:spcPts val="560"/>
              </a:spcBef>
              <a:spcAft>
                <a:spcPts val="0"/>
              </a:spcAft>
              <a:buClr>
                <a:schemeClr val="accent2"/>
              </a:buClr>
              <a:buSzPts val="2800"/>
              <a:buChar char="–"/>
            </a:pPr>
            <a:r>
              <a:rPr lang="en-US">
                <a:solidFill>
                  <a:schemeClr val="accent2"/>
                </a:solidFill>
                <a:latin typeface="Trebuchet MS"/>
                <a:ea typeface="Trebuchet MS"/>
                <a:cs typeface="Trebuchet MS"/>
                <a:sym typeface="Trebuchet MS"/>
              </a:rPr>
              <a:t>Cookie[ ] cookies = </a:t>
            </a:r>
            <a:r>
              <a:rPr b="1" i="1" lang="en-US">
                <a:solidFill>
                  <a:schemeClr val="hlink"/>
                </a:solidFill>
              </a:rPr>
              <a:t>request</a:t>
            </a:r>
            <a:r>
              <a:rPr lang="en-US">
                <a:solidFill>
                  <a:schemeClr val="accent2"/>
                </a:solidFill>
                <a:latin typeface="Trebuchet MS"/>
                <a:ea typeface="Trebuchet MS"/>
                <a:cs typeface="Trebuchet MS"/>
                <a:sym typeface="Trebuchet MS"/>
              </a:rPr>
              <a:t>.getCookies();</a:t>
            </a:r>
            <a:endParaRPr/>
          </a:p>
          <a:p>
            <a:pPr indent="-228600" lvl="2" marL="1143000" rtl="0" algn="l">
              <a:spcBef>
                <a:spcPts val="480"/>
              </a:spcBef>
              <a:spcAft>
                <a:spcPts val="0"/>
              </a:spcAft>
              <a:buClr>
                <a:schemeClr val="accent2"/>
              </a:buClr>
              <a:buSzPts val="2400"/>
              <a:buChar char="•"/>
            </a:pPr>
            <a:r>
              <a:rPr lang="en-US">
                <a:solidFill>
                  <a:schemeClr val="accent2"/>
                </a:solidFill>
                <a:latin typeface="Trebuchet MS"/>
                <a:ea typeface="Trebuchet MS"/>
                <a:cs typeface="Trebuchet MS"/>
                <a:sym typeface="Trebuchet MS"/>
              </a:rPr>
              <a:t>String name = cookies[i].getName();</a:t>
            </a:r>
            <a:endParaRPr/>
          </a:p>
          <a:p>
            <a:pPr indent="-228600" lvl="2" marL="1143000" rtl="0" algn="l">
              <a:spcBef>
                <a:spcPts val="480"/>
              </a:spcBef>
              <a:spcAft>
                <a:spcPts val="0"/>
              </a:spcAft>
              <a:buClr>
                <a:schemeClr val="accent2"/>
              </a:buClr>
              <a:buSzPts val="2400"/>
              <a:buChar char="•"/>
            </a:pPr>
            <a:r>
              <a:rPr lang="en-US">
                <a:solidFill>
                  <a:schemeClr val="accent2"/>
                </a:solidFill>
                <a:latin typeface="Trebuchet MS"/>
                <a:ea typeface="Trebuchet MS"/>
                <a:cs typeface="Trebuchet MS"/>
                <a:sym typeface="Trebuchet MS"/>
              </a:rPr>
              <a:t>String value = cookies[i].getValue();</a:t>
            </a:r>
            <a:endParaRPr/>
          </a:p>
          <a:p>
            <a:pPr indent="-342900" lvl="0" marL="342900" rtl="0" algn="l">
              <a:spcBef>
                <a:spcPts val="640"/>
              </a:spcBef>
              <a:spcAft>
                <a:spcPts val="0"/>
              </a:spcAft>
              <a:buClr>
                <a:schemeClr val="dk1"/>
              </a:buClr>
              <a:buSzPts val="3200"/>
              <a:buChar char="•"/>
            </a:pPr>
            <a:r>
              <a:rPr lang="en-US"/>
              <a:t>There are, of course, many more methods in the </a:t>
            </a:r>
            <a:r>
              <a:rPr lang="en-US" sz="2400">
                <a:solidFill>
                  <a:schemeClr val="accent2"/>
                </a:solidFill>
                <a:latin typeface="Trebuchet MS"/>
                <a:ea typeface="Trebuchet MS"/>
                <a:cs typeface="Trebuchet MS"/>
                <a:sym typeface="Trebuchet MS"/>
              </a:rPr>
              <a:t>HttpServletRequest</a:t>
            </a:r>
            <a:r>
              <a:rPr lang="en-US"/>
              <a:t>, </a:t>
            </a:r>
            <a:r>
              <a:rPr lang="en-US" sz="2400">
                <a:solidFill>
                  <a:schemeClr val="accent2"/>
                </a:solidFill>
                <a:latin typeface="Trebuchet MS"/>
                <a:ea typeface="Trebuchet MS"/>
                <a:cs typeface="Trebuchet MS"/>
                <a:sym typeface="Trebuchet MS"/>
              </a:rPr>
              <a:t>HttpServletResponse</a:t>
            </a:r>
            <a:r>
              <a:rPr lang="en-US"/>
              <a:t>, and</a:t>
            </a:r>
            <a:br>
              <a:rPr lang="en-US"/>
            </a:br>
            <a:r>
              <a:rPr lang="en-US" sz="2400">
                <a:solidFill>
                  <a:schemeClr val="accent2"/>
                </a:solidFill>
                <a:latin typeface="Trebuchet MS"/>
                <a:ea typeface="Trebuchet MS"/>
                <a:cs typeface="Trebuchet MS"/>
                <a:sym typeface="Trebuchet MS"/>
              </a:rPr>
              <a:t>Cookie</a:t>
            </a:r>
            <a:r>
              <a:rPr lang="en-US" sz="2400">
                <a:solidFill>
                  <a:srgbClr val="FFFF7F"/>
                </a:solidFill>
                <a:latin typeface="Trebuchet MS"/>
                <a:ea typeface="Trebuchet MS"/>
                <a:cs typeface="Trebuchet MS"/>
                <a:sym typeface="Trebuchet MS"/>
              </a:rPr>
              <a:t> </a:t>
            </a:r>
            <a:r>
              <a:rPr lang="en-US"/>
              <a:t>classes in the </a:t>
            </a:r>
            <a:r>
              <a:rPr lang="en-US" sz="2400">
                <a:solidFill>
                  <a:schemeClr val="accent2"/>
                </a:solidFill>
                <a:latin typeface="Trebuchet MS"/>
                <a:ea typeface="Trebuchet MS"/>
                <a:cs typeface="Trebuchet MS"/>
                <a:sym typeface="Trebuchet MS"/>
              </a:rPr>
              <a:t>javax.servlet.http</a:t>
            </a:r>
            <a:r>
              <a:rPr lang="en-US" sz="2400">
                <a:solidFill>
                  <a:srgbClr val="FFFF7F"/>
                </a:solidFill>
                <a:latin typeface="Trebuchet MS"/>
                <a:ea typeface="Trebuchet MS"/>
                <a:cs typeface="Trebuchet MS"/>
                <a:sym typeface="Trebuchet MS"/>
              </a:rPr>
              <a:t> </a:t>
            </a:r>
            <a:r>
              <a:rPr lang="en-US"/>
              <a:t>package</a:t>
            </a:r>
            <a:endParaRPr sz="2400">
              <a:solidFill>
                <a:srgbClr val="FFFF7F"/>
              </a:solidFill>
              <a:latin typeface="Trebuchet MS"/>
              <a:ea typeface="Trebuchet MS"/>
              <a:cs typeface="Trebuchet MS"/>
              <a:sym typeface="Trebuchet MS"/>
            </a:endParaRPr>
          </a:p>
        </p:txBody>
      </p:sp>
      <p:pic>
        <p:nvPicPr>
          <p:cNvPr descr="cookie-1.gif                                                   0016A239Quicksilver                    ABA78158:" id="661" name="Google Shape;661;g3be6e5f1d5b_1_293"/>
          <p:cNvPicPr preferRelativeResize="0"/>
          <p:nvPr/>
        </p:nvPicPr>
        <p:blipFill rotWithShape="1">
          <a:blip r:embed="rId3">
            <a:alphaModFix/>
          </a:blip>
          <a:srcRect b="0" l="0" r="0" t="0"/>
          <a:stretch/>
        </p:blipFill>
        <p:spPr>
          <a:xfrm>
            <a:off x="7481888" y="5362575"/>
            <a:ext cx="1662112" cy="1495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5000"/>
                                        <p:tgtEl>
                                          <p:spTgt spid="6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be6e5f1d5b_1_29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Some more </a:t>
            </a:r>
            <a:r>
              <a:rPr lang="en-US">
                <a:solidFill>
                  <a:schemeClr val="dk1"/>
                </a:solidFill>
                <a:latin typeface="Trebuchet MS"/>
                <a:ea typeface="Trebuchet MS"/>
                <a:cs typeface="Trebuchet MS"/>
                <a:sym typeface="Trebuchet MS"/>
              </a:rPr>
              <a:t>Cookie</a:t>
            </a:r>
            <a:r>
              <a:rPr lang="en-US"/>
              <a:t> methods</a:t>
            </a:r>
            <a:endParaRPr/>
          </a:p>
        </p:txBody>
      </p:sp>
      <p:sp>
        <p:nvSpPr>
          <p:cNvPr id="667" name="Google Shape;667;g3be6e5f1d5b_1_299"/>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lnSpcReduction="20000"/>
          </a:bodyPr>
          <a:lstStyle/>
          <a:p>
            <a:pPr indent="-358140" lvl="0" marL="342900" rtl="0" algn="l">
              <a:lnSpc>
                <a:spcPct val="90000"/>
              </a:lnSpc>
              <a:spcBef>
                <a:spcPts val="0"/>
              </a:spcBef>
              <a:spcAft>
                <a:spcPts val="0"/>
              </a:spcAft>
              <a:buClr>
                <a:schemeClr val="accent2"/>
              </a:buClr>
              <a:buSzPts val="3200"/>
              <a:buChar char="•"/>
            </a:pPr>
            <a:r>
              <a:rPr lang="en-US">
                <a:solidFill>
                  <a:schemeClr val="accent2"/>
                </a:solidFill>
                <a:latin typeface="Trebuchet MS"/>
                <a:ea typeface="Trebuchet MS"/>
                <a:cs typeface="Trebuchet MS"/>
                <a:sym typeface="Trebuchet MS"/>
              </a:rPr>
              <a:t>public void setComment(String </a:t>
            </a:r>
            <a:r>
              <a:rPr b="1" i="1" lang="en-US">
                <a:solidFill>
                  <a:schemeClr val="hlink"/>
                </a:solidFill>
              </a:rPr>
              <a:t>purpose</a:t>
            </a:r>
            <a:r>
              <a:rPr lang="en-US">
                <a:solidFill>
                  <a:schemeClr val="accent2"/>
                </a:solidFill>
                <a:latin typeface="Trebuchet MS"/>
                <a:ea typeface="Trebuchet MS"/>
                <a:cs typeface="Trebuchet MS"/>
                <a:sym typeface="Trebuchet MS"/>
              </a:rPr>
              <a:t>)</a:t>
            </a:r>
            <a:endParaRPr/>
          </a:p>
          <a:p>
            <a:pPr indent="-299085" lvl="1" marL="742950" rtl="0" algn="l">
              <a:lnSpc>
                <a:spcPct val="90000"/>
              </a:lnSpc>
              <a:spcBef>
                <a:spcPts val="518"/>
              </a:spcBef>
              <a:spcAft>
                <a:spcPts val="0"/>
              </a:spcAft>
              <a:buClr>
                <a:schemeClr val="accent2"/>
              </a:buClr>
              <a:buSzPts val="2800"/>
              <a:buChar char="–"/>
            </a:pPr>
            <a:r>
              <a:rPr lang="en-US" sz="2800">
                <a:solidFill>
                  <a:schemeClr val="accent2"/>
                </a:solidFill>
                <a:latin typeface="Trebuchet MS"/>
                <a:ea typeface="Trebuchet MS"/>
                <a:cs typeface="Trebuchet MS"/>
                <a:sym typeface="Trebuchet MS"/>
              </a:rPr>
              <a:t>public String getComment()</a:t>
            </a:r>
            <a:endParaRPr/>
          </a:p>
          <a:p>
            <a:pPr indent="-358140" lvl="0" marL="342900" rtl="0" algn="l">
              <a:lnSpc>
                <a:spcPct val="90000"/>
              </a:lnSpc>
              <a:spcBef>
                <a:spcPts val="592"/>
              </a:spcBef>
              <a:spcAft>
                <a:spcPts val="0"/>
              </a:spcAft>
              <a:buClr>
                <a:schemeClr val="accent2"/>
              </a:buClr>
              <a:buSzPts val="3200"/>
              <a:buChar char="•"/>
            </a:pPr>
            <a:r>
              <a:rPr lang="en-US">
                <a:solidFill>
                  <a:schemeClr val="accent2"/>
                </a:solidFill>
                <a:latin typeface="Trebuchet MS"/>
                <a:ea typeface="Trebuchet MS"/>
                <a:cs typeface="Trebuchet MS"/>
                <a:sym typeface="Trebuchet MS"/>
              </a:rPr>
              <a:t>public void setMaxAge(int </a:t>
            </a:r>
            <a:r>
              <a:rPr b="1" i="1" lang="en-US">
                <a:solidFill>
                  <a:schemeClr val="hlink"/>
                </a:solidFill>
              </a:rPr>
              <a:t>expiry</a:t>
            </a:r>
            <a:r>
              <a:rPr lang="en-US">
                <a:solidFill>
                  <a:schemeClr val="accent2"/>
                </a:solidFill>
                <a:latin typeface="Trebuchet MS"/>
                <a:ea typeface="Trebuchet MS"/>
                <a:cs typeface="Trebuchet MS"/>
                <a:sym typeface="Trebuchet MS"/>
              </a:rPr>
              <a:t>)</a:t>
            </a:r>
            <a:endParaRPr/>
          </a:p>
          <a:p>
            <a:pPr indent="-299085" lvl="1" marL="742950" rtl="0" algn="l">
              <a:lnSpc>
                <a:spcPct val="90000"/>
              </a:lnSpc>
              <a:spcBef>
                <a:spcPts val="518"/>
              </a:spcBef>
              <a:spcAft>
                <a:spcPts val="0"/>
              </a:spcAft>
              <a:buClr>
                <a:schemeClr val="accent2"/>
              </a:buClr>
              <a:buSzPts val="2800"/>
              <a:buChar char="–"/>
            </a:pPr>
            <a:r>
              <a:rPr lang="en-US" sz="2800">
                <a:solidFill>
                  <a:schemeClr val="accent2"/>
                </a:solidFill>
                <a:latin typeface="Trebuchet MS"/>
                <a:ea typeface="Trebuchet MS"/>
                <a:cs typeface="Trebuchet MS"/>
                <a:sym typeface="Trebuchet MS"/>
              </a:rPr>
              <a:t>public int getMaxAge()</a:t>
            </a:r>
            <a:endParaRPr/>
          </a:p>
          <a:p>
            <a:pPr indent="-299085" lvl="1" marL="742950" rtl="0" algn="l">
              <a:lnSpc>
                <a:spcPct val="90000"/>
              </a:lnSpc>
              <a:spcBef>
                <a:spcPts val="518"/>
              </a:spcBef>
              <a:spcAft>
                <a:spcPts val="0"/>
              </a:spcAft>
              <a:buClr>
                <a:schemeClr val="dk1"/>
              </a:buClr>
              <a:buSzPts val="2800"/>
              <a:buChar char="–"/>
            </a:pPr>
            <a:r>
              <a:rPr lang="en-US"/>
              <a:t>Max age in seconds after which cookie will expire</a:t>
            </a:r>
            <a:endParaRPr/>
          </a:p>
          <a:p>
            <a:pPr indent="-299085" lvl="1" marL="742950" rtl="0" algn="l">
              <a:lnSpc>
                <a:spcPct val="90000"/>
              </a:lnSpc>
              <a:spcBef>
                <a:spcPts val="518"/>
              </a:spcBef>
              <a:spcAft>
                <a:spcPts val="0"/>
              </a:spcAft>
              <a:buClr>
                <a:schemeClr val="dk1"/>
              </a:buClr>
              <a:buSzPts val="2800"/>
              <a:buChar char="–"/>
            </a:pPr>
            <a:r>
              <a:rPr lang="en-US"/>
              <a:t>If </a:t>
            </a:r>
            <a:r>
              <a:rPr lang="en-US">
                <a:solidFill>
                  <a:schemeClr val="accent2"/>
                </a:solidFill>
                <a:latin typeface="Trebuchet MS"/>
                <a:ea typeface="Trebuchet MS"/>
                <a:cs typeface="Trebuchet MS"/>
                <a:sym typeface="Trebuchet MS"/>
              </a:rPr>
              <a:t>expiry</a:t>
            </a:r>
            <a:r>
              <a:rPr lang="en-US"/>
              <a:t> is negative, delete when browser exits</a:t>
            </a:r>
            <a:endParaRPr/>
          </a:p>
          <a:p>
            <a:pPr indent="-299085" lvl="1" marL="742950" rtl="0" algn="l">
              <a:lnSpc>
                <a:spcPct val="90000"/>
              </a:lnSpc>
              <a:spcBef>
                <a:spcPts val="518"/>
              </a:spcBef>
              <a:spcAft>
                <a:spcPts val="0"/>
              </a:spcAft>
              <a:buClr>
                <a:schemeClr val="dk1"/>
              </a:buClr>
              <a:buSzPts val="2800"/>
              <a:buChar char="–"/>
            </a:pPr>
            <a:r>
              <a:rPr lang="en-US"/>
              <a:t>If </a:t>
            </a:r>
            <a:r>
              <a:rPr lang="en-US">
                <a:solidFill>
                  <a:schemeClr val="accent2"/>
                </a:solidFill>
                <a:latin typeface="Trebuchet MS"/>
                <a:ea typeface="Trebuchet MS"/>
                <a:cs typeface="Trebuchet MS"/>
                <a:sym typeface="Trebuchet MS"/>
              </a:rPr>
              <a:t>expiry</a:t>
            </a:r>
            <a:r>
              <a:rPr lang="en-US"/>
              <a:t> is zero, delete cookie immediately</a:t>
            </a:r>
            <a:endParaRPr/>
          </a:p>
          <a:p>
            <a:pPr indent="-358140" lvl="0" marL="342900" rtl="0" algn="l">
              <a:lnSpc>
                <a:spcPct val="90000"/>
              </a:lnSpc>
              <a:spcBef>
                <a:spcPts val="592"/>
              </a:spcBef>
              <a:spcAft>
                <a:spcPts val="0"/>
              </a:spcAft>
              <a:buClr>
                <a:schemeClr val="accent2"/>
              </a:buClr>
              <a:buSzPts val="3200"/>
              <a:buChar char="•"/>
            </a:pPr>
            <a:r>
              <a:rPr lang="en-US">
                <a:solidFill>
                  <a:schemeClr val="accent2"/>
                </a:solidFill>
                <a:latin typeface="Trebuchet MS"/>
                <a:ea typeface="Trebuchet MS"/>
                <a:cs typeface="Trebuchet MS"/>
                <a:sym typeface="Trebuchet MS"/>
              </a:rPr>
              <a:t>setSecure(boolean </a:t>
            </a:r>
            <a:r>
              <a:rPr b="1" i="1" lang="en-US">
                <a:solidFill>
                  <a:schemeClr val="hlink"/>
                </a:solidFill>
              </a:rPr>
              <a:t>flag</a:t>
            </a:r>
            <a:r>
              <a:rPr lang="en-US">
                <a:solidFill>
                  <a:schemeClr val="accent2"/>
                </a:solidFill>
                <a:latin typeface="Trebuchet MS"/>
                <a:ea typeface="Trebuchet MS"/>
                <a:cs typeface="Trebuchet MS"/>
                <a:sym typeface="Trebuchet MS"/>
              </a:rPr>
              <a:t>)</a:t>
            </a:r>
            <a:endParaRPr>
              <a:solidFill>
                <a:srgbClr val="FFFF7F"/>
              </a:solidFill>
              <a:latin typeface="Trebuchet MS"/>
              <a:ea typeface="Trebuchet MS"/>
              <a:cs typeface="Trebuchet MS"/>
              <a:sym typeface="Trebuchet MS"/>
            </a:endParaRPr>
          </a:p>
          <a:p>
            <a:pPr indent="-299085" lvl="1" marL="742950" rtl="0" algn="l">
              <a:lnSpc>
                <a:spcPct val="90000"/>
              </a:lnSpc>
              <a:spcBef>
                <a:spcPts val="518"/>
              </a:spcBef>
              <a:spcAft>
                <a:spcPts val="0"/>
              </a:spcAft>
              <a:buClr>
                <a:schemeClr val="accent2"/>
              </a:buClr>
              <a:buSzPts val="2800"/>
              <a:buChar char="–"/>
            </a:pPr>
            <a:r>
              <a:rPr lang="en-US" sz="2800">
                <a:solidFill>
                  <a:schemeClr val="accent2"/>
                </a:solidFill>
                <a:latin typeface="Trebuchet MS"/>
                <a:ea typeface="Trebuchet MS"/>
                <a:cs typeface="Trebuchet MS"/>
                <a:sym typeface="Trebuchet MS"/>
              </a:rPr>
              <a:t>public boolean getSecure()</a:t>
            </a:r>
            <a:endParaRPr/>
          </a:p>
          <a:p>
            <a:pPr indent="-299085" lvl="1" marL="742950" rtl="0" algn="l">
              <a:lnSpc>
                <a:spcPct val="90000"/>
              </a:lnSpc>
              <a:spcBef>
                <a:spcPts val="518"/>
              </a:spcBef>
              <a:spcAft>
                <a:spcPts val="0"/>
              </a:spcAft>
              <a:buClr>
                <a:schemeClr val="dk1"/>
              </a:buClr>
              <a:buSzPts val="2800"/>
              <a:buChar char="–"/>
            </a:pPr>
            <a:r>
              <a:rPr lang="en-US"/>
              <a:t>Indicates to the browser whether the cookie should only be sent using a secure protocol, such as HTTPS or SSL </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g3be6e5f1d5b_1_30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673" name="Google Shape;673;g3be6e5f1d5b_1_30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id="674" name="Google Shape;674;g3be6e5f1d5b_1_304"/>
          <p:cNvPicPr preferRelativeResize="0"/>
          <p:nvPr/>
        </p:nvPicPr>
        <p:blipFill rotWithShape="1">
          <a:blip r:embed="rId3">
            <a:alphaModFix/>
          </a:blip>
          <a:srcRect b="0" l="0" r="0" t="0"/>
          <a:stretch/>
        </p:blipFill>
        <p:spPr>
          <a:xfrm>
            <a:off x="1" y="457200"/>
            <a:ext cx="9144001" cy="6400800"/>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g3be6e5f1d5b_1_31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t/>
            </a:r>
            <a:endParaRPr/>
          </a:p>
        </p:txBody>
      </p:sp>
      <p:sp>
        <p:nvSpPr>
          <p:cNvPr id="680" name="Google Shape;680;g3be6e5f1d5b_1_31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a:p>
        </p:txBody>
      </p:sp>
      <p:pic>
        <p:nvPicPr>
          <p:cNvPr id="681" name="Google Shape;681;g3be6e5f1d5b_1_310"/>
          <p:cNvPicPr preferRelativeResize="0"/>
          <p:nvPr/>
        </p:nvPicPr>
        <p:blipFill rotWithShape="1">
          <a:blip r:embed="rId3">
            <a:alphaModFix/>
          </a:blip>
          <a:srcRect b="0" l="0" r="0" t="0"/>
          <a:stretch/>
        </p:blipFill>
        <p:spPr>
          <a:xfrm>
            <a:off x="514350" y="304800"/>
            <a:ext cx="8115300" cy="6096000"/>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
        <p:nvSpPr>
          <p:cNvPr id="687" name="Google Shape;687;g3c4885e55c8_0_9"/>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2400"/>
              </a:spcBef>
              <a:spcAft>
                <a:spcPts val="0"/>
              </a:spcAft>
              <a:buClr>
                <a:schemeClr val="dk1"/>
              </a:buClr>
              <a:buSzPct val="47826"/>
              <a:buFont typeface="Arial"/>
              <a:buNone/>
            </a:pPr>
            <a:r>
              <a:rPr b="1" lang="en-US" sz="2300">
                <a:latin typeface="Arial"/>
                <a:ea typeface="Arial"/>
                <a:cs typeface="Arial"/>
                <a:sym typeface="Arial"/>
              </a:rPr>
              <a:t> What is web.xml?</a:t>
            </a:r>
            <a:endParaRPr b="1" sz="2300">
              <a:latin typeface="Arial"/>
              <a:ea typeface="Arial"/>
              <a:cs typeface="Arial"/>
              <a:sym typeface="Arial"/>
            </a:endParaRPr>
          </a:p>
          <a:p>
            <a:pPr indent="0" lvl="0" marL="0" rtl="0" algn="ctr">
              <a:spcBef>
                <a:spcPts val="600"/>
              </a:spcBef>
              <a:spcAft>
                <a:spcPts val="0"/>
              </a:spcAft>
              <a:buNone/>
            </a:pPr>
            <a:r>
              <a:t/>
            </a:r>
            <a:endParaRPr/>
          </a:p>
        </p:txBody>
      </p:sp>
      <p:sp>
        <p:nvSpPr>
          <p:cNvPr id="688" name="Google Shape;688;g3c4885e55c8_0_9"/>
          <p:cNvSpPr txBox="1"/>
          <p:nvPr>
            <p:ph idx="1" type="body"/>
          </p:nvPr>
        </p:nvSpPr>
        <p:spPr>
          <a:xfrm>
            <a:off x="457200" y="880925"/>
            <a:ext cx="8229600" cy="5245500"/>
          </a:xfrm>
          <a:prstGeom prst="rect">
            <a:avLst/>
          </a:prstGeom>
        </p:spPr>
        <p:txBody>
          <a:bodyPr anchorCtr="0" anchor="t" bIns="45700" lIns="91425" spcFirstLastPara="1" rIns="91425" wrap="square" tIns="45700">
            <a:normAutofit fontScale="62500" lnSpcReduction="20000"/>
          </a:bodyPr>
          <a:lstStyle/>
          <a:p>
            <a:pPr indent="0" lvl="0" marL="0" rtl="0" algn="l">
              <a:lnSpc>
                <a:spcPct val="115000"/>
              </a:lnSpc>
              <a:spcBef>
                <a:spcPts val="1200"/>
              </a:spcBef>
              <a:spcAft>
                <a:spcPts val="0"/>
              </a:spcAft>
              <a:buNone/>
            </a:pPr>
            <a:r>
              <a:t/>
            </a:r>
            <a:endParaRPr sz="2957">
              <a:solidFill>
                <a:srgbClr val="188038"/>
              </a:solidFill>
              <a:latin typeface="Roboto Mono"/>
              <a:ea typeface="Roboto Mono"/>
              <a:cs typeface="Roboto Mono"/>
              <a:sym typeface="Roboto Mono"/>
            </a:endParaRPr>
          </a:p>
          <a:p>
            <a:pPr indent="-272256" lvl="0" marL="457200" rtl="0" algn="l">
              <a:lnSpc>
                <a:spcPct val="115000"/>
              </a:lnSpc>
              <a:spcBef>
                <a:spcPts val="1200"/>
              </a:spcBef>
              <a:spcAft>
                <a:spcPts val="0"/>
              </a:spcAft>
              <a:buSzPct val="37198"/>
              <a:buChar char="●"/>
            </a:pPr>
            <a:r>
              <a:rPr lang="en-US" sz="2957">
                <a:solidFill>
                  <a:srgbClr val="188038"/>
                </a:solidFill>
                <a:latin typeface="Roboto Mono"/>
                <a:ea typeface="Roboto Mono"/>
                <a:cs typeface="Roboto Mono"/>
                <a:sym typeface="Roboto Mono"/>
              </a:rPr>
              <a:t>web.xml</a:t>
            </a:r>
            <a:r>
              <a:rPr lang="en-US" sz="2957">
                <a:latin typeface="Arial"/>
                <a:ea typeface="Arial"/>
                <a:cs typeface="Arial"/>
                <a:sym typeface="Arial"/>
              </a:rPr>
              <a:t> is the </a:t>
            </a:r>
            <a:r>
              <a:rPr b="1" lang="en-US" sz="2957">
                <a:latin typeface="Arial"/>
                <a:ea typeface="Arial"/>
                <a:cs typeface="Arial"/>
                <a:sym typeface="Arial"/>
              </a:rPr>
              <a:t>deployment descriptor</a:t>
            </a:r>
            <a:r>
              <a:rPr lang="en-US" sz="2957">
                <a:latin typeface="Arial"/>
                <a:ea typeface="Arial"/>
                <a:cs typeface="Arial"/>
                <a:sym typeface="Arial"/>
              </a:rPr>
              <a:t> of a web application.</a:t>
            </a:r>
            <a:endParaRPr sz="2957">
              <a:latin typeface="Arial"/>
              <a:ea typeface="Arial"/>
              <a:cs typeface="Arial"/>
              <a:sym typeface="Arial"/>
            </a:endParaRPr>
          </a:p>
          <a:p>
            <a:pPr indent="-272256" lvl="0" marL="457200" rtl="0" algn="l">
              <a:lnSpc>
                <a:spcPct val="115000"/>
              </a:lnSpc>
              <a:spcBef>
                <a:spcPts val="0"/>
              </a:spcBef>
              <a:spcAft>
                <a:spcPts val="0"/>
              </a:spcAft>
              <a:buSzPct val="37086"/>
              <a:buChar char="●"/>
            </a:pPr>
            <a:r>
              <a:rPr lang="en-US" sz="2966">
                <a:latin typeface="Arial"/>
                <a:ea typeface="Arial"/>
                <a:cs typeface="Arial"/>
                <a:sym typeface="Arial"/>
              </a:rPr>
              <a:t>A </a:t>
            </a:r>
            <a:r>
              <a:rPr b="1" lang="en-US" sz="2966">
                <a:latin typeface="Arial"/>
                <a:ea typeface="Arial"/>
                <a:cs typeface="Arial"/>
                <a:sym typeface="Arial"/>
              </a:rPr>
              <a:t>Deployment Descriptor</a:t>
            </a:r>
            <a:r>
              <a:rPr lang="en-US" sz="2966">
                <a:latin typeface="Arial"/>
                <a:ea typeface="Arial"/>
                <a:cs typeface="Arial"/>
                <a:sym typeface="Arial"/>
              </a:rPr>
              <a:t> is an XML configuration file used to describe how a web application should be deployed and configured in a servlet container.</a:t>
            </a:r>
            <a:endParaRPr sz="2966">
              <a:latin typeface="Arial"/>
              <a:ea typeface="Arial"/>
              <a:cs typeface="Arial"/>
              <a:sym typeface="Arial"/>
            </a:endParaRPr>
          </a:p>
          <a:p>
            <a:pPr indent="-272256" lvl="0" marL="457200" rtl="0" algn="l">
              <a:spcBef>
                <a:spcPts val="0"/>
              </a:spcBef>
              <a:spcAft>
                <a:spcPts val="0"/>
              </a:spcAft>
              <a:buSzPct val="34375"/>
              <a:buChar char="●"/>
            </a:pPr>
            <a:r>
              <a:rPr lang="en-US"/>
              <a:t>Location - WEB-INF/web.xml</a:t>
            </a:r>
            <a:br>
              <a:rPr lang="en-US"/>
            </a:br>
            <a:endParaRPr/>
          </a:p>
          <a:p>
            <a:pPr indent="-272256" lvl="1" marL="914400" rtl="0" algn="l">
              <a:lnSpc>
                <a:spcPct val="115000"/>
              </a:lnSpc>
              <a:spcBef>
                <a:spcPts val="0"/>
              </a:spcBef>
              <a:spcAft>
                <a:spcPts val="0"/>
              </a:spcAft>
              <a:buSzPct val="39285"/>
              <a:buAutoNum type="alphaLcPeriod"/>
            </a:pPr>
            <a:r>
              <a:rPr lang="en-US"/>
              <a:t>Defines servlet configuration</a:t>
            </a:r>
            <a:br>
              <a:rPr lang="en-US"/>
            </a:br>
            <a:endParaRPr/>
          </a:p>
          <a:p>
            <a:pPr indent="-272256" lvl="1" marL="914400" rtl="0" algn="l">
              <a:lnSpc>
                <a:spcPct val="115000"/>
              </a:lnSpc>
              <a:spcBef>
                <a:spcPts val="0"/>
              </a:spcBef>
              <a:spcAft>
                <a:spcPts val="0"/>
              </a:spcAft>
              <a:buSzPct val="39285"/>
              <a:buAutoNum type="alphaLcPeriod"/>
            </a:pPr>
            <a:r>
              <a:rPr lang="en-US"/>
              <a:t>Maps URL to servlet</a:t>
            </a:r>
            <a:br>
              <a:rPr lang="en-US"/>
            </a:br>
            <a:endParaRPr/>
          </a:p>
          <a:p>
            <a:pPr indent="-272256" lvl="1" marL="914400" rtl="0" algn="l">
              <a:lnSpc>
                <a:spcPct val="115000"/>
              </a:lnSpc>
              <a:spcBef>
                <a:spcPts val="0"/>
              </a:spcBef>
              <a:spcAft>
                <a:spcPts val="0"/>
              </a:spcAft>
              <a:buSzPct val="39285"/>
              <a:buAutoNum type="alphaLcPeriod"/>
            </a:pPr>
            <a:r>
              <a:rPr lang="en-US"/>
              <a:t>Stores initialization parameters</a:t>
            </a:r>
            <a:br>
              <a:rPr lang="en-US"/>
            </a:br>
            <a:endParaRPr/>
          </a:p>
          <a:p>
            <a:pPr indent="-272256" lvl="1" marL="914400" rtl="0" algn="l">
              <a:lnSpc>
                <a:spcPct val="115000"/>
              </a:lnSpc>
              <a:spcBef>
                <a:spcPts val="0"/>
              </a:spcBef>
              <a:spcAft>
                <a:spcPts val="0"/>
              </a:spcAft>
              <a:buSzPct val="39285"/>
              <a:buAutoNum type="alphaLcPeriod"/>
            </a:pPr>
            <a:r>
              <a:rPr lang="en-US"/>
              <a:t>Defines context parameters</a:t>
            </a:r>
            <a:br>
              <a:rPr lang="en-US"/>
            </a:br>
            <a:endParaRPr/>
          </a:p>
          <a:p>
            <a:pPr indent="0" lvl="0" marL="0" rtl="0" algn="l">
              <a:lnSpc>
                <a:spcPct val="115000"/>
              </a:lnSpc>
              <a:spcBef>
                <a:spcPts val="1200"/>
              </a:spcBef>
              <a:spcAft>
                <a:spcPts val="0"/>
              </a:spcAft>
              <a:buClr>
                <a:schemeClr val="dk1"/>
              </a:buClr>
              <a:buSzPct val="34375"/>
              <a:buFont typeface="Arial"/>
              <a:buNone/>
            </a:pPr>
            <a:r>
              <a:rPr lang="en-US"/>
              <a:t>It is read when the server starts.</a:t>
            </a:r>
            <a:endParaRPr/>
          </a:p>
          <a:p>
            <a:pPr indent="0" lvl="0" marL="0" rtl="0" algn="l">
              <a:spcBef>
                <a:spcPts val="1200"/>
              </a:spcBef>
              <a:spcAft>
                <a:spcPts val="0"/>
              </a:spcAft>
              <a:buNone/>
            </a:pPr>
            <a:r>
              <a:t/>
            </a:r>
            <a:endParaRPr/>
          </a:p>
        </p:txBody>
      </p:sp>
      <p:sp>
        <p:nvSpPr>
          <p:cNvPr id="689" name="Google Shape;689;g3c4885e55c8_0_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4" name="Shape 694"/>
        <p:cNvGrpSpPr/>
        <p:nvPr/>
      </p:nvGrpSpPr>
      <p:grpSpPr>
        <a:xfrm>
          <a:off x="0" y="0"/>
          <a:ext cx="0" cy="0"/>
          <a:chOff x="0" y="0"/>
          <a:chExt cx="0" cy="0"/>
        </a:xfrm>
      </p:grpSpPr>
      <p:sp>
        <p:nvSpPr>
          <p:cNvPr id="695" name="Google Shape;695;g3c4885e55c8_0_16"/>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Why Do We Need Configuration in Servlets?</a:t>
            </a:r>
            <a:endParaRPr/>
          </a:p>
        </p:txBody>
      </p:sp>
      <p:sp>
        <p:nvSpPr>
          <p:cNvPr id="696" name="Google Shape;696;g3c4885e55c8_0_16"/>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85000" lnSpcReduction="10000"/>
          </a:bodyPr>
          <a:lstStyle/>
          <a:p>
            <a:pPr indent="-287972" lvl="0" marL="457200" rtl="0" algn="l">
              <a:lnSpc>
                <a:spcPct val="115000"/>
              </a:lnSpc>
              <a:spcBef>
                <a:spcPts val="1200"/>
              </a:spcBef>
              <a:spcAft>
                <a:spcPts val="0"/>
              </a:spcAft>
              <a:buSzPct val="34375"/>
              <a:buChar char="●"/>
            </a:pPr>
            <a:r>
              <a:rPr lang="en-US"/>
              <a:t>Some data is specific to one servlet</a:t>
            </a:r>
            <a:br>
              <a:rPr lang="en-US"/>
            </a:br>
            <a:endParaRPr/>
          </a:p>
          <a:p>
            <a:pPr indent="-287972" lvl="0" marL="457200" rtl="0" algn="l">
              <a:lnSpc>
                <a:spcPct val="115000"/>
              </a:lnSpc>
              <a:spcBef>
                <a:spcPts val="0"/>
              </a:spcBef>
              <a:spcAft>
                <a:spcPts val="0"/>
              </a:spcAft>
              <a:buSzPct val="34375"/>
              <a:buChar char="●"/>
            </a:pPr>
            <a:r>
              <a:rPr lang="en-US"/>
              <a:t>Some data is common to the entire web application</a:t>
            </a:r>
            <a:br>
              <a:rPr lang="en-US"/>
            </a:br>
            <a:endParaRPr/>
          </a:p>
          <a:p>
            <a:pPr indent="-287972" lvl="0" marL="457200" rtl="0" algn="l">
              <a:lnSpc>
                <a:spcPct val="115000"/>
              </a:lnSpc>
              <a:spcBef>
                <a:spcPts val="0"/>
              </a:spcBef>
              <a:spcAft>
                <a:spcPts val="0"/>
              </a:spcAft>
              <a:buSzPct val="34375"/>
              <a:buChar char="●"/>
            </a:pPr>
            <a:r>
              <a:rPr lang="en-US"/>
              <a:t>How do we manage both?</a:t>
            </a:r>
            <a:br>
              <a:rPr lang="en-US"/>
            </a:br>
            <a:endParaRPr/>
          </a:p>
          <a:p>
            <a:pPr indent="0" lvl="0" marL="381000" marR="381000" rtl="0" algn="l">
              <a:lnSpc>
                <a:spcPct val="115000"/>
              </a:lnSpc>
              <a:spcBef>
                <a:spcPts val="1200"/>
              </a:spcBef>
              <a:spcAft>
                <a:spcPts val="0"/>
              </a:spcAft>
              <a:buClr>
                <a:schemeClr val="dk1"/>
              </a:buClr>
              <a:buSzPct val="34375"/>
              <a:buFont typeface="Arial"/>
              <a:buNone/>
            </a:pPr>
            <a:r>
              <a:rPr lang="en-US"/>
              <a:t>How can we configure individual servlets and also share common data?</a:t>
            </a:r>
            <a:endParaRPr/>
          </a:p>
          <a:p>
            <a:pPr indent="0" lvl="0" marL="0" rtl="0" algn="l">
              <a:spcBef>
                <a:spcPts val="1200"/>
              </a:spcBef>
              <a:spcAft>
                <a:spcPts val="0"/>
              </a:spcAft>
              <a:buNone/>
            </a:pPr>
            <a:r>
              <a:t/>
            </a:r>
            <a:endParaRPr/>
          </a:p>
        </p:txBody>
      </p:sp>
      <p:sp>
        <p:nvSpPr>
          <p:cNvPr id="697" name="Google Shape;697;g3c4885e55c8_0_1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c4885e55c8_0_25"/>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US"/>
              <a:t>Two Levels of Data in Web Applications</a:t>
            </a:r>
            <a:endParaRPr/>
          </a:p>
        </p:txBody>
      </p:sp>
      <p:sp>
        <p:nvSpPr>
          <p:cNvPr id="704" name="Google Shape;704;g3c4885e55c8_0_25"/>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77500" lnSpcReduction="20000"/>
          </a:bodyPr>
          <a:lstStyle/>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spcBef>
                <a:spcPts val="360"/>
              </a:spcBef>
              <a:spcAft>
                <a:spcPts val="0"/>
              </a:spcAft>
              <a:buNone/>
            </a:pPr>
            <a:r>
              <a:t/>
            </a:r>
            <a:endParaRPr/>
          </a:p>
          <a:p>
            <a:pPr indent="0" lvl="0" marL="0" rtl="0" algn="l">
              <a:lnSpc>
                <a:spcPct val="115000"/>
              </a:lnSpc>
              <a:spcBef>
                <a:spcPts val="1200"/>
              </a:spcBef>
              <a:spcAft>
                <a:spcPts val="0"/>
              </a:spcAft>
              <a:buClr>
                <a:schemeClr val="dk1"/>
              </a:buClr>
              <a:buSzPct val="34375"/>
              <a:buFont typeface="Arial"/>
              <a:buNone/>
            </a:pPr>
            <a:r>
              <a:rPr lang="en-US"/>
              <a:t>Servlet API provides two interfaces:</a:t>
            </a:r>
            <a:endParaRPr/>
          </a:p>
          <a:p>
            <a:pPr indent="-282733" lvl="0" marL="457200" rtl="0" algn="l">
              <a:lnSpc>
                <a:spcPct val="115000"/>
              </a:lnSpc>
              <a:spcBef>
                <a:spcPts val="1200"/>
              </a:spcBef>
              <a:spcAft>
                <a:spcPts val="0"/>
              </a:spcAft>
              <a:buSzPct val="34375"/>
              <a:buChar char="●"/>
            </a:pPr>
            <a:r>
              <a:rPr lang="en-US"/>
              <a:t>ServletConfig</a:t>
            </a:r>
            <a:br>
              <a:rPr lang="en-US"/>
            </a:br>
            <a:endParaRPr/>
          </a:p>
          <a:p>
            <a:pPr indent="-282733" lvl="0" marL="457200" rtl="0" algn="l">
              <a:lnSpc>
                <a:spcPct val="115000"/>
              </a:lnSpc>
              <a:spcBef>
                <a:spcPts val="0"/>
              </a:spcBef>
              <a:spcAft>
                <a:spcPts val="0"/>
              </a:spcAft>
              <a:buSzPct val="34375"/>
              <a:buChar char="●"/>
            </a:pPr>
            <a:r>
              <a:rPr lang="en-US"/>
              <a:t>ServletContext</a:t>
            </a:r>
            <a:br>
              <a:rPr lang="en-US"/>
            </a:br>
            <a:endParaRPr/>
          </a:p>
          <a:p>
            <a:pPr indent="0" lvl="0" marL="0" rtl="0" algn="l">
              <a:spcBef>
                <a:spcPts val="1200"/>
              </a:spcBef>
              <a:spcAft>
                <a:spcPts val="0"/>
              </a:spcAft>
              <a:buNone/>
            </a:pPr>
            <a:r>
              <a:t/>
            </a:r>
            <a:endParaRPr/>
          </a:p>
        </p:txBody>
      </p:sp>
      <p:sp>
        <p:nvSpPr>
          <p:cNvPr id="705" name="Google Shape;705;g3c4885e55c8_0_2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graphicFrame>
        <p:nvGraphicFramePr>
          <p:cNvPr id="706" name="Google Shape;706;g3c4885e55c8_0_25"/>
          <p:cNvGraphicFramePr/>
          <p:nvPr/>
        </p:nvGraphicFramePr>
        <p:xfrm>
          <a:off x="952500" y="1600200"/>
          <a:ext cx="3000000" cy="3000000"/>
        </p:xfrm>
        <a:graphic>
          <a:graphicData uri="http://schemas.openxmlformats.org/drawingml/2006/table">
            <a:tbl>
              <a:tblPr>
                <a:noFill/>
                <a:tableStyleId>{DCFC4FD1-408E-4249-958D-94DAA0A80FA4}</a:tableStyleId>
              </a:tblPr>
              <a:tblGrid>
                <a:gridCol w="3619500"/>
                <a:gridCol w="3619500"/>
              </a:tblGrid>
              <a:tr h="381000">
                <a:tc>
                  <a:txBody>
                    <a:bodyPr/>
                    <a:lstStyle/>
                    <a:p>
                      <a:pPr indent="0" lvl="0" marL="0" rtl="0" algn="ctr">
                        <a:lnSpc>
                          <a:spcPct val="115000"/>
                        </a:lnSpc>
                        <a:spcBef>
                          <a:spcPts val="0"/>
                        </a:spcBef>
                        <a:spcAft>
                          <a:spcPts val="0"/>
                        </a:spcAft>
                        <a:buNone/>
                      </a:pPr>
                      <a:r>
                        <a:rPr b="1" lang="en-US" sz="1700"/>
                        <a:t>Level</a:t>
                      </a:r>
                      <a:endParaRPr b="1" sz="1700"/>
                    </a:p>
                  </a:txBody>
                  <a:tcPr marT="91425" marB="91425" marR="91425" marL="91425"/>
                </a:tc>
                <a:tc>
                  <a:txBody>
                    <a:bodyPr/>
                    <a:lstStyle/>
                    <a:p>
                      <a:pPr indent="0" lvl="0" marL="0" rtl="0" algn="ctr">
                        <a:lnSpc>
                          <a:spcPct val="115000"/>
                        </a:lnSpc>
                        <a:spcBef>
                          <a:spcPts val="0"/>
                        </a:spcBef>
                        <a:spcAft>
                          <a:spcPts val="0"/>
                        </a:spcAft>
                        <a:buNone/>
                      </a:pPr>
                      <a:r>
                        <a:rPr b="1" lang="en-US" sz="1700"/>
                        <a:t>Example</a:t>
                      </a:r>
                      <a:endParaRPr b="1" sz="1700"/>
                    </a:p>
                  </a:txBody>
                  <a:tcPr marT="91425" marB="91425" marR="91425" marL="91425"/>
                </a:tc>
              </a:tr>
              <a:tr h="381000">
                <a:tc>
                  <a:txBody>
                    <a:bodyPr/>
                    <a:lstStyle/>
                    <a:p>
                      <a:pPr indent="0" lvl="0" marL="0" rtl="0" algn="l">
                        <a:spcBef>
                          <a:spcPts val="0"/>
                        </a:spcBef>
                        <a:spcAft>
                          <a:spcPts val="0"/>
                        </a:spcAft>
                        <a:buNone/>
                      </a:pPr>
                      <a:r>
                        <a:rPr lang="en-US" sz="2000"/>
                        <a:t>Servlet Level</a:t>
                      </a:r>
                      <a:endParaRPr sz="2000"/>
                    </a:p>
                  </a:txBody>
                  <a:tcPr marT="91425" marB="91425" marR="91425" marL="91425"/>
                </a:tc>
                <a:tc>
                  <a:txBody>
                    <a:bodyPr/>
                    <a:lstStyle/>
                    <a:p>
                      <a:pPr indent="0" lvl="0" marL="0" rtl="0" algn="l">
                        <a:spcBef>
                          <a:spcPts val="0"/>
                        </a:spcBef>
                        <a:spcAft>
                          <a:spcPts val="0"/>
                        </a:spcAft>
                        <a:buNone/>
                      </a:pPr>
                      <a:r>
                        <a:rPr lang="en-US" sz="2000"/>
                        <a:t>Admin email for LoginServlet</a:t>
                      </a:r>
                      <a:endParaRPr sz="2000"/>
                    </a:p>
                  </a:txBody>
                  <a:tcPr marT="91425" marB="91425" marR="91425" marL="91425"/>
                </a:tc>
              </a:tr>
              <a:tr h="381000">
                <a:tc>
                  <a:txBody>
                    <a:bodyPr/>
                    <a:lstStyle/>
                    <a:p>
                      <a:pPr indent="0" lvl="0" marL="0" rtl="0" algn="l">
                        <a:spcBef>
                          <a:spcPts val="0"/>
                        </a:spcBef>
                        <a:spcAft>
                          <a:spcPts val="0"/>
                        </a:spcAft>
                        <a:buNone/>
                      </a:pPr>
                      <a:r>
                        <a:rPr lang="en-US" sz="2000"/>
                        <a:t>Application Level</a:t>
                      </a:r>
                      <a:endParaRPr sz="2000"/>
                    </a:p>
                  </a:txBody>
                  <a:tcPr marT="91425" marB="91425" marR="91425" marL="91425"/>
                </a:tc>
                <a:tc>
                  <a:txBody>
                    <a:bodyPr/>
                    <a:lstStyle/>
                    <a:p>
                      <a:pPr indent="0" lvl="0" marL="0" rtl="0" algn="l">
                        <a:spcBef>
                          <a:spcPts val="0"/>
                        </a:spcBef>
                        <a:spcAft>
                          <a:spcPts val="0"/>
                        </a:spcAft>
                        <a:buNone/>
                      </a:pPr>
                      <a:r>
                        <a:rPr lang="en-US" sz="2000"/>
                        <a:t>Company Name, Visitor Count</a:t>
                      </a:r>
                      <a:endParaRPr sz="2000"/>
                    </a:p>
                  </a:txBody>
                  <a:tcPr marT="91425" marB="91425" marR="91425" marL="91425"/>
                </a:tc>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g3c4885e55c8_0_0"/>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1200"/>
              </a:spcBef>
              <a:spcAft>
                <a:spcPts val="0"/>
              </a:spcAft>
              <a:buClr>
                <a:schemeClr val="dk1"/>
              </a:buClr>
              <a:buSzPts val="990"/>
              <a:buFont typeface="Arial"/>
              <a:buNone/>
            </a:pPr>
            <a:r>
              <a:rPr lang="en-US"/>
              <a:t>ServletConfig and ServletContext</a:t>
            </a:r>
            <a:endParaRPr/>
          </a:p>
          <a:p>
            <a:pPr indent="0" lvl="0" marL="0" rtl="0" algn="ctr">
              <a:spcBef>
                <a:spcPts val="1200"/>
              </a:spcBef>
              <a:spcAft>
                <a:spcPts val="0"/>
              </a:spcAft>
              <a:buNone/>
            </a:pPr>
            <a:r>
              <a:t/>
            </a:r>
            <a:endParaRPr/>
          </a:p>
        </p:txBody>
      </p:sp>
      <p:sp>
        <p:nvSpPr>
          <p:cNvPr id="713" name="Google Shape;713;g3c4885e55c8_0_0"/>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92500" lnSpcReduction="20000"/>
          </a:bodyPr>
          <a:lstStyle/>
          <a:p>
            <a:pPr indent="0" lvl="0" marL="381000" marR="381000" rtl="0" algn="l">
              <a:lnSpc>
                <a:spcPct val="115000"/>
              </a:lnSpc>
              <a:spcBef>
                <a:spcPts val="1200"/>
              </a:spcBef>
              <a:spcAft>
                <a:spcPts val="0"/>
              </a:spcAft>
              <a:buClr>
                <a:schemeClr val="dk1"/>
              </a:buClr>
              <a:buSzPct val="34375"/>
              <a:buFont typeface="Arial"/>
              <a:buNone/>
            </a:pPr>
            <a:r>
              <a:rPr lang="en-US"/>
              <a:t>In a web application, sometimes we need configuration that is specific to a single servlet, and sometimes we need data that is common to the entire application. To handle this, the Servlet API provides two interfaces: </a:t>
            </a:r>
            <a:r>
              <a:rPr b="1" lang="en-US"/>
              <a:t>ServletConfig</a:t>
            </a:r>
            <a:r>
              <a:rPr lang="en-US"/>
              <a:t> and </a:t>
            </a:r>
            <a:r>
              <a:rPr b="1" lang="en-US"/>
              <a:t>ServletContext</a:t>
            </a:r>
            <a:r>
              <a:rPr lang="en-US"/>
              <a:t>. ServletConfig is used to configure a particular servlet, while ServletContext is used to share information across the entire web application.</a:t>
            </a:r>
            <a:endParaRPr/>
          </a:p>
          <a:p>
            <a:pPr indent="0" lvl="0" marL="0" rtl="0" algn="l">
              <a:spcBef>
                <a:spcPts val="1200"/>
              </a:spcBef>
              <a:spcAft>
                <a:spcPts val="0"/>
              </a:spcAft>
              <a:buNone/>
            </a:pPr>
            <a:r>
              <a:t/>
            </a:r>
            <a:endParaRPr/>
          </a:p>
        </p:txBody>
      </p:sp>
      <p:sp>
        <p:nvSpPr>
          <p:cNvPr id="714" name="Google Shape;714;g3c4885e55c8_0_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g3c4885e55c8_0_3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ServletConfig</a:t>
            </a:r>
            <a:endParaRPr/>
          </a:p>
        </p:txBody>
      </p:sp>
      <p:sp>
        <p:nvSpPr>
          <p:cNvPr id="721" name="Google Shape;721;g3c4885e55c8_0_37"/>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36550" lvl="0" marL="457200" rtl="0" algn="l">
              <a:lnSpc>
                <a:spcPct val="115000"/>
              </a:lnSpc>
              <a:spcBef>
                <a:spcPts val="1200"/>
              </a:spcBef>
              <a:spcAft>
                <a:spcPts val="0"/>
              </a:spcAft>
              <a:buSzPts val="1700"/>
              <a:buChar char="●"/>
            </a:pPr>
            <a:r>
              <a:rPr lang="en-US" sz="1700">
                <a:latin typeface="Arial"/>
                <a:ea typeface="Arial"/>
                <a:cs typeface="Arial"/>
                <a:sym typeface="Arial"/>
              </a:rPr>
              <a:t>Interface in </a:t>
            </a:r>
            <a:r>
              <a:rPr lang="en-US" sz="1700">
                <a:solidFill>
                  <a:srgbClr val="188038"/>
                </a:solidFill>
                <a:latin typeface="Roboto Mono"/>
                <a:ea typeface="Roboto Mono"/>
                <a:cs typeface="Roboto Mono"/>
                <a:sym typeface="Roboto Mono"/>
              </a:rPr>
              <a:t>javax.servlet</a:t>
            </a:r>
            <a:br>
              <a:rPr lang="en-US" sz="1700">
                <a:solidFill>
                  <a:srgbClr val="188038"/>
                </a:solidFill>
                <a:latin typeface="Roboto Mono"/>
                <a:ea typeface="Roboto Mono"/>
                <a:cs typeface="Roboto Mono"/>
                <a:sym typeface="Roboto Mono"/>
              </a:rPr>
            </a:br>
            <a:endParaRPr sz="1700">
              <a:solidFill>
                <a:srgbClr val="188038"/>
              </a:solidFill>
              <a:latin typeface="Roboto Mono"/>
              <a:ea typeface="Roboto Mono"/>
              <a:cs typeface="Roboto Mono"/>
              <a:sym typeface="Roboto Mono"/>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Used to configure a specific servlet</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One object per servlet</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Created during servlet initialization</a:t>
            </a: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b="1" lang="en-US" sz="1300">
                <a:latin typeface="Arial"/>
                <a:ea typeface="Arial"/>
                <a:cs typeface="Arial"/>
                <a:sym typeface="Arial"/>
              </a:rPr>
              <a:t>Defined Using:  </a:t>
            </a:r>
            <a:r>
              <a:rPr lang="en-US" sz="1100">
                <a:latin typeface="Arial"/>
                <a:ea typeface="Arial"/>
                <a:cs typeface="Arial"/>
                <a:sym typeface="Arial"/>
              </a:rPr>
              <a:t>&lt;init-param&gt;</a:t>
            </a:r>
            <a:endParaRPr sz="1100">
              <a:latin typeface="Arial"/>
              <a:ea typeface="Arial"/>
              <a:cs typeface="Arial"/>
              <a:sym typeface="Arial"/>
            </a:endParaRPr>
          </a:p>
          <a:p>
            <a:pPr indent="-336550" lvl="0" marL="457200" rtl="0" algn="l">
              <a:lnSpc>
                <a:spcPct val="115000"/>
              </a:lnSpc>
              <a:spcBef>
                <a:spcPts val="0"/>
              </a:spcBef>
              <a:spcAft>
                <a:spcPts val="0"/>
              </a:spcAft>
              <a:buSzPts val="1700"/>
              <a:buChar char="●"/>
            </a:pPr>
            <a:br>
              <a:rPr lang="en-US" sz="1700">
                <a:latin typeface="Arial"/>
                <a:ea typeface="Arial"/>
                <a:cs typeface="Arial"/>
                <a:sym typeface="Arial"/>
              </a:rPr>
            </a:br>
            <a:endParaRPr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700">
                <a:latin typeface="Arial"/>
                <a:ea typeface="Arial"/>
                <a:cs typeface="Arial"/>
                <a:sym typeface="Arial"/>
              </a:rPr>
              <a:t>Key Methods:</a:t>
            </a:r>
            <a:endParaRPr b="1" sz="1700">
              <a:latin typeface="Arial"/>
              <a:ea typeface="Arial"/>
              <a:cs typeface="Arial"/>
              <a:sym typeface="Arial"/>
            </a:endParaRPr>
          </a:p>
          <a:p>
            <a:pPr indent="-336550" lvl="0" marL="457200" rtl="0" algn="l">
              <a:lnSpc>
                <a:spcPct val="115000"/>
              </a:lnSpc>
              <a:spcBef>
                <a:spcPts val="1200"/>
              </a:spcBef>
              <a:spcAft>
                <a:spcPts val="0"/>
              </a:spcAft>
              <a:buSzPts val="1700"/>
              <a:buChar char="●"/>
            </a:pPr>
            <a:r>
              <a:rPr lang="en-US" sz="1700">
                <a:latin typeface="Arial"/>
                <a:ea typeface="Arial"/>
                <a:cs typeface="Arial"/>
                <a:sym typeface="Arial"/>
              </a:rPr>
              <a:t>getInitParameter()</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getServletName()</a:t>
            </a:r>
            <a:br>
              <a:rPr lang="en-US" sz="1700">
                <a:latin typeface="Arial"/>
                <a:ea typeface="Arial"/>
                <a:cs typeface="Arial"/>
                <a:sym typeface="Arial"/>
              </a:rPr>
            </a:br>
            <a:endParaRPr sz="1700">
              <a:latin typeface="Arial"/>
              <a:ea typeface="Arial"/>
              <a:cs typeface="Arial"/>
              <a:sym typeface="Arial"/>
            </a:endParaRPr>
          </a:p>
          <a:p>
            <a:pPr indent="-336550" lvl="0" marL="457200" rtl="0" algn="l">
              <a:lnSpc>
                <a:spcPct val="115000"/>
              </a:lnSpc>
              <a:spcBef>
                <a:spcPts val="0"/>
              </a:spcBef>
              <a:spcAft>
                <a:spcPts val="0"/>
              </a:spcAft>
              <a:buSzPts val="1700"/>
              <a:buChar char="●"/>
            </a:pPr>
            <a:r>
              <a:rPr lang="en-US" sz="1700">
                <a:latin typeface="Arial"/>
                <a:ea typeface="Arial"/>
                <a:cs typeface="Arial"/>
                <a:sym typeface="Arial"/>
              </a:rPr>
              <a:t>getServletContext()</a:t>
            </a:r>
            <a:br>
              <a:rPr lang="en-US" sz="1700">
                <a:latin typeface="Arial"/>
                <a:ea typeface="Arial"/>
                <a:cs typeface="Arial"/>
                <a:sym typeface="Arial"/>
              </a:rPr>
            </a:br>
            <a:endParaRPr sz="1700">
              <a:latin typeface="Arial"/>
              <a:ea typeface="Arial"/>
              <a:cs typeface="Arial"/>
              <a:sym typeface="Arial"/>
            </a:endParaRPr>
          </a:p>
          <a:p>
            <a:pPr indent="0" lvl="0" marL="0" rtl="0" algn="l">
              <a:spcBef>
                <a:spcPts val="1200"/>
              </a:spcBef>
              <a:spcAft>
                <a:spcPts val="0"/>
              </a:spcAft>
              <a:buNone/>
            </a:pPr>
            <a:r>
              <a:t/>
            </a:r>
            <a:endParaRPr/>
          </a:p>
        </p:txBody>
      </p:sp>
      <p:sp>
        <p:nvSpPr>
          <p:cNvPr id="722" name="Google Shape;722;g3c4885e55c8_0_3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g3c4885e55c8_0_64"/>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US" sz="2800">
                <a:latin typeface="Arial"/>
                <a:ea typeface="Arial"/>
                <a:cs typeface="Arial"/>
                <a:sym typeface="Arial"/>
              </a:rPr>
              <a:t>Demonstrating ServletConfig</a:t>
            </a:r>
            <a:endParaRPr b="1" sz="2800">
              <a:latin typeface="Arial"/>
              <a:ea typeface="Arial"/>
              <a:cs typeface="Arial"/>
              <a:sym typeface="Arial"/>
            </a:endParaRPr>
          </a:p>
          <a:p>
            <a:pPr indent="0" lvl="0" marL="0" rtl="0" algn="l">
              <a:lnSpc>
                <a:spcPct val="115000"/>
              </a:lnSpc>
              <a:spcBef>
                <a:spcPts val="1200"/>
              </a:spcBef>
              <a:spcAft>
                <a:spcPts val="1200"/>
              </a:spcAft>
              <a:buNone/>
            </a:pPr>
            <a:r>
              <a:t/>
            </a:r>
            <a:endParaRPr b="1" sz="2800">
              <a:latin typeface="Arial"/>
              <a:ea typeface="Arial"/>
              <a:cs typeface="Arial"/>
              <a:sym typeface="Arial"/>
            </a:endParaRPr>
          </a:p>
        </p:txBody>
      </p:sp>
      <p:sp>
        <p:nvSpPr>
          <p:cNvPr id="729" name="Google Shape;729;g3c4885e55c8_0_6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lnSpc>
                <a:spcPct val="115000"/>
              </a:lnSpc>
              <a:spcBef>
                <a:spcPts val="1200"/>
              </a:spcBef>
              <a:spcAft>
                <a:spcPts val="0"/>
              </a:spcAft>
              <a:buNone/>
            </a:pPr>
            <a:r>
              <a:t/>
            </a:r>
            <a:endParaRPr sz="17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700">
                <a:latin typeface="Arial"/>
                <a:ea typeface="Arial"/>
                <a:cs typeface="Arial"/>
                <a:sym typeface="Arial"/>
              </a:rPr>
              <a:t>A  servlet that reads an initialization parameter (admin email) specific to that servlet using </a:t>
            </a:r>
            <a:r>
              <a:rPr lang="en-US" sz="1700">
                <a:solidFill>
                  <a:srgbClr val="188038"/>
                </a:solidFill>
                <a:latin typeface="Roboto Mono"/>
                <a:ea typeface="Roboto Mono"/>
                <a:cs typeface="Roboto Mono"/>
                <a:sym typeface="Roboto Mono"/>
              </a:rPr>
              <a:t>ServletConfig</a:t>
            </a:r>
            <a:r>
              <a:rPr lang="en-US" sz="1700">
                <a:latin typeface="Arial"/>
                <a:ea typeface="Arial"/>
                <a:cs typeface="Arial"/>
                <a:sym typeface="Arial"/>
              </a:rPr>
              <a:t> and displays it in the browser.</a:t>
            </a:r>
            <a:endParaRPr sz="17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Servlet-specific configuration </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Uses </a:t>
            </a:r>
            <a:r>
              <a:rPr lang="en-US" sz="1600">
                <a:solidFill>
                  <a:srgbClr val="188038"/>
                </a:solidFill>
                <a:latin typeface="Roboto Mono"/>
                <a:ea typeface="Roboto Mono"/>
                <a:cs typeface="Roboto Mono"/>
                <a:sym typeface="Roboto Mono"/>
              </a:rPr>
              <a:t>&lt;init-param&gt; </a:t>
            </a:r>
            <a:endParaRPr sz="1600">
              <a:solidFill>
                <a:srgbClr val="188038"/>
              </a:solidFill>
              <a:latin typeface="Roboto Mono"/>
              <a:ea typeface="Roboto Mono"/>
              <a:cs typeface="Roboto Mono"/>
              <a:sym typeface="Roboto Mono"/>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One ServletConfig per servlet</a:t>
            </a: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b="1" lang="en-US" sz="1800">
                <a:latin typeface="Arial"/>
                <a:ea typeface="Arial"/>
                <a:cs typeface="Arial"/>
                <a:sym typeface="Arial"/>
              </a:rPr>
              <a:t>Defined Using: </a:t>
            </a:r>
            <a:r>
              <a:rPr lang="en-US" sz="1600">
                <a:latin typeface="Arial"/>
                <a:ea typeface="Arial"/>
                <a:cs typeface="Arial"/>
                <a:sym typeface="Arial"/>
              </a:rPr>
              <a:t>&lt;context-param&gt;</a:t>
            </a:r>
            <a:br>
              <a:rPr lang="en-US" sz="1600">
                <a:latin typeface="Arial"/>
                <a:ea typeface="Arial"/>
                <a:cs typeface="Arial"/>
                <a:sym typeface="Arial"/>
              </a:rPr>
            </a:br>
            <a:endParaRPr sz="1600">
              <a:latin typeface="Arial"/>
              <a:ea typeface="Arial"/>
              <a:cs typeface="Arial"/>
              <a:sym typeface="Arial"/>
            </a:endParaRPr>
          </a:p>
          <a:p>
            <a:pPr indent="0" lvl="0" marL="0" rtl="0" algn="l">
              <a:spcBef>
                <a:spcPts val="400"/>
              </a:spcBef>
              <a:spcAft>
                <a:spcPts val="0"/>
              </a:spcAft>
              <a:buNone/>
            </a:pPr>
            <a:r>
              <a:t/>
            </a:r>
            <a:endParaRPr/>
          </a:p>
        </p:txBody>
      </p:sp>
      <p:sp>
        <p:nvSpPr>
          <p:cNvPr id="730" name="Google Shape;730;g3c4885e55c8_0_6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g3c4885e55c8_0_76"/>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web.xml Configuration</a:t>
            </a:r>
            <a:endParaRPr/>
          </a:p>
        </p:txBody>
      </p:sp>
      <p:sp>
        <p:nvSpPr>
          <p:cNvPr id="737" name="Google Shape;737;g3c4885e55c8_0_76"/>
          <p:cNvSpPr txBox="1"/>
          <p:nvPr>
            <p:ph idx="1" type="body"/>
          </p:nvPr>
        </p:nvSpPr>
        <p:spPr>
          <a:xfrm>
            <a:off x="457200" y="1325700"/>
            <a:ext cx="8229600" cy="4800600"/>
          </a:xfrm>
          <a:prstGeom prst="rect">
            <a:avLst/>
          </a:prstGeom>
        </p:spPr>
        <p:txBody>
          <a:bodyPr anchorCtr="0" anchor="t" bIns="45700" lIns="91425" spcFirstLastPara="1" rIns="91425" wrap="square" tIns="45700">
            <a:noAutofit/>
          </a:bodyPr>
          <a:lstStyle/>
          <a:p>
            <a:pPr indent="0" lvl="0" marL="0" rtl="0" algn="l">
              <a:lnSpc>
                <a:spcPct val="90000"/>
              </a:lnSpc>
              <a:spcBef>
                <a:spcPts val="360"/>
              </a:spcBef>
              <a:spcAft>
                <a:spcPts val="0"/>
              </a:spcAft>
              <a:buClr>
                <a:schemeClr val="dk1"/>
              </a:buClr>
              <a:buSzPts val="440"/>
              <a:buFont typeface="Arial"/>
              <a:buNone/>
            </a:pPr>
            <a:r>
              <a:rPr lang="en-US" sz="1679"/>
              <a:t>&lt;web-app&gt;</a:t>
            </a:r>
            <a:endParaRPr sz="1679"/>
          </a:p>
          <a:p>
            <a:pPr indent="0" lvl="0" marL="0" rtl="0" algn="l">
              <a:lnSpc>
                <a:spcPct val="90000"/>
              </a:lnSpc>
              <a:spcBef>
                <a:spcPts val="360"/>
              </a:spcBef>
              <a:spcAft>
                <a:spcPts val="0"/>
              </a:spcAft>
              <a:buClr>
                <a:schemeClr val="dk1"/>
              </a:buClr>
              <a:buSzPts val="440"/>
              <a:buFont typeface="Arial"/>
              <a:buNone/>
            </a:pPr>
            <a:r>
              <a:t/>
            </a:r>
            <a:endParaRPr sz="1679"/>
          </a:p>
          <a:p>
            <a:pPr indent="0" lvl="0" marL="0" rtl="0" algn="l">
              <a:lnSpc>
                <a:spcPct val="90000"/>
              </a:lnSpc>
              <a:spcBef>
                <a:spcPts val="360"/>
              </a:spcBef>
              <a:spcAft>
                <a:spcPts val="0"/>
              </a:spcAft>
              <a:buClr>
                <a:schemeClr val="dk1"/>
              </a:buClr>
              <a:buSzPts val="440"/>
              <a:buFont typeface="Arial"/>
              <a:buNone/>
            </a:pPr>
            <a:r>
              <a:rPr lang="en-US" sz="1679"/>
              <a:t>    &lt;servlet&gt;</a:t>
            </a:r>
            <a:endParaRPr sz="1679"/>
          </a:p>
          <a:p>
            <a:pPr indent="0" lvl="0" marL="0" rtl="0" algn="l">
              <a:lnSpc>
                <a:spcPct val="90000"/>
              </a:lnSpc>
              <a:spcBef>
                <a:spcPts val="360"/>
              </a:spcBef>
              <a:spcAft>
                <a:spcPts val="0"/>
              </a:spcAft>
              <a:buClr>
                <a:schemeClr val="dk1"/>
              </a:buClr>
              <a:buSzPts val="440"/>
              <a:buFont typeface="Arial"/>
              <a:buNone/>
            </a:pPr>
            <a:r>
              <a:rPr lang="en-US" sz="1679"/>
              <a:t>        &lt;servlet-name&gt;ConfigServlet&lt;/servlet-name&gt;</a:t>
            </a:r>
            <a:endParaRPr sz="1679"/>
          </a:p>
          <a:p>
            <a:pPr indent="0" lvl="0" marL="0" rtl="0" algn="l">
              <a:lnSpc>
                <a:spcPct val="90000"/>
              </a:lnSpc>
              <a:spcBef>
                <a:spcPts val="360"/>
              </a:spcBef>
              <a:spcAft>
                <a:spcPts val="0"/>
              </a:spcAft>
              <a:buClr>
                <a:schemeClr val="dk1"/>
              </a:buClr>
              <a:buSzPts val="440"/>
              <a:buFont typeface="Arial"/>
              <a:buNone/>
            </a:pPr>
            <a:r>
              <a:rPr lang="en-US" sz="1679"/>
              <a:t>        &lt;servlet-class&gt;com.test.ConfigServlet&lt;/servlet-class&gt;</a:t>
            </a:r>
            <a:endParaRPr sz="1679"/>
          </a:p>
          <a:p>
            <a:pPr indent="0" lvl="0" marL="0" rtl="0" algn="l">
              <a:lnSpc>
                <a:spcPct val="90000"/>
              </a:lnSpc>
              <a:spcBef>
                <a:spcPts val="360"/>
              </a:spcBef>
              <a:spcAft>
                <a:spcPts val="0"/>
              </a:spcAft>
              <a:buClr>
                <a:schemeClr val="dk1"/>
              </a:buClr>
              <a:buSzPts val="440"/>
              <a:buFont typeface="Arial"/>
              <a:buNone/>
            </a:pPr>
            <a:r>
              <a:t/>
            </a:r>
            <a:endParaRPr sz="1679"/>
          </a:p>
          <a:p>
            <a:pPr indent="0" lvl="0" marL="0" rtl="0" algn="l">
              <a:lnSpc>
                <a:spcPct val="90000"/>
              </a:lnSpc>
              <a:spcBef>
                <a:spcPts val="360"/>
              </a:spcBef>
              <a:spcAft>
                <a:spcPts val="0"/>
              </a:spcAft>
              <a:buClr>
                <a:schemeClr val="dk1"/>
              </a:buClr>
              <a:buSzPts val="440"/>
              <a:buFont typeface="Arial"/>
              <a:buNone/>
            </a:pPr>
            <a:r>
              <a:rPr lang="en-US" sz="1679"/>
              <a:t>        &lt;init-param&gt;</a:t>
            </a:r>
            <a:endParaRPr sz="1679"/>
          </a:p>
          <a:p>
            <a:pPr indent="0" lvl="0" marL="0" rtl="0" algn="l">
              <a:lnSpc>
                <a:spcPct val="90000"/>
              </a:lnSpc>
              <a:spcBef>
                <a:spcPts val="360"/>
              </a:spcBef>
              <a:spcAft>
                <a:spcPts val="0"/>
              </a:spcAft>
              <a:buClr>
                <a:schemeClr val="dk1"/>
              </a:buClr>
              <a:buSzPts val="440"/>
              <a:buFont typeface="Arial"/>
              <a:buNone/>
            </a:pPr>
            <a:r>
              <a:rPr lang="en-US" sz="1679"/>
              <a:t>            &lt;param-name&gt;adminEmail&lt;/param-name&gt;</a:t>
            </a:r>
            <a:endParaRPr sz="1679"/>
          </a:p>
          <a:p>
            <a:pPr indent="0" lvl="0" marL="0" rtl="0" algn="l">
              <a:lnSpc>
                <a:spcPct val="90000"/>
              </a:lnSpc>
              <a:spcBef>
                <a:spcPts val="360"/>
              </a:spcBef>
              <a:spcAft>
                <a:spcPts val="0"/>
              </a:spcAft>
              <a:buClr>
                <a:schemeClr val="dk1"/>
              </a:buClr>
              <a:buSzPts val="440"/>
              <a:buFont typeface="Arial"/>
              <a:buNone/>
            </a:pPr>
            <a:r>
              <a:rPr lang="en-US" sz="1679"/>
              <a:t>            &lt;param-value&gt;admin@test.com&lt;/param-value&gt;</a:t>
            </a:r>
            <a:endParaRPr sz="1679"/>
          </a:p>
          <a:p>
            <a:pPr indent="0" lvl="0" marL="0" rtl="0" algn="l">
              <a:lnSpc>
                <a:spcPct val="90000"/>
              </a:lnSpc>
              <a:spcBef>
                <a:spcPts val="360"/>
              </a:spcBef>
              <a:spcAft>
                <a:spcPts val="0"/>
              </a:spcAft>
              <a:buClr>
                <a:schemeClr val="dk1"/>
              </a:buClr>
              <a:buSzPts val="440"/>
              <a:buFont typeface="Arial"/>
              <a:buNone/>
            </a:pPr>
            <a:r>
              <a:rPr lang="en-US" sz="1679"/>
              <a:t>        &lt;/init-param&gt;</a:t>
            </a:r>
            <a:endParaRPr sz="1679"/>
          </a:p>
          <a:p>
            <a:pPr indent="0" lvl="0" marL="0" rtl="0" algn="l">
              <a:lnSpc>
                <a:spcPct val="90000"/>
              </a:lnSpc>
              <a:spcBef>
                <a:spcPts val="360"/>
              </a:spcBef>
              <a:spcAft>
                <a:spcPts val="0"/>
              </a:spcAft>
              <a:buClr>
                <a:schemeClr val="dk1"/>
              </a:buClr>
              <a:buSzPts val="440"/>
              <a:buFont typeface="Arial"/>
              <a:buNone/>
            </a:pPr>
            <a:r>
              <a:t/>
            </a:r>
            <a:endParaRPr sz="1679"/>
          </a:p>
          <a:p>
            <a:pPr indent="0" lvl="0" marL="0" rtl="0" algn="l">
              <a:lnSpc>
                <a:spcPct val="90000"/>
              </a:lnSpc>
              <a:spcBef>
                <a:spcPts val="360"/>
              </a:spcBef>
              <a:spcAft>
                <a:spcPts val="0"/>
              </a:spcAft>
              <a:buClr>
                <a:schemeClr val="dk1"/>
              </a:buClr>
              <a:buSzPts val="440"/>
              <a:buFont typeface="Arial"/>
              <a:buNone/>
            </a:pPr>
            <a:r>
              <a:rPr lang="en-US" sz="1679"/>
              <a:t>    &lt;/servlet&gt;</a:t>
            </a:r>
            <a:endParaRPr sz="1679"/>
          </a:p>
          <a:p>
            <a:pPr indent="0" lvl="0" marL="0" rtl="0" algn="l">
              <a:lnSpc>
                <a:spcPct val="90000"/>
              </a:lnSpc>
              <a:spcBef>
                <a:spcPts val="360"/>
              </a:spcBef>
              <a:spcAft>
                <a:spcPts val="0"/>
              </a:spcAft>
              <a:buClr>
                <a:schemeClr val="dk1"/>
              </a:buClr>
              <a:buSzPts val="440"/>
              <a:buFont typeface="Arial"/>
              <a:buNone/>
            </a:pPr>
            <a:r>
              <a:t/>
            </a:r>
            <a:endParaRPr sz="1679"/>
          </a:p>
          <a:p>
            <a:pPr indent="0" lvl="0" marL="0" rtl="0" algn="l">
              <a:lnSpc>
                <a:spcPct val="90000"/>
              </a:lnSpc>
              <a:spcBef>
                <a:spcPts val="360"/>
              </a:spcBef>
              <a:spcAft>
                <a:spcPts val="0"/>
              </a:spcAft>
              <a:buClr>
                <a:schemeClr val="dk1"/>
              </a:buClr>
              <a:buSzPts val="440"/>
              <a:buFont typeface="Arial"/>
              <a:buNone/>
            </a:pPr>
            <a:r>
              <a:rPr lang="en-US" sz="1679"/>
              <a:t>    &lt;servlet-mapping&gt;</a:t>
            </a:r>
            <a:endParaRPr sz="1679"/>
          </a:p>
          <a:p>
            <a:pPr indent="0" lvl="0" marL="0" rtl="0" algn="l">
              <a:lnSpc>
                <a:spcPct val="90000"/>
              </a:lnSpc>
              <a:spcBef>
                <a:spcPts val="360"/>
              </a:spcBef>
              <a:spcAft>
                <a:spcPts val="0"/>
              </a:spcAft>
              <a:buClr>
                <a:schemeClr val="dk1"/>
              </a:buClr>
              <a:buSzPts val="440"/>
              <a:buFont typeface="Arial"/>
              <a:buNone/>
            </a:pPr>
            <a:r>
              <a:rPr lang="en-US" sz="1679"/>
              <a:t>        &lt;servlet-name&gt;ConfigServlet&lt;/servlet-name&gt;</a:t>
            </a:r>
            <a:endParaRPr sz="1679"/>
          </a:p>
          <a:p>
            <a:pPr indent="0" lvl="0" marL="0" rtl="0" algn="l">
              <a:lnSpc>
                <a:spcPct val="90000"/>
              </a:lnSpc>
              <a:spcBef>
                <a:spcPts val="360"/>
              </a:spcBef>
              <a:spcAft>
                <a:spcPts val="0"/>
              </a:spcAft>
              <a:buClr>
                <a:schemeClr val="dk1"/>
              </a:buClr>
              <a:buSzPts val="440"/>
              <a:buFont typeface="Arial"/>
              <a:buNone/>
            </a:pPr>
            <a:r>
              <a:rPr lang="en-US" sz="1679"/>
              <a:t>        &lt;url-pattern&gt;/config&lt;/url-pattern&gt;</a:t>
            </a:r>
            <a:endParaRPr sz="1679"/>
          </a:p>
          <a:p>
            <a:pPr indent="0" lvl="0" marL="0" rtl="0" algn="l">
              <a:lnSpc>
                <a:spcPct val="90000"/>
              </a:lnSpc>
              <a:spcBef>
                <a:spcPts val="360"/>
              </a:spcBef>
              <a:spcAft>
                <a:spcPts val="0"/>
              </a:spcAft>
              <a:buClr>
                <a:schemeClr val="dk1"/>
              </a:buClr>
              <a:buSzPts val="440"/>
              <a:buFont typeface="Arial"/>
              <a:buNone/>
            </a:pPr>
            <a:r>
              <a:rPr lang="en-US" sz="1679"/>
              <a:t>    &lt;/servlet-mapping&gt;</a:t>
            </a:r>
            <a:endParaRPr sz="1679"/>
          </a:p>
          <a:p>
            <a:pPr indent="0" lvl="0" marL="0" rtl="0" algn="l">
              <a:lnSpc>
                <a:spcPct val="90000"/>
              </a:lnSpc>
              <a:spcBef>
                <a:spcPts val="360"/>
              </a:spcBef>
              <a:spcAft>
                <a:spcPts val="0"/>
              </a:spcAft>
              <a:buClr>
                <a:schemeClr val="dk1"/>
              </a:buClr>
              <a:buSzPts val="440"/>
              <a:buFont typeface="Arial"/>
              <a:buNone/>
            </a:pPr>
            <a:r>
              <a:t/>
            </a:r>
            <a:endParaRPr sz="1679"/>
          </a:p>
          <a:p>
            <a:pPr indent="0" lvl="0" marL="0" rtl="0" algn="l">
              <a:lnSpc>
                <a:spcPct val="90000"/>
              </a:lnSpc>
              <a:spcBef>
                <a:spcPts val="360"/>
              </a:spcBef>
              <a:spcAft>
                <a:spcPts val="0"/>
              </a:spcAft>
              <a:buClr>
                <a:schemeClr val="dk1"/>
              </a:buClr>
              <a:buSzPts val="440"/>
              <a:buFont typeface="Arial"/>
              <a:buNone/>
            </a:pPr>
            <a:r>
              <a:rPr lang="en-US" sz="1679"/>
              <a:t>&lt;/web-app&gt;</a:t>
            </a:r>
            <a:endParaRPr sz="1679"/>
          </a:p>
          <a:p>
            <a:pPr indent="0" lvl="0" marL="0" rtl="0" algn="l">
              <a:lnSpc>
                <a:spcPct val="90000"/>
              </a:lnSpc>
              <a:spcBef>
                <a:spcPts val="360"/>
              </a:spcBef>
              <a:spcAft>
                <a:spcPts val="0"/>
              </a:spcAft>
              <a:buSzPts val="440"/>
              <a:buNone/>
            </a:pPr>
            <a:r>
              <a:t/>
            </a:r>
            <a:endParaRPr sz="1280"/>
          </a:p>
        </p:txBody>
      </p:sp>
      <p:sp>
        <p:nvSpPr>
          <p:cNvPr id="738" name="Google Shape;738;g3c4885e55c8_0_76"/>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g3c4885e55c8_0_85"/>
          <p:cNvSpPr txBox="1"/>
          <p:nvPr>
            <p:ph type="title"/>
          </p:nvPr>
        </p:nvSpPr>
        <p:spPr>
          <a:xfrm>
            <a:off x="457200" y="-12"/>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Servlet Code</a:t>
            </a:r>
            <a:endParaRPr/>
          </a:p>
        </p:txBody>
      </p:sp>
      <p:sp>
        <p:nvSpPr>
          <p:cNvPr id="745" name="Google Shape;745;g3c4885e55c8_0_85"/>
          <p:cNvSpPr txBox="1"/>
          <p:nvPr>
            <p:ph idx="1" type="body"/>
          </p:nvPr>
        </p:nvSpPr>
        <p:spPr>
          <a:xfrm>
            <a:off x="457200" y="1167875"/>
            <a:ext cx="4323300" cy="4958400"/>
          </a:xfrm>
          <a:prstGeom prst="rect">
            <a:avLst/>
          </a:prstGeom>
        </p:spPr>
        <p:txBody>
          <a:bodyPr anchorCtr="0" anchor="t" bIns="45700" lIns="91425" spcFirstLastPara="1" rIns="91425" wrap="square" tIns="45700">
            <a:noAutofit/>
          </a:bodyPr>
          <a:lstStyle/>
          <a:p>
            <a:pPr indent="0" lvl="0" marL="0" rtl="0" algn="l">
              <a:lnSpc>
                <a:spcPct val="90000"/>
              </a:lnSpc>
              <a:spcBef>
                <a:spcPts val="360"/>
              </a:spcBef>
              <a:spcAft>
                <a:spcPts val="0"/>
              </a:spcAft>
              <a:buClr>
                <a:schemeClr val="dk1"/>
              </a:buClr>
              <a:buSzPts val="358"/>
              <a:buFont typeface="Arial"/>
              <a:buNone/>
            </a:pPr>
            <a:r>
              <a:rPr lang="en-US" sz="1240"/>
              <a:t>package com.test;</a:t>
            </a:r>
            <a:endParaRPr sz="1240"/>
          </a:p>
          <a:p>
            <a:pPr indent="0" lvl="0" marL="0" rtl="0" algn="l">
              <a:lnSpc>
                <a:spcPct val="90000"/>
              </a:lnSpc>
              <a:spcBef>
                <a:spcPts val="360"/>
              </a:spcBef>
              <a:spcAft>
                <a:spcPts val="0"/>
              </a:spcAft>
              <a:buClr>
                <a:schemeClr val="dk1"/>
              </a:buClr>
              <a:buSzPts val="358"/>
              <a:buFont typeface="Arial"/>
              <a:buNone/>
            </a:pPr>
            <a:r>
              <a:t/>
            </a:r>
            <a:endParaRPr sz="1240"/>
          </a:p>
          <a:p>
            <a:pPr indent="0" lvl="0" marL="0" rtl="0" algn="l">
              <a:lnSpc>
                <a:spcPct val="90000"/>
              </a:lnSpc>
              <a:spcBef>
                <a:spcPts val="360"/>
              </a:spcBef>
              <a:spcAft>
                <a:spcPts val="0"/>
              </a:spcAft>
              <a:buClr>
                <a:schemeClr val="dk1"/>
              </a:buClr>
              <a:buSzPts val="358"/>
              <a:buFont typeface="Arial"/>
              <a:buNone/>
            </a:pPr>
            <a:r>
              <a:rPr lang="en-US" sz="1240"/>
              <a:t>import java.io.*;</a:t>
            </a:r>
            <a:endParaRPr sz="1240"/>
          </a:p>
          <a:p>
            <a:pPr indent="0" lvl="0" marL="0" rtl="0" algn="l">
              <a:lnSpc>
                <a:spcPct val="90000"/>
              </a:lnSpc>
              <a:spcBef>
                <a:spcPts val="360"/>
              </a:spcBef>
              <a:spcAft>
                <a:spcPts val="0"/>
              </a:spcAft>
              <a:buClr>
                <a:schemeClr val="dk1"/>
              </a:buClr>
              <a:buSzPts val="358"/>
              <a:buFont typeface="Arial"/>
              <a:buNone/>
            </a:pPr>
            <a:r>
              <a:rPr lang="en-US" sz="1240"/>
              <a:t>import javax.servlet.*;</a:t>
            </a:r>
            <a:endParaRPr sz="1240"/>
          </a:p>
          <a:p>
            <a:pPr indent="0" lvl="0" marL="0" rtl="0" algn="l">
              <a:lnSpc>
                <a:spcPct val="90000"/>
              </a:lnSpc>
              <a:spcBef>
                <a:spcPts val="360"/>
              </a:spcBef>
              <a:spcAft>
                <a:spcPts val="0"/>
              </a:spcAft>
              <a:buClr>
                <a:schemeClr val="dk1"/>
              </a:buClr>
              <a:buSzPts val="358"/>
              <a:buFont typeface="Arial"/>
              <a:buNone/>
            </a:pPr>
            <a:r>
              <a:rPr lang="en-US" sz="1240"/>
              <a:t>import javax.servlet.http.*;</a:t>
            </a:r>
            <a:endParaRPr sz="1240"/>
          </a:p>
          <a:p>
            <a:pPr indent="0" lvl="0" marL="0" rtl="0" algn="l">
              <a:lnSpc>
                <a:spcPct val="90000"/>
              </a:lnSpc>
              <a:spcBef>
                <a:spcPts val="360"/>
              </a:spcBef>
              <a:spcAft>
                <a:spcPts val="0"/>
              </a:spcAft>
              <a:buClr>
                <a:schemeClr val="dk1"/>
              </a:buClr>
              <a:buSzPts val="358"/>
              <a:buFont typeface="Arial"/>
              <a:buNone/>
            </a:pPr>
            <a:r>
              <a:t/>
            </a:r>
            <a:endParaRPr sz="1240"/>
          </a:p>
          <a:p>
            <a:pPr indent="0" lvl="0" marL="0" rtl="0" algn="l">
              <a:lnSpc>
                <a:spcPct val="90000"/>
              </a:lnSpc>
              <a:spcBef>
                <a:spcPts val="360"/>
              </a:spcBef>
              <a:spcAft>
                <a:spcPts val="0"/>
              </a:spcAft>
              <a:buClr>
                <a:schemeClr val="dk1"/>
              </a:buClr>
              <a:buSzPts val="358"/>
              <a:buFont typeface="Arial"/>
              <a:buNone/>
            </a:pPr>
            <a:r>
              <a:rPr lang="en-US" sz="1240"/>
              <a:t>public class ConfigServlet extends HttpServlet {</a:t>
            </a:r>
            <a:endParaRPr sz="1240"/>
          </a:p>
          <a:p>
            <a:pPr indent="0" lvl="0" marL="0" rtl="0" algn="l">
              <a:lnSpc>
                <a:spcPct val="90000"/>
              </a:lnSpc>
              <a:spcBef>
                <a:spcPts val="360"/>
              </a:spcBef>
              <a:spcAft>
                <a:spcPts val="0"/>
              </a:spcAft>
              <a:buClr>
                <a:schemeClr val="dk1"/>
              </a:buClr>
              <a:buSzPts val="358"/>
              <a:buFont typeface="Arial"/>
              <a:buNone/>
            </a:pPr>
            <a:r>
              <a:t/>
            </a:r>
            <a:endParaRPr sz="1240"/>
          </a:p>
          <a:p>
            <a:pPr indent="0" lvl="0" marL="0" rtl="0" algn="l">
              <a:lnSpc>
                <a:spcPct val="90000"/>
              </a:lnSpc>
              <a:spcBef>
                <a:spcPts val="360"/>
              </a:spcBef>
              <a:spcAft>
                <a:spcPts val="0"/>
              </a:spcAft>
              <a:buClr>
                <a:schemeClr val="dk1"/>
              </a:buClr>
              <a:buSzPts val="358"/>
              <a:buFont typeface="Arial"/>
              <a:buNone/>
            </a:pPr>
            <a:r>
              <a:rPr lang="en-US" sz="1240"/>
              <a:t>    public void doGet(HttpServletRequest request,</a:t>
            </a:r>
            <a:endParaRPr sz="1240"/>
          </a:p>
          <a:p>
            <a:pPr indent="0" lvl="0" marL="0" rtl="0" algn="l">
              <a:lnSpc>
                <a:spcPct val="90000"/>
              </a:lnSpc>
              <a:spcBef>
                <a:spcPts val="360"/>
              </a:spcBef>
              <a:spcAft>
                <a:spcPts val="0"/>
              </a:spcAft>
              <a:buClr>
                <a:schemeClr val="dk1"/>
              </a:buClr>
              <a:buSzPts val="358"/>
              <a:buFont typeface="Arial"/>
              <a:buNone/>
            </a:pPr>
            <a:r>
              <a:rPr lang="en-US" sz="1240"/>
              <a:t>                      HttpServletResponse response)</a:t>
            </a:r>
            <a:endParaRPr sz="1240"/>
          </a:p>
          <a:p>
            <a:pPr indent="0" lvl="0" marL="0" rtl="0" algn="l">
              <a:lnSpc>
                <a:spcPct val="90000"/>
              </a:lnSpc>
              <a:spcBef>
                <a:spcPts val="360"/>
              </a:spcBef>
              <a:spcAft>
                <a:spcPts val="0"/>
              </a:spcAft>
              <a:buClr>
                <a:schemeClr val="dk1"/>
              </a:buClr>
              <a:buSzPts val="358"/>
              <a:buFont typeface="Arial"/>
              <a:buNone/>
            </a:pPr>
            <a:r>
              <a:rPr lang="en-US" sz="1240"/>
              <a:t>            throws IOException {</a:t>
            </a:r>
            <a:endParaRPr sz="1240"/>
          </a:p>
          <a:p>
            <a:pPr indent="0" lvl="0" marL="0" rtl="0" algn="l">
              <a:lnSpc>
                <a:spcPct val="90000"/>
              </a:lnSpc>
              <a:spcBef>
                <a:spcPts val="360"/>
              </a:spcBef>
              <a:spcAft>
                <a:spcPts val="0"/>
              </a:spcAft>
              <a:buClr>
                <a:schemeClr val="dk1"/>
              </a:buClr>
              <a:buSzPts val="358"/>
              <a:buFont typeface="Arial"/>
              <a:buNone/>
            </a:pPr>
            <a:r>
              <a:t/>
            </a:r>
            <a:endParaRPr sz="1240"/>
          </a:p>
          <a:p>
            <a:pPr indent="0" lvl="0" marL="0" rtl="0" algn="l">
              <a:lnSpc>
                <a:spcPct val="90000"/>
              </a:lnSpc>
              <a:spcBef>
                <a:spcPts val="360"/>
              </a:spcBef>
              <a:spcAft>
                <a:spcPts val="0"/>
              </a:spcAft>
              <a:buClr>
                <a:schemeClr val="dk1"/>
              </a:buClr>
              <a:buSzPts val="358"/>
              <a:buFont typeface="Arial"/>
              <a:buNone/>
            </a:pPr>
            <a:r>
              <a:rPr lang="en-US" sz="1240"/>
              <a:t>        response.setContentType("text/html");</a:t>
            </a:r>
            <a:endParaRPr sz="1240"/>
          </a:p>
          <a:p>
            <a:pPr indent="0" lvl="0" marL="0" rtl="0" algn="l">
              <a:lnSpc>
                <a:spcPct val="90000"/>
              </a:lnSpc>
              <a:spcBef>
                <a:spcPts val="360"/>
              </a:spcBef>
              <a:spcAft>
                <a:spcPts val="0"/>
              </a:spcAft>
              <a:buClr>
                <a:schemeClr val="dk1"/>
              </a:buClr>
              <a:buSzPts val="358"/>
              <a:buFont typeface="Arial"/>
              <a:buNone/>
            </a:pPr>
            <a:r>
              <a:rPr lang="en-US" sz="1240"/>
              <a:t>        PrintWriter out = response.getWriter();</a:t>
            </a:r>
            <a:endParaRPr sz="1240"/>
          </a:p>
          <a:p>
            <a:pPr indent="0" lvl="0" marL="0" rtl="0" algn="l">
              <a:lnSpc>
                <a:spcPct val="90000"/>
              </a:lnSpc>
              <a:spcBef>
                <a:spcPts val="360"/>
              </a:spcBef>
              <a:spcAft>
                <a:spcPts val="0"/>
              </a:spcAft>
              <a:buClr>
                <a:schemeClr val="dk1"/>
              </a:buClr>
              <a:buSzPts val="358"/>
              <a:buFont typeface="Arial"/>
              <a:buNone/>
            </a:pPr>
            <a:r>
              <a:t/>
            </a:r>
            <a:endParaRPr sz="1240"/>
          </a:p>
          <a:p>
            <a:pPr indent="0" lvl="0" marL="0" rtl="0" algn="l">
              <a:lnSpc>
                <a:spcPct val="90000"/>
              </a:lnSpc>
              <a:spcBef>
                <a:spcPts val="360"/>
              </a:spcBef>
              <a:spcAft>
                <a:spcPts val="0"/>
              </a:spcAft>
              <a:buClr>
                <a:schemeClr val="dk1"/>
              </a:buClr>
              <a:buSzPts val="358"/>
              <a:buFont typeface="Arial"/>
              <a:buNone/>
            </a:pPr>
            <a:r>
              <a:rPr lang="en-US" sz="1240"/>
              <a:t>        ServletConfig config = getServletConfig();</a:t>
            </a:r>
            <a:endParaRPr sz="1240"/>
          </a:p>
          <a:p>
            <a:pPr indent="0" lvl="0" marL="0" rtl="0" algn="l">
              <a:lnSpc>
                <a:spcPct val="90000"/>
              </a:lnSpc>
              <a:spcBef>
                <a:spcPts val="360"/>
              </a:spcBef>
              <a:spcAft>
                <a:spcPts val="0"/>
              </a:spcAft>
              <a:buClr>
                <a:schemeClr val="dk1"/>
              </a:buClr>
              <a:buSzPts val="358"/>
              <a:buFont typeface="Arial"/>
              <a:buNone/>
            </a:pPr>
            <a:r>
              <a:rPr lang="en-US" sz="1240"/>
              <a:t>        String email = config.getInitParameter("adminEmail");</a:t>
            </a:r>
            <a:endParaRPr sz="1240"/>
          </a:p>
          <a:p>
            <a:pPr indent="0" lvl="0" marL="0" rtl="0" algn="l">
              <a:lnSpc>
                <a:spcPct val="90000"/>
              </a:lnSpc>
              <a:spcBef>
                <a:spcPts val="360"/>
              </a:spcBef>
              <a:spcAft>
                <a:spcPts val="0"/>
              </a:spcAft>
              <a:buClr>
                <a:schemeClr val="dk1"/>
              </a:buClr>
              <a:buSzPts val="358"/>
              <a:buFont typeface="Arial"/>
              <a:buNone/>
            </a:pPr>
            <a:r>
              <a:t/>
            </a:r>
            <a:endParaRPr sz="1240"/>
          </a:p>
          <a:p>
            <a:pPr indent="0" lvl="0" marL="0" rtl="0" algn="l">
              <a:lnSpc>
                <a:spcPct val="90000"/>
              </a:lnSpc>
              <a:spcBef>
                <a:spcPts val="360"/>
              </a:spcBef>
              <a:spcAft>
                <a:spcPts val="0"/>
              </a:spcAft>
              <a:buClr>
                <a:schemeClr val="dk1"/>
              </a:buClr>
              <a:buSzPts val="358"/>
              <a:buFont typeface="Arial"/>
              <a:buNone/>
            </a:pPr>
            <a:r>
              <a:rPr lang="en-US" sz="1240"/>
              <a:t>        out.println("&lt;html&gt;&lt;body&gt;");</a:t>
            </a:r>
            <a:endParaRPr sz="1240"/>
          </a:p>
          <a:p>
            <a:pPr indent="0" lvl="0" marL="0" rtl="0" algn="l">
              <a:lnSpc>
                <a:spcPct val="90000"/>
              </a:lnSpc>
              <a:spcBef>
                <a:spcPts val="360"/>
              </a:spcBef>
              <a:spcAft>
                <a:spcPts val="0"/>
              </a:spcAft>
              <a:buClr>
                <a:schemeClr val="dk1"/>
              </a:buClr>
              <a:buSzPts val="358"/>
              <a:buFont typeface="Arial"/>
              <a:buNone/>
            </a:pPr>
            <a:r>
              <a:rPr lang="en-US" sz="1240"/>
              <a:t>        out.println("&lt;h2&gt;ServletConfig Example&lt;/h2&gt;");</a:t>
            </a:r>
            <a:endParaRPr sz="1240"/>
          </a:p>
          <a:p>
            <a:pPr indent="0" lvl="0" marL="0" rtl="0" algn="l">
              <a:lnSpc>
                <a:spcPct val="90000"/>
              </a:lnSpc>
              <a:spcBef>
                <a:spcPts val="360"/>
              </a:spcBef>
              <a:spcAft>
                <a:spcPts val="0"/>
              </a:spcAft>
              <a:buClr>
                <a:schemeClr val="dk1"/>
              </a:buClr>
              <a:buSzPts val="358"/>
              <a:buFont typeface="Arial"/>
              <a:buNone/>
            </a:pPr>
            <a:r>
              <a:rPr lang="en-US" sz="1240"/>
              <a:t>        out.println("&lt;p&gt;Admin Email: " + email + "&lt;/p&gt;");</a:t>
            </a:r>
            <a:endParaRPr sz="1240"/>
          </a:p>
          <a:p>
            <a:pPr indent="0" lvl="0" marL="0" rtl="0" algn="l">
              <a:lnSpc>
                <a:spcPct val="90000"/>
              </a:lnSpc>
              <a:spcBef>
                <a:spcPts val="360"/>
              </a:spcBef>
              <a:spcAft>
                <a:spcPts val="0"/>
              </a:spcAft>
              <a:buClr>
                <a:schemeClr val="dk1"/>
              </a:buClr>
              <a:buSzPts val="358"/>
              <a:buFont typeface="Arial"/>
              <a:buNone/>
            </a:pPr>
            <a:r>
              <a:rPr lang="en-US" sz="1240"/>
              <a:t>        out.println("&lt;/body&gt;&lt;/html&gt;");</a:t>
            </a:r>
            <a:endParaRPr sz="1240"/>
          </a:p>
          <a:p>
            <a:pPr indent="0" lvl="0" marL="0" rtl="0" algn="l">
              <a:lnSpc>
                <a:spcPct val="90000"/>
              </a:lnSpc>
              <a:spcBef>
                <a:spcPts val="360"/>
              </a:spcBef>
              <a:spcAft>
                <a:spcPts val="0"/>
              </a:spcAft>
              <a:buClr>
                <a:schemeClr val="dk1"/>
              </a:buClr>
              <a:buSzPts val="358"/>
              <a:buFont typeface="Arial"/>
              <a:buNone/>
            </a:pPr>
            <a:r>
              <a:rPr lang="en-US" sz="1240"/>
              <a:t>    }</a:t>
            </a:r>
            <a:endParaRPr sz="1240"/>
          </a:p>
          <a:p>
            <a:pPr indent="0" lvl="0" marL="0" rtl="0" algn="l">
              <a:lnSpc>
                <a:spcPct val="90000"/>
              </a:lnSpc>
              <a:spcBef>
                <a:spcPts val="360"/>
              </a:spcBef>
              <a:spcAft>
                <a:spcPts val="0"/>
              </a:spcAft>
              <a:buClr>
                <a:schemeClr val="dk1"/>
              </a:buClr>
              <a:buSzPts val="358"/>
              <a:buFont typeface="Arial"/>
              <a:buNone/>
            </a:pPr>
            <a:r>
              <a:rPr lang="en-US" sz="1240"/>
              <a:t>}</a:t>
            </a:r>
            <a:endParaRPr sz="1240"/>
          </a:p>
          <a:p>
            <a:pPr indent="0" lvl="0" marL="0" rtl="0" algn="l">
              <a:lnSpc>
                <a:spcPct val="90000"/>
              </a:lnSpc>
              <a:spcBef>
                <a:spcPts val="360"/>
              </a:spcBef>
              <a:spcAft>
                <a:spcPts val="0"/>
              </a:spcAft>
              <a:buSzPts val="358"/>
              <a:buNone/>
            </a:pPr>
            <a:r>
              <a:t/>
            </a:r>
            <a:endParaRPr sz="1040"/>
          </a:p>
        </p:txBody>
      </p:sp>
      <p:sp>
        <p:nvSpPr>
          <p:cNvPr id="746" name="Google Shape;746;g3c4885e55c8_0_8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747" name="Google Shape;747;g3c4885e55c8_0_85"/>
          <p:cNvSpPr txBox="1"/>
          <p:nvPr>
            <p:ph idx="1" type="body"/>
          </p:nvPr>
        </p:nvSpPr>
        <p:spPr>
          <a:xfrm>
            <a:off x="4669875" y="1270475"/>
            <a:ext cx="4323300" cy="4958400"/>
          </a:xfrm>
          <a:prstGeom prst="rect">
            <a:avLst/>
          </a:prstGeom>
        </p:spPr>
        <p:txBody>
          <a:bodyPr anchorCtr="0" anchor="t" bIns="45700" lIns="91425" spcFirstLastPara="1" rIns="91425" wrap="square" tIns="45700">
            <a:noAutofit/>
          </a:bodyPr>
          <a:lstStyle/>
          <a:p>
            <a:pPr indent="0" lvl="0" marL="0" rtl="0" algn="l">
              <a:lnSpc>
                <a:spcPct val="90000"/>
              </a:lnSpc>
              <a:spcBef>
                <a:spcPts val="360"/>
              </a:spcBef>
              <a:spcAft>
                <a:spcPts val="0"/>
              </a:spcAft>
              <a:buSzPts val="358"/>
              <a:buNone/>
            </a:pPr>
            <a:r>
              <a:rPr lang="en-US" sz="1240"/>
              <a:t>To run</a:t>
            </a:r>
            <a:br>
              <a:rPr lang="en-US" sz="1240"/>
            </a:br>
            <a:endParaRPr sz="1240"/>
          </a:p>
          <a:p>
            <a:pPr indent="0" lvl="0" marL="0" rtl="0" algn="l">
              <a:lnSpc>
                <a:spcPct val="90000"/>
              </a:lnSpc>
              <a:spcBef>
                <a:spcPts val="360"/>
              </a:spcBef>
              <a:spcAft>
                <a:spcPts val="0"/>
              </a:spcAft>
              <a:buSzPts val="358"/>
              <a:buNone/>
            </a:pPr>
            <a:r>
              <a:rPr lang="en-US" sz="1240" u="sng">
                <a:solidFill>
                  <a:schemeClr val="hlink"/>
                </a:solidFill>
                <a:hlinkClick r:id="rId3"/>
              </a:rPr>
              <a:t>http://localhost:8080/testWeb/config</a:t>
            </a:r>
            <a:endParaRPr sz="1240"/>
          </a:p>
          <a:p>
            <a:pPr indent="-298450" lvl="0" marL="457200" rtl="0" algn="l">
              <a:lnSpc>
                <a:spcPct val="115000"/>
              </a:lnSpc>
              <a:spcBef>
                <a:spcPts val="1200"/>
              </a:spcBef>
              <a:spcAft>
                <a:spcPts val="0"/>
              </a:spcAft>
              <a:buSzPts val="1100"/>
              <a:buChar char="•"/>
            </a:pPr>
            <a:r>
              <a:rPr lang="en-US" sz="1100">
                <a:latin typeface="Arial"/>
                <a:ea typeface="Arial"/>
                <a:cs typeface="Arial"/>
                <a:sym typeface="Arial"/>
              </a:rPr>
              <a:t>1️Server starts</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Servlet is initialized</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 Container creates ServletConfig object</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&lt;init-param&gt;</a:t>
            </a:r>
            <a:r>
              <a:rPr lang="en-US" sz="1100">
                <a:latin typeface="Arial"/>
                <a:ea typeface="Arial"/>
                <a:cs typeface="Arial"/>
                <a:sym typeface="Arial"/>
              </a:rPr>
              <a:t> value is stored in ServletConfig</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 Browser sends request</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doGet()</a:t>
            </a:r>
            <a:r>
              <a:rPr lang="en-US" sz="1100">
                <a:latin typeface="Arial"/>
                <a:ea typeface="Arial"/>
                <a:cs typeface="Arial"/>
                <a:sym typeface="Arial"/>
              </a:rPr>
              <a:t> is called</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getInitParameter()</a:t>
            </a:r>
            <a:r>
              <a:rPr lang="en-US" sz="1100">
                <a:latin typeface="Arial"/>
                <a:ea typeface="Arial"/>
                <a:cs typeface="Arial"/>
                <a:sym typeface="Arial"/>
              </a:rPr>
              <a:t> retrieves adminEmail</a:t>
            </a:r>
            <a:endParaRPr sz="11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100">
                <a:latin typeface="Arial"/>
                <a:ea typeface="Arial"/>
                <a:cs typeface="Arial"/>
                <a:sym typeface="Arial"/>
              </a:rPr>
              <a:t> Response sent to browser</a:t>
            </a:r>
            <a:br>
              <a:rPr lang="en-US" sz="1100">
                <a:latin typeface="Arial"/>
                <a:ea typeface="Arial"/>
                <a:cs typeface="Arial"/>
                <a:sym typeface="Arial"/>
              </a:rPr>
            </a:b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Output</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ServletConfig Example</a:t>
            </a:r>
            <a:endParaRPr sz="1100">
              <a:latin typeface="Arial"/>
              <a:ea typeface="Arial"/>
              <a:cs typeface="Arial"/>
              <a:sym typeface="Arial"/>
            </a:endParaRPr>
          </a:p>
          <a:p>
            <a:pPr indent="0" lvl="0" marL="0" rtl="0" algn="l">
              <a:lnSpc>
                <a:spcPct val="115000"/>
              </a:lnSpc>
              <a:spcBef>
                <a:spcPts val="1200"/>
              </a:spcBef>
              <a:spcAft>
                <a:spcPts val="0"/>
              </a:spcAft>
              <a:buNone/>
            </a:pPr>
            <a:r>
              <a:rPr lang="en-US" sz="1100">
                <a:latin typeface="Arial"/>
                <a:ea typeface="Arial"/>
                <a:cs typeface="Arial"/>
                <a:sym typeface="Arial"/>
              </a:rPr>
              <a:t>Admin Email: admin@test.com</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lang="en-US" sz="1100">
                <a:latin typeface="Arial"/>
                <a:ea typeface="Arial"/>
                <a:cs typeface="Arial"/>
                <a:sym typeface="Arial"/>
              </a:rPr>
              <a:t>✔ This parameter belongs only to ConfigServlet</a:t>
            </a:r>
            <a:br>
              <a:rPr lang="en-US" sz="1100">
                <a:latin typeface="Arial"/>
                <a:ea typeface="Arial"/>
                <a:cs typeface="Arial"/>
                <a:sym typeface="Arial"/>
              </a:rPr>
            </a:br>
            <a:r>
              <a:rPr lang="en-US" sz="1100">
                <a:latin typeface="Arial"/>
                <a:ea typeface="Arial"/>
                <a:cs typeface="Arial"/>
                <a:sym typeface="Arial"/>
              </a:rPr>
              <a:t> ✔ Cannot be shared with other servlets</a:t>
            </a:r>
            <a:endParaRPr sz="1100">
              <a:latin typeface="Arial"/>
              <a:ea typeface="Arial"/>
              <a:cs typeface="Arial"/>
              <a:sym typeface="Arial"/>
            </a:endParaRPr>
          </a:p>
          <a:p>
            <a:pPr indent="0" lvl="0" marL="0" rtl="0" algn="l">
              <a:lnSpc>
                <a:spcPct val="115000"/>
              </a:lnSpc>
              <a:spcBef>
                <a:spcPts val="1200"/>
              </a:spcBef>
              <a:spcAft>
                <a:spcPts val="0"/>
              </a:spcAft>
              <a:buNone/>
            </a:pPr>
            <a:r>
              <a:t/>
            </a:r>
            <a:endParaRPr sz="11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100">
              <a:latin typeface="Arial"/>
              <a:ea typeface="Arial"/>
              <a:cs typeface="Arial"/>
              <a:sym typeface="Arial"/>
            </a:endParaRPr>
          </a:p>
          <a:p>
            <a:pPr indent="0" lvl="0" marL="0" rtl="0" algn="l">
              <a:lnSpc>
                <a:spcPct val="90000"/>
              </a:lnSpc>
              <a:spcBef>
                <a:spcPts val="360"/>
              </a:spcBef>
              <a:spcAft>
                <a:spcPts val="0"/>
              </a:spcAft>
              <a:buSzPts val="358"/>
              <a:buNone/>
            </a:pPr>
            <a:r>
              <a:t/>
            </a:r>
            <a:endParaRPr sz="1240"/>
          </a:p>
          <a:p>
            <a:pPr indent="0" lvl="0" marL="0" rtl="0" algn="l">
              <a:lnSpc>
                <a:spcPct val="90000"/>
              </a:lnSpc>
              <a:spcBef>
                <a:spcPts val="360"/>
              </a:spcBef>
              <a:spcAft>
                <a:spcPts val="0"/>
              </a:spcAft>
              <a:buSzPts val="358"/>
              <a:buNone/>
            </a:pPr>
            <a:r>
              <a:t/>
            </a:r>
            <a:endParaRPr sz="1240"/>
          </a:p>
          <a:p>
            <a:pPr indent="0" lvl="0" marL="0" rtl="0" algn="l">
              <a:lnSpc>
                <a:spcPct val="90000"/>
              </a:lnSpc>
              <a:spcBef>
                <a:spcPts val="360"/>
              </a:spcBef>
              <a:spcAft>
                <a:spcPts val="0"/>
              </a:spcAft>
              <a:buSzPts val="358"/>
              <a:buNone/>
            </a:pPr>
            <a:r>
              <a:t/>
            </a:r>
            <a:endParaRPr sz="1240"/>
          </a:p>
          <a:p>
            <a:pPr indent="0" lvl="0" marL="0" rtl="0" algn="l">
              <a:lnSpc>
                <a:spcPct val="90000"/>
              </a:lnSpc>
              <a:spcBef>
                <a:spcPts val="360"/>
              </a:spcBef>
              <a:spcAft>
                <a:spcPts val="0"/>
              </a:spcAft>
              <a:buSzPts val="358"/>
              <a:buNone/>
            </a:pPr>
            <a:r>
              <a:t/>
            </a:r>
            <a:endParaRPr sz="1240"/>
          </a:p>
          <a:p>
            <a:pPr indent="0" lvl="0" marL="0" rtl="0" algn="l">
              <a:lnSpc>
                <a:spcPct val="90000"/>
              </a:lnSpc>
              <a:spcBef>
                <a:spcPts val="360"/>
              </a:spcBef>
              <a:spcAft>
                <a:spcPts val="0"/>
              </a:spcAft>
              <a:buSzPts val="358"/>
              <a:buNone/>
            </a:pPr>
            <a:r>
              <a:t/>
            </a:r>
            <a:endParaRPr sz="124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g3c4885e55c8_0_45"/>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ServletContext</a:t>
            </a:r>
            <a:endParaRPr/>
          </a:p>
        </p:txBody>
      </p:sp>
      <p:sp>
        <p:nvSpPr>
          <p:cNvPr id="754" name="Google Shape;754;g3c4885e55c8_0_45"/>
          <p:cNvSpPr txBox="1"/>
          <p:nvPr>
            <p:ph idx="1" type="body"/>
          </p:nvPr>
        </p:nvSpPr>
        <p:spPr>
          <a:xfrm>
            <a:off x="457200" y="1600200"/>
            <a:ext cx="8229600" cy="4526100"/>
          </a:xfrm>
          <a:prstGeom prst="rect">
            <a:avLst/>
          </a:prstGeom>
        </p:spPr>
        <p:txBody>
          <a:bodyPr anchorCtr="0" anchor="t" bIns="45700" lIns="91425" spcFirstLastPara="1" rIns="91425" wrap="square" tIns="45700">
            <a:noAutofit/>
          </a:bodyPr>
          <a:lstStyle/>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Interface in </a:t>
            </a:r>
            <a:r>
              <a:rPr lang="en-US" sz="1600">
                <a:solidFill>
                  <a:srgbClr val="188038"/>
                </a:solidFill>
                <a:latin typeface="Roboto Mono"/>
                <a:ea typeface="Roboto Mono"/>
                <a:cs typeface="Roboto Mono"/>
                <a:sym typeface="Roboto Mono"/>
              </a:rPr>
              <a:t>javax.servlet</a:t>
            </a:r>
            <a:br>
              <a:rPr lang="en-US" sz="1600">
                <a:solidFill>
                  <a:srgbClr val="188038"/>
                </a:solidFill>
                <a:latin typeface="Roboto Mono"/>
                <a:ea typeface="Roboto Mono"/>
                <a:cs typeface="Roboto Mono"/>
                <a:sym typeface="Roboto Mono"/>
              </a:rPr>
            </a:br>
            <a:endParaRPr sz="1600">
              <a:solidFill>
                <a:srgbClr val="188038"/>
              </a:solidFill>
              <a:latin typeface="Roboto Mono"/>
              <a:ea typeface="Roboto Mono"/>
              <a:cs typeface="Roboto Mono"/>
              <a:sym typeface="Roboto Mono"/>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Used to share data across entire application</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One object per application</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Created when application starts</a:t>
            </a:r>
            <a:br>
              <a:rPr lang="en-US" sz="1600">
                <a:latin typeface="Arial"/>
                <a:ea typeface="Arial"/>
                <a:cs typeface="Arial"/>
                <a:sym typeface="Arial"/>
              </a:rPr>
            </a:br>
            <a:endParaRPr sz="16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US" sz="1600">
                <a:latin typeface="Arial"/>
                <a:ea typeface="Arial"/>
                <a:cs typeface="Arial"/>
                <a:sym typeface="Arial"/>
              </a:rPr>
              <a:t>Key Methods:</a:t>
            </a:r>
            <a:endParaRPr b="1" sz="1600">
              <a:latin typeface="Arial"/>
              <a:ea typeface="Arial"/>
              <a:cs typeface="Arial"/>
              <a:sym typeface="Arial"/>
            </a:endParaRPr>
          </a:p>
          <a:p>
            <a:pPr indent="-330200" lvl="0" marL="457200" rtl="0" algn="l">
              <a:lnSpc>
                <a:spcPct val="115000"/>
              </a:lnSpc>
              <a:spcBef>
                <a:spcPts val="1200"/>
              </a:spcBef>
              <a:spcAft>
                <a:spcPts val="0"/>
              </a:spcAft>
              <a:buSzPts val="1600"/>
              <a:buChar char="●"/>
            </a:pPr>
            <a:r>
              <a:rPr lang="en-US" sz="1600">
                <a:latin typeface="Arial"/>
                <a:ea typeface="Arial"/>
                <a:cs typeface="Arial"/>
                <a:sym typeface="Arial"/>
              </a:rPr>
              <a:t>setAttribute()</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getAttribute()</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getInitParameter()</a:t>
            </a:r>
            <a:br>
              <a:rPr lang="en-US" sz="1600">
                <a:latin typeface="Arial"/>
                <a:ea typeface="Arial"/>
                <a:cs typeface="Arial"/>
                <a:sym typeface="Arial"/>
              </a:rPr>
            </a:br>
            <a:endParaRPr sz="1600">
              <a:latin typeface="Arial"/>
              <a:ea typeface="Arial"/>
              <a:cs typeface="Arial"/>
              <a:sym typeface="Arial"/>
            </a:endParaRPr>
          </a:p>
          <a:p>
            <a:pPr indent="-330200" lvl="0" marL="457200" rtl="0" algn="l">
              <a:lnSpc>
                <a:spcPct val="115000"/>
              </a:lnSpc>
              <a:spcBef>
                <a:spcPts val="0"/>
              </a:spcBef>
              <a:spcAft>
                <a:spcPts val="0"/>
              </a:spcAft>
              <a:buSzPts val="1600"/>
              <a:buChar char="●"/>
            </a:pPr>
            <a:r>
              <a:rPr lang="en-US" sz="1600">
                <a:latin typeface="Arial"/>
                <a:ea typeface="Arial"/>
                <a:cs typeface="Arial"/>
                <a:sym typeface="Arial"/>
              </a:rPr>
              <a:t>getServerInfo()</a:t>
            </a:r>
            <a:br>
              <a:rPr lang="en-US" sz="1600">
                <a:latin typeface="Arial"/>
                <a:ea typeface="Arial"/>
                <a:cs typeface="Arial"/>
                <a:sym typeface="Arial"/>
              </a:rPr>
            </a:br>
            <a:endParaRPr sz="1600">
              <a:latin typeface="Arial"/>
              <a:ea typeface="Arial"/>
              <a:cs typeface="Arial"/>
              <a:sym typeface="Arial"/>
            </a:endParaRPr>
          </a:p>
          <a:p>
            <a:pPr indent="0" lvl="0" marL="0" rtl="0" algn="l">
              <a:spcBef>
                <a:spcPts val="1200"/>
              </a:spcBef>
              <a:spcAft>
                <a:spcPts val="0"/>
              </a:spcAft>
              <a:buNone/>
            </a:pPr>
            <a:r>
              <a:t/>
            </a:r>
            <a:endParaRPr/>
          </a:p>
        </p:txBody>
      </p:sp>
      <p:sp>
        <p:nvSpPr>
          <p:cNvPr id="755" name="Google Shape;755;g3c4885e55c8_0_4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Google Shape;760;g3c4885e55c8_0_1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WebContext (</a:t>
            </a:r>
            <a:r>
              <a:rPr b="1" lang="en-US" sz="3600">
                <a:latin typeface="Courier New"/>
                <a:ea typeface="Courier New"/>
                <a:cs typeface="Courier New"/>
                <a:sym typeface="Courier New"/>
              </a:rPr>
              <a:t>ServletContext</a:t>
            </a:r>
            <a:r>
              <a:rPr lang="en-US"/>
              <a:t>)</a:t>
            </a:r>
            <a:endParaRPr/>
          </a:p>
        </p:txBody>
      </p:sp>
      <p:sp>
        <p:nvSpPr>
          <p:cNvPr id="761" name="Google Shape;761;g3c4885e55c8_0_140"/>
          <p:cNvSpPr txBox="1"/>
          <p:nvPr>
            <p:ph idx="1" type="body"/>
          </p:nvPr>
        </p:nvSpPr>
        <p:spPr>
          <a:xfrm>
            <a:off x="1066800" y="2101850"/>
            <a:ext cx="7772400" cy="4756200"/>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800"/>
              <a:buFont typeface="Calibri"/>
              <a:buChar char="•"/>
            </a:pPr>
            <a:r>
              <a:rPr lang="en-US" sz="2800"/>
              <a:t>Used by servlets to</a:t>
            </a:r>
            <a:endParaRPr/>
          </a:p>
          <a:p>
            <a:pPr indent="-266700" lvl="1" marL="742950" rtl="0" algn="l">
              <a:lnSpc>
                <a:spcPct val="90000"/>
              </a:lnSpc>
              <a:spcBef>
                <a:spcPts val="60"/>
              </a:spcBef>
              <a:spcAft>
                <a:spcPts val="0"/>
              </a:spcAft>
              <a:buClr>
                <a:schemeClr val="dk1"/>
              </a:buClr>
              <a:buSzPts val="300"/>
              <a:buFont typeface="Calibri"/>
              <a:buNone/>
            </a:pPr>
            <a:r>
              <a:t/>
            </a:r>
            <a:endParaRPr sz="300"/>
          </a:p>
          <a:p>
            <a:pPr indent="-285750" lvl="1" marL="742950" rtl="0" algn="l">
              <a:lnSpc>
                <a:spcPct val="90000"/>
              </a:lnSpc>
              <a:spcBef>
                <a:spcPts val="480"/>
              </a:spcBef>
              <a:spcAft>
                <a:spcPts val="0"/>
              </a:spcAft>
              <a:buClr>
                <a:schemeClr val="dk1"/>
              </a:buClr>
              <a:buSzPts val="2400"/>
              <a:buFont typeface="Calibri"/>
              <a:buChar char="•"/>
            </a:pPr>
            <a:r>
              <a:rPr lang="en-US" sz="2400"/>
              <a:t>Set and get context-wide (application-wide) object-valued attributes</a:t>
            </a:r>
            <a:endParaRPr sz="2400"/>
          </a:p>
          <a:p>
            <a:pPr indent="-266700" lvl="1" marL="742950" rtl="0" algn="l">
              <a:lnSpc>
                <a:spcPct val="90000"/>
              </a:lnSpc>
              <a:spcBef>
                <a:spcPts val="60"/>
              </a:spcBef>
              <a:spcAft>
                <a:spcPts val="0"/>
              </a:spcAft>
              <a:buClr>
                <a:schemeClr val="dk1"/>
              </a:buClr>
              <a:buSzPts val="300"/>
              <a:buFont typeface="Calibri"/>
              <a:buNone/>
            </a:pPr>
            <a:r>
              <a:t/>
            </a:r>
            <a:endParaRPr sz="300"/>
          </a:p>
          <a:p>
            <a:pPr indent="-285750" lvl="1" marL="742950" rtl="0" algn="l">
              <a:lnSpc>
                <a:spcPct val="90000"/>
              </a:lnSpc>
              <a:spcBef>
                <a:spcPts val="480"/>
              </a:spcBef>
              <a:spcAft>
                <a:spcPts val="0"/>
              </a:spcAft>
              <a:buClr>
                <a:schemeClr val="dk1"/>
              </a:buClr>
              <a:buSzPts val="2400"/>
              <a:buFont typeface="Calibri"/>
              <a:buChar char="•"/>
            </a:pPr>
            <a:r>
              <a:rPr lang="en-US" sz="2400"/>
              <a:t>Get request dispatcher</a:t>
            </a:r>
            <a:endParaRPr/>
          </a:p>
          <a:p>
            <a:pPr indent="-228600" lvl="2" marL="1143000" rtl="0" algn="l">
              <a:lnSpc>
                <a:spcPct val="90000"/>
              </a:lnSpc>
              <a:spcBef>
                <a:spcPts val="400"/>
              </a:spcBef>
              <a:spcAft>
                <a:spcPts val="0"/>
              </a:spcAft>
              <a:buClr>
                <a:schemeClr val="dk1"/>
              </a:buClr>
              <a:buSzPts val="2000"/>
              <a:buFont typeface="Calibri"/>
              <a:buChar char="•"/>
            </a:pPr>
            <a:r>
              <a:rPr lang="en-US" sz="2000"/>
              <a:t>To forward to or include web component</a:t>
            </a:r>
            <a:endParaRPr/>
          </a:p>
          <a:p>
            <a:pPr indent="-266700" lvl="1" marL="742950" rtl="0" algn="l">
              <a:lnSpc>
                <a:spcPct val="90000"/>
              </a:lnSpc>
              <a:spcBef>
                <a:spcPts val="60"/>
              </a:spcBef>
              <a:spcAft>
                <a:spcPts val="0"/>
              </a:spcAft>
              <a:buClr>
                <a:schemeClr val="dk1"/>
              </a:buClr>
              <a:buSzPts val="300"/>
              <a:buFont typeface="Calibri"/>
              <a:buNone/>
            </a:pPr>
            <a:r>
              <a:t/>
            </a:r>
            <a:endParaRPr sz="300"/>
          </a:p>
          <a:p>
            <a:pPr indent="-285750" lvl="1" marL="742950" rtl="0" algn="l">
              <a:lnSpc>
                <a:spcPct val="90000"/>
              </a:lnSpc>
              <a:spcBef>
                <a:spcPts val="480"/>
              </a:spcBef>
              <a:spcAft>
                <a:spcPts val="0"/>
              </a:spcAft>
              <a:buClr>
                <a:schemeClr val="dk1"/>
              </a:buClr>
              <a:buSzPts val="2400"/>
              <a:buFont typeface="Calibri"/>
              <a:buChar char="•"/>
            </a:pPr>
            <a:r>
              <a:rPr lang="en-US" sz="2400"/>
              <a:t>Access Web context-wide initialization parameters set in the web.xml file</a:t>
            </a:r>
            <a:endParaRPr sz="2400"/>
          </a:p>
          <a:p>
            <a:pPr indent="-266700" lvl="1" marL="742950" rtl="0" algn="l">
              <a:lnSpc>
                <a:spcPct val="90000"/>
              </a:lnSpc>
              <a:spcBef>
                <a:spcPts val="60"/>
              </a:spcBef>
              <a:spcAft>
                <a:spcPts val="0"/>
              </a:spcAft>
              <a:buClr>
                <a:schemeClr val="dk1"/>
              </a:buClr>
              <a:buSzPts val="300"/>
              <a:buFont typeface="Calibri"/>
              <a:buNone/>
            </a:pPr>
            <a:r>
              <a:t/>
            </a:r>
            <a:endParaRPr sz="300"/>
          </a:p>
          <a:p>
            <a:pPr indent="-285750" lvl="1" marL="742950" rtl="0" algn="l">
              <a:lnSpc>
                <a:spcPct val="90000"/>
              </a:lnSpc>
              <a:spcBef>
                <a:spcPts val="480"/>
              </a:spcBef>
              <a:spcAft>
                <a:spcPts val="0"/>
              </a:spcAft>
              <a:buClr>
                <a:schemeClr val="dk1"/>
              </a:buClr>
              <a:buSzPts val="2400"/>
              <a:buFont typeface="Calibri"/>
              <a:buChar char="•"/>
            </a:pPr>
            <a:r>
              <a:rPr lang="en-US" sz="2400"/>
              <a:t>Access Web resources associated with the Web context</a:t>
            </a:r>
            <a:endParaRPr sz="2400"/>
          </a:p>
          <a:p>
            <a:pPr indent="-266700" lvl="1" marL="742950" rtl="0" algn="l">
              <a:lnSpc>
                <a:spcPct val="90000"/>
              </a:lnSpc>
              <a:spcBef>
                <a:spcPts val="60"/>
              </a:spcBef>
              <a:spcAft>
                <a:spcPts val="0"/>
              </a:spcAft>
              <a:buClr>
                <a:schemeClr val="dk1"/>
              </a:buClr>
              <a:buSzPts val="300"/>
              <a:buFont typeface="Calibri"/>
              <a:buNone/>
            </a:pPr>
            <a:r>
              <a:t/>
            </a:r>
            <a:endParaRPr sz="300"/>
          </a:p>
          <a:p>
            <a:pPr indent="-285750" lvl="1" marL="742950" rtl="0" algn="l">
              <a:lnSpc>
                <a:spcPct val="90000"/>
              </a:lnSpc>
              <a:spcBef>
                <a:spcPts val="480"/>
              </a:spcBef>
              <a:spcAft>
                <a:spcPts val="0"/>
              </a:spcAft>
              <a:buClr>
                <a:schemeClr val="dk1"/>
              </a:buClr>
              <a:buSzPts val="2400"/>
              <a:buFont typeface="Calibri"/>
              <a:buChar char="•"/>
            </a:pPr>
            <a:r>
              <a:rPr lang="en-US" sz="2400"/>
              <a:t>Log</a:t>
            </a:r>
            <a:endParaRPr sz="2400"/>
          </a:p>
          <a:p>
            <a:pPr indent="-266700" lvl="1" marL="742950" rtl="0" algn="l">
              <a:lnSpc>
                <a:spcPct val="90000"/>
              </a:lnSpc>
              <a:spcBef>
                <a:spcPts val="60"/>
              </a:spcBef>
              <a:spcAft>
                <a:spcPts val="0"/>
              </a:spcAft>
              <a:buClr>
                <a:schemeClr val="dk1"/>
              </a:buClr>
              <a:buSzPts val="300"/>
              <a:buFont typeface="Calibri"/>
              <a:buNone/>
            </a:pPr>
            <a:r>
              <a:t/>
            </a:r>
            <a:endParaRPr sz="300"/>
          </a:p>
          <a:p>
            <a:pPr indent="-285750" lvl="1" marL="742950" rtl="0" algn="l">
              <a:lnSpc>
                <a:spcPct val="90000"/>
              </a:lnSpc>
              <a:spcBef>
                <a:spcPts val="480"/>
              </a:spcBef>
              <a:spcAft>
                <a:spcPts val="0"/>
              </a:spcAft>
              <a:buClr>
                <a:schemeClr val="dk1"/>
              </a:buClr>
              <a:buSzPts val="2400"/>
              <a:buFont typeface="Calibri"/>
              <a:buChar char="•"/>
            </a:pPr>
            <a:r>
              <a:rPr lang="en-US" sz="2400"/>
              <a:t>Access other misc information</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g3be6e5f1d5b_1_3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Scope of ServletContext</a:t>
            </a:r>
            <a:endParaRPr/>
          </a:p>
        </p:txBody>
      </p:sp>
      <p:sp>
        <p:nvSpPr>
          <p:cNvPr id="767" name="Google Shape;767;g3be6e5f1d5b_1_33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Calibri"/>
              <a:buChar char="•"/>
            </a:pPr>
            <a:r>
              <a:rPr lang="en-US"/>
              <a:t>There is </a:t>
            </a:r>
            <a:r>
              <a:rPr b="1" lang="en-US">
                <a:solidFill>
                  <a:srgbClr val="EE493C"/>
                </a:solidFill>
              </a:rPr>
              <a:t>one</a:t>
            </a:r>
            <a:r>
              <a:rPr lang="en-US"/>
              <a:t> ServletContext object per "web application" per Java Virtual Machine</a:t>
            </a:r>
            <a:endParaRPr/>
          </a:p>
        </p:txBody>
      </p:sp>
      <p:pic>
        <p:nvPicPr>
          <p:cNvPr id="768" name="Google Shape;768;g3be6e5f1d5b_1_336"/>
          <p:cNvPicPr preferRelativeResize="0"/>
          <p:nvPr/>
        </p:nvPicPr>
        <p:blipFill rotWithShape="1">
          <a:blip r:embed="rId3">
            <a:alphaModFix/>
          </a:blip>
          <a:srcRect b="0" l="0" r="0" t="0"/>
          <a:stretch/>
        </p:blipFill>
        <p:spPr>
          <a:xfrm>
            <a:off x="2133600" y="3886200"/>
            <a:ext cx="5934075" cy="2600325"/>
          </a:xfrm>
          <a:prstGeom prst="rect">
            <a:avLst/>
          </a:prstGeom>
          <a:noFill/>
          <a:ln cap="flat" cmpd="sng" w="9525">
            <a:solidFill>
              <a:schemeClr val="dk1"/>
            </a:solidFill>
            <a:prstDash val="solid"/>
            <a:miter lim="800000"/>
            <a:headEnd len="sm" w="sm" type="none"/>
            <a:tailEnd len="sm" w="sm" type="none"/>
          </a:ln>
        </p:spPr>
      </p:pic>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g3be6e5f1d5b_1_3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How to Access ServletContext?</a:t>
            </a:r>
            <a:endParaRPr/>
          </a:p>
        </p:txBody>
      </p:sp>
      <p:sp>
        <p:nvSpPr>
          <p:cNvPr id="774" name="Google Shape;774;g3be6e5f1d5b_1_342"/>
          <p:cNvSpPr txBox="1"/>
          <p:nvPr>
            <p:ph idx="1" type="body"/>
          </p:nvPr>
        </p:nvSpPr>
        <p:spPr>
          <a:xfrm>
            <a:off x="1066800" y="2101850"/>
            <a:ext cx="7772400" cy="11748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Calibri"/>
              <a:buChar char="•"/>
            </a:pPr>
            <a:r>
              <a:rPr lang="en-US"/>
              <a:t>Within your servlet code, call</a:t>
            </a:r>
            <a:endParaRPr/>
          </a:p>
          <a:p>
            <a:pPr indent="-342900" lvl="0" marL="342900" rtl="0" algn="ctr">
              <a:spcBef>
                <a:spcPts val="560"/>
              </a:spcBef>
              <a:spcAft>
                <a:spcPts val="0"/>
              </a:spcAft>
              <a:buClr>
                <a:schemeClr val="dk1"/>
              </a:buClr>
              <a:buSzPts val="2800"/>
              <a:buFont typeface="Noto Sans Symbols"/>
              <a:buNone/>
            </a:pPr>
            <a:r>
              <a:rPr b="1" lang="en-US" sz="2800">
                <a:latin typeface="Courier New"/>
                <a:ea typeface="Courier New"/>
                <a:cs typeface="Courier New"/>
                <a:sym typeface="Courier New"/>
              </a:rPr>
              <a:t>getServletContext()</a:t>
            </a:r>
            <a:endParaRPr/>
          </a:p>
        </p:txBody>
      </p:sp>
      <p:sp>
        <p:nvSpPr>
          <p:cNvPr id="775" name="Google Shape;775;g3be6e5f1d5b_1_342"/>
          <p:cNvSpPr txBox="1"/>
          <p:nvPr/>
        </p:nvSpPr>
        <p:spPr>
          <a:xfrm>
            <a:off x="1508125" y="3429000"/>
            <a:ext cx="6950100" cy="3140100"/>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public class CatalogServlet extends HttpServlet {</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private BookDB bookDB;</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public void init() throws ServletException {</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Get context-wide attribute value from</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	// ServletContext object</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bookDB = (BookDB)</a:t>
            </a:r>
            <a:r>
              <a:rPr b="1" lang="en-US" sz="1800">
                <a:solidFill>
                  <a:srgbClr val="531FFB"/>
                </a:solidFill>
                <a:latin typeface="Calibri"/>
                <a:ea typeface="Calibri"/>
                <a:cs typeface="Calibri"/>
                <a:sym typeface="Calibri"/>
              </a:rPr>
              <a:t>getServletContext().</a:t>
            </a:r>
            <a:endParaRPr/>
          </a:p>
          <a:p>
            <a:pPr indent="0" lvl="0" marL="0" marR="0" rtl="0" algn="l">
              <a:spcBef>
                <a:spcPts val="0"/>
              </a:spcBef>
              <a:spcAft>
                <a:spcPts val="0"/>
              </a:spcAft>
              <a:buNone/>
            </a:pPr>
            <a:r>
              <a:rPr b="1" lang="en-US" sz="1800">
                <a:solidFill>
                  <a:srgbClr val="531FFB"/>
                </a:solidFill>
                <a:latin typeface="Calibri"/>
                <a:ea typeface="Calibri"/>
                <a:cs typeface="Calibri"/>
                <a:sym typeface="Calibri"/>
              </a:rPr>
              <a:t>				getAttribute</a:t>
            </a:r>
            <a:r>
              <a:rPr b="1" lang="en-US" sz="1800">
                <a:solidFill>
                  <a:schemeClr val="dk1"/>
                </a:solidFill>
                <a:latin typeface="Calibri"/>
                <a:ea typeface="Calibri"/>
                <a:cs typeface="Calibri"/>
                <a:sym typeface="Calibri"/>
              </a:rPr>
              <a:t>("bookDB");</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if (bookDB == null)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throw new UnavailableException(</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"Couldn't get database");</a:t>
            </a:r>
            <a:endParaRPr/>
          </a:p>
          <a:p>
            <a:pPr indent="0" lvl="0" marL="0" marR="0" rtl="0" algn="l">
              <a:spcBef>
                <a:spcPts val="0"/>
              </a:spcBef>
              <a:spcAft>
                <a:spcPts val="0"/>
              </a:spcAft>
              <a:buNone/>
            </a:pPr>
            <a:r>
              <a:rPr b="1" lang="en-US" sz="1800">
                <a:solidFill>
                  <a:schemeClr val="dk1"/>
                </a:solidFill>
                <a:latin typeface="Calibri"/>
                <a:ea typeface="Calibri"/>
                <a:cs typeface="Calibri"/>
                <a:sym typeface="Calibri"/>
              </a:rPr>
              <a:t>	}</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sp>
        <p:nvSpPr>
          <p:cNvPr id="781" name="Google Shape;781;g3c4885e55c8_0_99"/>
          <p:cNvSpPr txBox="1"/>
          <p:nvPr>
            <p:ph type="title"/>
          </p:nvPr>
        </p:nvSpPr>
        <p:spPr>
          <a:xfrm>
            <a:off x="457200" y="274638"/>
            <a:ext cx="8229600" cy="1143000"/>
          </a:xfrm>
          <a:prstGeom prst="rect">
            <a:avLst/>
          </a:prstGeom>
        </p:spPr>
        <p:txBody>
          <a:bodyPr anchorCtr="0" anchor="ctr" bIns="45700" lIns="91425" spcFirstLastPara="1" rIns="91425" wrap="square" tIns="45700">
            <a:normAutofit fontScale="90000"/>
          </a:bodyPr>
          <a:lstStyle/>
          <a:p>
            <a:pPr indent="0" lvl="0" marL="0" rtl="0" algn="l">
              <a:lnSpc>
                <a:spcPct val="115000"/>
              </a:lnSpc>
              <a:spcBef>
                <a:spcPts val="2400"/>
              </a:spcBef>
              <a:spcAft>
                <a:spcPts val="600"/>
              </a:spcAft>
              <a:buNone/>
            </a:pPr>
            <a:r>
              <a:rPr b="1" lang="en-US" sz="2300">
                <a:latin typeface="Arial"/>
                <a:ea typeface="Arial"/>
                <a:cs typeface="Arial"/>
                <a:sym typeface="Arial"/>
              </a:rPr>
              <a:t>Demonstrating ServletContext</a:t>
            </a:r>
            <a:br>
              <a:rPr b="1" lang="en-US" sz="2300">
                <a:latin typeface="Arial"/>
                <a:ea typeface="Arial"/>
                <a:cs typeface="Arial"/>
                <a:sym typeface="Arial"/>
              </a:rPr>
            </a:br>
            <a:endParaRPr/>
          </a:p>
        </p:txBody>
      </p:sp>
      <p:sp>
        <p:nvSpPr>
          <p:cNvPr id="782" name="Google Shape;782;g3c4885e55c8_0_99"/>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lnSpc>
                <a:spcPct val="115000"/>
              </a:lnSpc>
              <a:spcBef>
                <a:spcPts val="2400"/>
              </a:spcBef>
              <a:spcAft>
                <a:spcPts val="0"/>
              </a:spcAft>
              <a:buNone/>
            </a:pPr>
            <a:r>
              <a:rPr lang="en-US" sz="1600">
                <a:latin typeface="Arial"/>
                <a:ea typeface="Arial"/>
                <a:cs typeface="Arial"/>
                <a:sym typeface="Arial"/>
              </a:rPr>
              <a:t>Develop a servlet that reads a global application parameter (company name) using </a:t>
            </a:r>
            <a:r>
              <a:rPr lang="en-US" sz="1600">
                <a:solidFill>
                  <a:srgbClr val="188038"/>
                </a:solidFill>
                <a:latin typeface="Roboto Mono"/>
                <a:ea typeface="Roboto Mono"/>
                <a:cs typeface="Roboto Mono"/>
                <a:sym typeface="Roboto Mono"/>
              </a:rPr>
              <a:t>ServletContext</a:t>
            </a:r>
            <a:r>
              <a:rPr lang="en-US" sz="1600">
                <a:latin typeface="Arial"/>
                <a:ea typeface="Arial"/>
                <a:cs typeface="Arial"/>
                <a:sym typeface="Arial"/>
              </a:rPr>
              <a:t> and displays it.</a:t>
            </a:r>
            <a:endParaRPr sz="1600">
              <a:latin typeface="Arial"/>
              <a:ea typeface="Arial"/>
              <a:cs typeface="Arial"/>
              <a:sym typeface="Arial"/>
            </a:endParaRPr>
          </a:p>
          <a:p>
            <a:pPr indent="0" lvl="0" marL="0" rtl="0" algn="l">
              <a:lnSpc>
                <a:spcPct val="115000"/>
              </a:lnSpc>
              <a:spcBef>
                <a:spcPts val="1200"/>
              </a:spcBef>
              <a:spcAft>
                <a:spcPts val="0"/>
              </a:spcAft>
              <a:buNone/>
            </a:pPr>
            <a:r>
              <a:t/>
            </a:r>
            <a:endParaRPr sz="1400">
              <a:latin typeface="Arial"/>
              <a:ea typeface="Arial"/>
              <a:cs typeface="Arial"/>
              <a:sym typeface="Arial"/>
            </a:endParaRPr>
          </a:p>
          <a:p>
            <a:pPr indent="-317500" lvl="0" marL="457200" rtl="0" algn="l">
              <a:lnSpc>
                <a:spcPct val="115000"/>
              </a:lnSpc>
              <a:spcBef>
                <a:spcPts val="1200"/>
              </a:spcBef>
              <a:spcAft>
                <a:spcPts val="0"/>
              </a:spcAft>
              <a:buSzPts val="1400"/>
              <a:buChar char="●"/>
            </a:pPr>
            <a:r>
              <a:rPr lang="en-US" sz="1400">
                <a:latin typeface="Arial"/>
                <a:ea typeface="Arial"/>
                <a:cs typeface="Arial"/>
                <a:sym typeface="Arial"/>
              </a:rPr>
              <a:t>Application-wide configuration</a:t>
            </a:r>
            <a:br>
              <a:rPr lang="en-US" sz="1400">
                <a:latin typeface="Arial"/>
                <a:ea typeface="Arial"/>
                <a:cs typeface="Arial"/>
                <a:sym typeface="Arial"/>
              </a:rPr>
            </a:b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Uses </a:t>
            </a:r>
            <a:r>
              <a:rPr lang="en-US" sz="1400">
                <a:solidFill>
                  <a:srgbClr val="188038"/>
                </a:solidFill>
                <a:latin typeface="Roboto Mono"/>
                <a:ea typeface="Roboto Mono"/>
                <a:cs typeface="Roboto Mono"/>
                <a:sym typeface="Roboto Mono"/>
              </a:rPr>
              <a:t>&lt;context-param&gt;</a:t>
            </a:r>
            <a:br>
              <a:rPr lang="en-US" sz="1400">
                <a:solidFill>
                  <a:srgbClr val="188038"/>
                </a:solidFill>
                <a:latin typeface="Roboto Mono"/>
                <a:ea typeface="Roboto Mono"/>
                <a:cs typeface="Roboto Mono"/>
                <a:sym typeface="Roboto Mono"/>
              </a:rPr>
            </a:br>
            <a:endParaRPr sz="1400">
              <a:solidFill>
                <a:srgbClr val="188038"/>
              </a:solidFill>
              <a:latin typeface="Roboto Mono"/>
              <a:ea typeface="Roboto Mono"/>
              <a:cs typeface="Roboto Mono"/>
              <a:sym typeface="Roboto Mono"/>
            </a:endParaRPr>
          </a:p>
          <a:p>
            <a:pPr indent="-317500" lvl="0" marL="457200" rtl="0" algn="l">
              <a:lnSpc>
                <a:spcPct val="115000"/>
              </a:lnSpc>
              <a:spcBef>
                <a:spcPts val="0"/>
              </a:spcBef>
              <a:spcAft>
                <a:spcPts val="0"/>
              </a:spcAft>
              <a:buSzPts val="1400"/>
              <a:buChar char="●"/>
            </a:pPr>
            <a:r>
              <a:rPr lang="en-US" sz="1400">
                <a:latin typeface="Arial"/>
                <a:ea typeface="Arial"/>
                <a:cs typeface="Arial"/>
                <a:sym typeface="Arial"/>
              </a:rPr>
              <a:t>One ServletContext per application</a:t>
            </a:r>
            <a:br>
              <a:rPr lang="en-US" sz="1400">
                <a:latin typeface="Arial"/>
                <a:ea typeface="Arial"/>
                <a:cs typeface="Arial"/>
                <a:sym typeface="Arial"/>
              </a:rPr>
            </a:br>
            <a:endParaRPr sz="1400">
              <a:latin typeface="Arial"/>
              <a:ea typeface="Arial"/>
              <a:cs typeface="Arial"/>
              <a:sym typeface="Arial"/>
            </a:endParaRPr>
          </a:p>
          <a:p>
            <a:pPr indent="0" lvl="0" marL="0" rtl="0" algn="l">
              <a:spcBef>
                <a:spcPts val="1200"/>
              </a:spcBef>
              <a:spcAft>
                <a:spcPts val="0"/>
              </a:spcAft>
              <a:buNone/>
            </a:pPr>
            <a:r>
              <a:t/>
            </a:r>
            <a:endParaRPr/>
          </a:p>
        </p:txBody>
      </p:sp>
      <p:sp>
        <p:nvSpPr>
          <p:cNvPr id="783" name="Google Shape;783;g3c4885e55c8_0_9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8" name="Shape 788"/>
        <p:cNvGrpSpPr/>
        <p:nvPr/>
      </p:nvGrpSpPr>
      <p:grpSpPr>
        <a:xfrm>
          <a:off x="0" y="0"/>
          <a:ext cx="0" cy="0"/>
          <a:chOff x="0" y="0"/>
          <a:chExt cx="0" cy="0"/>
        </a:xfrm>
      </p:grpSpPr>
      <p:sp>
        <p:nvSpPr>
          <p:cNvPr id="789" name="Google Shape;789;g3c4885e55c8_0_109"/>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web.xml Configuration</a:t>
            </a:r>
            <a:endParaRPr/>
          </a:p>
        </p:txBody>
      </p:sp>
      <p:sp>
        <p:nvSpPr>
          <p:cNvPr id="790" name="Google Shape;790;g3c4885e55c8_0_109"/>
          <p:cNvSpPr txBox="1"/>
          <p:nvPr>
            <p:ph idx="1" type="body"/>
          </p:nvPr>
        </p:nvSpPr>
        <p:spPr>
          <a:xfrm>
            <a:off x="457200" y="1600200"/>
            <a:ext cx="8229600" cy="4526100"/>
          </a:xfrm>
          <a:prstGeom prst="rect">
            <a:avLst/>
          </a:prstGeom>
        </p:spPr>
        <p:txBody>
          <a:bodyPr anchorCtr="0" anchor="t" bIns="45700" lIns="91425" spcFirstLastPara="1" rIns="91425" wrap="square" tIns="45700">
            <a:normAutofit fontScale="47500" lnSpcReduction="20000"/>
          </a:bodyPr>
          <a:lstStyle/>
          <a:p>
            <a:pPr indent="0" lvl="0" marL="0" rtl="0" algn="l">
              <a:spcBef>
                <a:spcPts val="360"/>
              </a:spcBef>
              <a:spcAft>
                <a:spcPts val="0"/>
              </a:spcAft>
              <a:buClr>
                <a:schemeClr val="dk1"/>
              </a:buClr>
              <a:buSzPct val="34375"/>
              <a:buFont typeface="Arial"/>
              <a:buNone/>
            </a:pPr>
            <a:r>
              <a:rPr lang="en-US"/>
              <a:t>&lt;web-app&gt;</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&lt;context-param&gt;</a:t>
            </a:r>
            <a:endParaRPr/>
          </a:p>
          <a:p>
            <a:pPr indent="0" lvl="0" marL="0" rtl="0" algn="l">
              <a:spcBef>
                <a:spcPts val="360"/>
              </a:spcBef>
              <a:spcAft>
                <a:spcPts val="0"/>
              </a:spcAft>
              <a:buClr>
                <a:schemeClr val="dk1"/>
              </a:buClr>
              <a:buSzPct val="34375"/>
              <a:buFont typeface="Arial"/>
              <a:buNone/>
            </a:pPr>
            <a:r>
              <a:rPr lang="en-US"/>
              <a:t>        &lt;param-name&gt;companyName&lt;/param-name&gt;</a:t>
            </a:r>
            <a:endParaRPr/>
          </a:p>
          <a:p>
            <a:pPr indent="0" lvl="0" marL="0" rtl="0" algn="l">
              <a:spcBef>
                <a:spcPts val="360"/>
              </a:spcBef>
              <a:spcAft>
                <a:spcPts val="0"/>
              </a:spcAft>
              <a:buClr>
                <a:schemeClr val="dk1"/>
              </a:buClr>
              <a:buSzPct val="34375"/>
              <a:buFont typeface="Arial"/>
              <a:buNone/>
            </a:pPr>
            <a:r>
              <a:rPr lang="en-US"/>
              <a:t>        &lt;param-value&gt;D.Y.Patil University&lt;/param-value&gt;</a:t>
            </a:r>
            <a:endParaRPr/>
          </a:p>
          <a:p>
            <a:pPr indent="0" lvl="0" marL="0" rtl="0" algn="l">
              <a:spcBef>
                <a:spcPts val="360"/>
              </a:spcBef>
              <a:spcAft>
                <a:spcPts val="0"/>
              </a:spcAft>
              <a:buClr>
                <a:schemeClr val="dk1"/>
              </a:buClr>
              <a:buSzPct val="34375"/>
              <a:buFont typeface="Arial"/>
              <a:buNone/>
            </a:pPr>
            <a:r>
              <a:rPr lang="en-US"/>
              <a:t>    &lt;/context-param&gt;</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&lt;servlet&gt;</a:t>
            </a:r>
            <a:endParaRPr/>
          </a:p>
          <a:p>
            <a:pPr indent="0" lvl="0" marL="0" rtl="0" algn="l">
              <a:spcBef>
                <a:spcPts val="360"/>
              </a:spcBef>
              <a:spcAft>
                <a:spcPts val="0"/>
              </a:spcAft>
              <a:buClr>
                <a:schemeClr val="dk1"/>
              </a:buClr>
              <a:buSzPct val="34375"/>
              <a:buFont typeface="Arial"/>
              <a:buNone/>
            </a:pPr>
            <a:r>
              <a:rPr lang="en-US"/>
              <a:t>        &lt;servlet-name&gt;ContextServlet&lt;/servlet-name&gt;</a:t>
            </a:r>
            <a:endParaRPr/>
          </a:p>
          <a:p>
            <a:pPr indent="0" lvl="0" marL="0" rtl="0" algn="l">
              <a:spcBef>
                <a:spcPts val="360"/>
              </a:spcBef>
              <a:spcAft>
                <a:spcPts val="0"/>
              </a:spcAft>
              <a:buClr>
                <a:schemeClr val="dk1"/>
              </a:buClr>
              <a:buSzPct val="34375"/>
              <a:buFont typeface="Arial"/>
              <a:buNone/>
            </a:pPr>
            <a:r>
              <a:rPr lang="en-US"/>
              <a:t>        &lt;servlet-class&gt;com.test.ContextServlet&lt;/servlet-class&gt;</a:t>
            </a:r>
            <a:endParaRPr/>
          </a:p>
          <a:p>
            <a:pPr indent="0" lvl="0" marL="0" rtl="0" algn="l">
              <a:spcBef>
                <a:spcPts val="360"/>
              </a:spcBef>
              <a:spcAft>
                <a:spcPts val="0"/>
              </a:spcAft>
              <a:buClr>
                <a:schemeClr val="dk1"/>
              </a:buClr>
              <a:buSzPct val="34375"/>
              <a:buFont typeface="Arial"/>
              <a:buNone/>
            </a:pPr>
            <a:r>
              <a:rPr lang="en-US"/>
              <a:t>    &lt;/servlet&gt;</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&lt;servlet-mapping&gt;</a:t>
            </a:r>
            <a:endParaRPr/>
          </a:p>
          <a:p>
            <a:pPr indent="0" lvl="0" marL="0" rtl="0" algn="l">
              <a:spcBef>
                <a:spcPts val="360"/>
              </a:spcBef>
              <a:spcAft>
                <a:spcPts val="0"/>
              </a:spcAft>
              <a:buClr>
                <a:schemeClr val="dk1"/>
              </a:buClr>
              <a:buSzPct val="34375"/>
              <a:buFont typeface="Arial"/>
              <a:buNone/>
            </a:pPr>
            <a:r>
              <a:rPr lang="en-US"/>
              <a:t>        &lt;servlet-name&gt;ContextServlet&lt;/servlet-name&gt;</a:t>
            </a:r>
            <a:endParaRPr/>
          </a:p>
          <a:p>
            <a:pPr indent="0" lvl="0" marL="0" rtl="0" algn="l">
              <a:spcBef>
                <a:spcPts val="360"/>
              </a:spcBef>
              <a:spcAft>
                <a:spcPts val="0"/>
              </a:spcAft>
              <a:buClr>
                <a:schemeClr val="dk1"/>
              </a:buClr>
              <a:buSzPct val="34375"/>
              <a:buFont typeface="Arial"/>
              <a:buNone/>
            </a:pPr>
            <a:r>
              <a:rPr lang="en-US"/>
              <a:t>        &lt;url-pattern&gt;/context&lt;/url-pattern&gt;</a:t>
            </a:r>
            <a:endParaRPr/>
          </a:p>
          <a:p>
            <a:pPr indent="0" lvl="0" marL="0" rtl="0" algn="l">
              <a:spcBef>
                <a:spcPts val="360"/>
              </a:spcBef>
              <a:spcAft>
                <a:spcPts val="0"/>
              </a:spcAft>
              <a:buClr>
                <a:schemeClr val="dk1"/>
              </a:buClr>
              <a:buSzPct val="34375"/>
              <a:buFont typeface="Arial"/>
              <a:buNone/>
            </a:pPr>
            <a:r>
              <a:rPr lang="en-US"/>
              <a:t>    &lt;/servlet-mapping&gt;</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&lt;/web-app&gt;</a:t>
            </a:r>
            <a:endParaRPr/>
          </a:p>
          <a:p>
            <a:pPr indent="0" lvl="0" marL="0" rtl="0" algn="l">
              <a:spcBef>
                <a:spcPts val="360"/>
              </a:spcBef>
              <a:spcAft>
                <a:spcPts val="0"/>
              </a:spcAft>
              <a:buNone/>
            </a:pPr>
            <a:r>
              <a:t/>
            </a:r>
            <a:endParaRPr/>
          </a:p>
        </p:txBody>
      </p:sp>
      <p:sp>
        <p:nvSpPr>
          <p:cNvPr id="791" name="Google Shape;791;g3c4885e55c8_0_10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g3c4885e55c8_0_118"/>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l">
              <a:lnSpc>
                <a:spcPct val="115000"/>
              </a:lnSpc>
              <a:spcBef>
                <a:spcPts val="1800"/>
              </a:spcBef>
              <a:spcAft>
                <a:spcPts val="0"/>
              </a:spcAft>
              <a:buClr>
                <a:schemeClr val="dk1"/>
              </a:buClr>
              <a:buSzPts val="1100"/>
              <a:buFont typeface="Arial"/>
              <a:buNone/>
            </a:pPr>
            <a:r>
              <a:rPr b="1" lang="en-US" sz="1700">
                <a:latin typeface="Arial"/>
                <a:ea typeface="Arial"/>
                <a:cs typeface="Arial"/>
                <a:sym typeface="Arial"/>
              </a:rPr>
              <a:t>Servlet Code</a:t>
            </a:r>
            <a:endParaRPr b="1" sz="1700">
              <a:latin typeface="Arial"/>
              <a:ea typeface="Arial"/>
              <a:cs typeface="Arial"/>
              <a:sym typeface="Arial"/>
            </a:endParaRPr>
          </a:p>
          <a:p>
            <a:pPr indent="0" lvl="0" marL="0" rtl="0" algn="ctr">
              <a:spcBef>
                <a:spcPts val="400"/>
              </a:spcBef>
              <a:spcAft>
                <a:spcPts val="0"/>
              </a:spcAft>
              <a:buNone/>
            </a:pPr>
            <a:r>
              <a:t/>
            </a:r>
            <a:endParaRPr/>
          </a:p>
        </p:txBody>
      </p:sp>
      <p:sp>
        <p:nvSpPr>
          <p:cNvPr id="798" name="Google Shape;798;g3c4885e55c8_0_118"/>
          <p:cNvSpPr txBox="1"/>
          <p:nvPr>
            <p:ph idx="1" type="body"/>
          </p:nvPr>
        </p:nvSpPr>
        <p:spPr>
          <a:xfrm>
            <a:off x="457200" y="766150"/>
            <a:ext cx="4036500" cy="5839500"/>
          </a:xfrm>
          <a:prstGeom prst="rect">
            <a:avLst/>
          </a:prstGeom>
        </p:spPr>
        <p:txBody>
          <a:bodyPr anchorCtr="0" anchor="t" bIns="45700" lIns="91425" spcFirstLastPara="1" rIns="91425" wrap="square" tIns="45700">
            <a:noAutofit/>
          </a:bodyPr>
          <a:lstStyle/>
          <a:p>
            <a:pPr indent="0" lvl="0" marL="0" rtl="0" algn="l">
              <a:lnSpc>
                <a:spcPct val="80000"/>
              </a:lnSpc>
              <a:spcBef>
                <a:spcPts val="360"/>
              </a:spcBef>
              <a:spcAft>
                <a:spcPts val="0"/>
              </a:spcAft>
              <a:buClr>
                <a:schemeClr val="dk1"/>
              </a:buClr>
              <a:buSzPts val="440"/>
              <a:buFont typeface="Arial"/>
              <a:buNone/>
            </a:pPr>
            <a:r>
              <a:rPr lang="en-US" sz="1480"/>
              <a:t>package com.test;</a:t>
            </a:r>
            <a:endParaRPr sz="1480"/>
          </a:p>
          <a:p>
            <a:pPr indent="0" lvl="0" marL="0" rtl="0" algn="l">
              <a:lnSpc>
                <a:spcPct val="80000"/>
              </a:lnSpc>
              <a:spcBef>
                <a:spcPts val="360"/>
              </a:spcBef>
              <a:spcAft>
                <a:spcPts val="0"/>
              </a:spcAft>
              <a:buClr>
                <a:schemeClr val="dk1"/>
              </a:buClr>
              <a:buSzPts val="440"/>
              <a:buFont typeface="Arial"/>
              <a:buNone/>
            </a:pPr>
            <a:r>
              <a:t/>
            </a:r>
            <a:endParaRPr sz="1480"/>
          </a:p>
          <a:p>
            <a:pPr indent="0" lvl="0" marL="0" rtl="0" algn="l">
              <a:lnSpc>
                <a:spcPct val="80000"/>
              </a:lnSpc>
              <a:spcBef>
                <a:spcPts val="360"/>
              </a:spcBef>
              <a:spcAft>
                <a:spcPts val="0"/>
              </a:spcAft>
              <a:buClr>
                <a:schemeClr val="dk1"/>
              </a:buClr>
              <a:buSzPts val="440"/>
              <a:buFont typeface="Arial"/>
              <a:buNone/>
            </a:pPr>
            <a:r>
              <a:rPr lang="en-US" sz="1480"/>
              <a:t>import java.io.*;</a:t>
            </a:r>
            <a:endParaRPr sz="1480"/>
          </a:p>
          <a:p>
            <a:pPr indent="0" lvl="0" marL="0" rtl="0" algn="l">
              <a:lnSpc>
                <a:spcPct val="80000"/>
              </a:lnSpc>
              <a:spcBef>
                <a:spcPts val="360"/>
              </a:spcBef>
              <a:spcAft>
                <a:spcPts val="0"/>
              </a:spcAft>
              <a:buClr>
                <a:schemeClr val="dk1"/>
              </a:buClr>
              <a:buSzPts val="440"/>
              <a:buFont typeface="Arial"/>
              <a:buNone/>
            </a:pPr>
            <a:r>
              <a:rPr lang="en-US" sz="1480"/>
              <a:t>import javax.servlet.*;</a:t>
            </a:r>
            <a:endParaRPr sz="1480"/>
          </a:p>
          <a:p>
            <a:pPr indent="0" lvl="0" marL="0" rtl="0" algn="l">
              <a:lnSpc>
                <a:spcPct val="80000"/>
              </a:lnSpc>
              <a:spcBef>
                <a:spcPts val="360"/>
              </a:spcBef>
              <a:spcAft>
                <a:spcPts val="0"/>
              </a:spcAft>
              <a:buClr>
                <a:schemeClr val="dk1"/>
              </a:buClr>
              <a:buSzPts val="440"/>
              <a:buFont typeface="Arial"/>
              <a:buNone/>
            </a:pPr>
            <a:r>
              <a:rPr lang="en-US" sz="1480"/>
              <a:t>import javax.servlet.http.*;</a:t>
            </a:r>
            <a:endParaRPr sz="1480"/>
          </a:p>
          <a:p>
            <a:pPr indent="0" lvl="0" marL="0" rtl="0" algn="l">
              <a:lnSpc>
                <a:spcPct val="80000"/>
              </a:lnSpc>
              <a:spcBef>
                <a:spcPts val="360"/>
              </a:spcBef>
              <a:spcAft>
                <a:spcPts val="0"/>
              </a:spcAft>
              <a:buClr>
                <a:schemeClr val="dk1"/>
              </a:buClr>
              <a:buSzPts val="440"/>
              <a:buFont typeface="Arial"/>
              <a:buNone/>
            </a:pPr>
            <a:r>
              <a:t/>
            </a:r>
            <a:endParaRPr sz="1480"/>
          </a:p>
          <a:p>
            <a:pPr indent="0" lvl="0" marL="0" rtl="0" algn="l">
              <a:lnSpc>
                <a:spcPct val="80000"/>
              </a:lnSpc>
              <a:spcBef>
                <a:spcPts val="360"/>
              </a:spcBef>
              <a:spcAft>
                <a:spcPts val="0"/>
              </a:spcAft>
              <a:buClr>
                <a:schemeClr val="dk1"/>
              </a:buClr>
              <a:buSzPts val="440"/>
              <a:buFont typeface="Arial"/>
              <a:buNone/>
            </a:pPr>
            <a:r>
              <a:rPr lang="en-US" sz="1480"/>
              <a:t>public class ContextServlet extends HttpServlet {</a:t>
            </a:r>
            <a:endParaRPr sz="1480"/>
          </a:p>
          <a:p>
            <a:pPr indent="0" lvl="0" marL="0" rtl="0" algn="l">
              <a:lnSpc>
                <a:spcPct val="80000"/>
              </a:lnSpc>
              <a:spcBef>
                <a:spcPts val="360"/>
              </a:spcBef>
              <a:spcAft>
                <a:spcPts val="0"/>
              </a:spcAft>
              <a:buClr>
                <a:schemeClr val="dk1"/>
              </a:buClr>
              <a:buSzPts val="440"/>
              <a:buFont typeface="Arial"/>
              <a:buNone/>
            </a:pPr>
            <a:r>
              <a:t/>
            </a:r>
            <a:endParaRPr sz="1480"/>
          </a:p>
          <a:p>
            <a:pPr indent="0" lvl="0" marL="0" rtl="0" algn="l">
              <a:lnSpc>
                <a:spcPct val="80000"/>
              </a:lnSpc>
              <a:spcBef>
                <a:spcPts val="360"/>
              </a:spcBef>
              <a:spcAft>
                <a:spcPts val="0"/>
              </a:spcAft>
              <a:buClr>
                <a:schemeClr val="dk1"/>
              </a:buClr>
              <a:buSzPts val="440"/>
              <a:buFont typeface="Arial"/>
              <a:buNone/>
            </a:pPr>
            <a:r>
              <a:rPr lang="en-US" sz="1480"/>
              <a:t>    public void doGet(HttpServletRequest request,</a:t>
            </a:r>
            <a:endParaRPr sz="1480"/>
          </a:p>
          <a:p>
            <a:pPr indent="0" lvl="0" marL="0" rtl="0" algn="l">
              <a:lnSpc>
                <a:spcPct val="80000"/>
              </a:lnSpc>
              <a:spcBef>
                <a:spcPts val="360"/>
              </a:spcBef>
              <a:spcAft>
                <a:spcPts val="0"/>
              </a:spcAft>
              <a:buClr>
                <a:schemeClr val="dk1"/>
              </a:buClr>
              <a:buSzPts val="440"/>
              <a:buFont typeface="Arial"/>
              <a:buNone/>
            </a:pPr>
            <a:r>
              <a:rPr lang="en-US" sz="1480"/>
              <a:t>                      HttpServletResponse response)</a:t>
            </a:r>
            <a:endParaRPr sz="1480"/>
          </a:p>
          <a:p>
            <a:pPr indent="0" lvl="0" marL="0" rtl="0" algn="l">
              <a:lnSpc>
                <a:spcPct val="80000"/>
              </a:lnSpc>
              <a:spcBef>
                <a:spcPts val="360"/>
              </a:spcBef>
              <a:spcAft>
                <a:spcPts val="0"/>
              </a:spcAft>
              <a:buClr>
                <a:schemeClr val="dk1"/>
              </a:buClr>
              <a:buSzPts val="440"/>
              <a:buFont typeface="Arial"/>
              <a:buNone/>
            </a:pPr>
            <a:r>
              <a:rPr lang="en-US" sz="1480"/>
              <a:t>            throws IOException {</a:t>
            </a:r>
            <a:endParaRPr sz="1480"/>
          </a:p>
          <a:p>
            <a:pPr indent="0" lvl="0" marL="0" rtl="0" algn="l">
              <a:lnSpc>
                <a:spcPct val="80000"/>
              </a:lnSpc>
              <a:spcBef>
                <a:spcPts val="360"/>
              </a:spcBef>
              <a:spcAft>
                <a:spcPts val="0"/>
              </a:spcAft>
              <a:buClr>
                <a:schemeClr val="dk1"/>
              </a:buClr>
              <a:buSzPts val="440"/>
              <a:buFont typeface="Arial"/>
              <a:buNone/>
            </a:pPr>
            <a:r>
              <a:t/>
            </a:r>
            <a:endParaRPr sz="1480"/>
          </a:p>
          <a:p>
            <a:pPr indent="0" lvl="0" marL="0" rtl="0" algn="l">
              <a:lnSpc>
                <a:spcPct val="80000"/>
              </a:lnSpc>
              <a:spcBef>
                <a:spcPts val="360"/>
              </a:spcBef>
              <a:spcAft>
                <a:spcPts val="0"/>
              </a:spcAft>
              <a:buClr>
                <a:schemeClr val="dk1"/>
              </a:buClr>
              <a:buSzPts val="440"/>
              <a:buFont typeface="Arial"/>
              <a:buNone/>
            </a:pPr>
            <a:r>
              <a:rPr lang="en-US" sz="1480"/>
              <a:t>        response.setContentType("text/html");</a:t>
            </a:r>
            <a:endParaRPr sz="1480"/>
          </a:p>
          <a:p>
            <a:pPr indent="0" lvl="0" marL="0" rtl="0" algn="l">
              <a:lnSpc>
                <a:spcPct val="80000"/>
              </a:lnSpc>
              <a:spcBef>
                <a:spcPts val="360"/>
              </a:spcBef>
              <a:spcAft>
                <a:spcPts val="0"/>
              </a:spcAft>
              <a:buClr>
                <a:schemeClr val="dk1"/>
              </a:buClr>
              <a:buSzPts val="440"/>
              <a:buFont typeface="Arial"/>
              <a:buNone/>
            </a:pPr>
            <a:r>
              <a:rPr lang="en-US" sz="1480"/>
              <a:t>        PrintWriter out = response.getWriter();</a:t>
            </a:r>
            <a:endParaRPr sz="1480"/>
          </a:p>
          <a:p>
            <a:pPr indent="0" lvl="0" marL="0" rtl="0" algn="l">
              <a:lnSpc>
                <a:spcPct val="80000"/>
              </a:lnSpc>
              <a:spcBef>
                <a:spcPts val="360"/>
              </a:spcBef>
              <a:spcAft>
                <a:spcPts val="0"/>
              </a:spcAft>
              <a:buClr>
                <a:schemeClr val="dk1"/>
              </a:buClr>
              <a:buSzPts val="440"/>
              <a:buFont typeface="Arial"/>
              <a:buNone/>
            </a:pPr>
            <a:r>
              <a:t/>
            </a:r>
            <a:endParaRPr sz="1480"/>
          </a:p>
          <a:p>
            <a:pPr indent="0" lvl="0" marL="0" rtl="0" algn="l">
              <a:lnSpc>
                <a:spcPct val="80000"/>
              </a:lnSpc>
              <a:spcBef>
                <a:spcPts val="360"/>
              </a:spcBef>
              <a:spcAft>
                <a:spcPts val="0"/>
              </a:spcAft>
              <a:buClr>
                <a:schemeClr val="dk1"/>
              </a:buClr>
              <a:buSzPts val="440"/>
              <a:buFont typeface="Arial"/>
              <a:buNone/>
            </a:pPr>
            <a:r>
              <a:rPr lang="en-US" sz="1480"/>
              <a:t>        ServletContext context = getServletContext();</a:t>
            </a:r>
            <a:endParaRPr sz="1480"/>
          </a:p>
          <a:p>
            <a:pPr indent="0" lvl="0" marL="0" rtl="0" algn="l">
              <a:lnSpc>
                <a:spcPct val="80000"/>
              </a:lnSpc>
              <a:spcBef>
                <a:spcPts val="360"/>
              </a:spcBef>
              <a:spcAft>
                <a:spcPts val="0"/>
              </a:spcAft>
              <a:buClr>
                <a:schemeClr val="dk1"/>
              </a:buClr>
              <a:buSzPts val="440"/>
              <a:buFont typeface="Arial"/>
              <a:buNone/>
            </a:pPr>
            <a:r>
              <a:rPr lang="en-US" sz="1480"/>
              <a:t>        String company = context.getInitParameter("companyName");</a:t>
            </a:r>
            <a:endParaRPr sz="1480"/>
          </a:p>
          <a:p>
            <a:pPr indent="0" lvl="0" marL="0" rtl="0" algn="l">
              <a:lnSpc>
                <a:spcPct val="80000"/>
              </a:lnSpc>
              <a:spcBef>
                <a:spcPts val="360"/>
              </a:spcBef>
              <a:spcAft>
                <a:spcPts val="0"/>
              </a:spcAft>
              <a:buClr>
                <a:schemeClr val="dk1"/>
              </a:buClr>
              <a:buSzPts val="440"/>
              <a:buFont typeface="Arial"/>
              <a:buNone/>
            </a:pPr>
            <a:r>
              <a:t/>
            </a:r>
            <a:endParaRPr sz="1480"/>
          </a:p>
          <a:p>
            <a:pPr indent="0" lvl="0" marL="0" rtl="0" algn="l">
              <a:lnSpc>
                <a:spcPct val="80000"/>
              </a:lnSpc>
              <a:spcBef>
                <a:spcPts val="360"/>
              </a:spcBef>
              <a:spcAft>
                <a:spcPts val="0"/>
              </a:spcAft>
              <a:buClr>
                <a:schemeClr val="dk1"/>
              </a:buClr>
              <a:buSzPts val="440"/>
              <a:buFont typeface="Arial"/>
              <a:buNone/>
            </a:pPr>
            <a:r>
              <a:rPr lang="en-US" sz="1480"/>
              <a:t>        out.println("&lt;html&gt;&lt;body&gt;");</a:t>
            </a:r>
            <a:endParaRPr sz="1480"/>
          </a:p>
          <a:p>
            <a:pPr indent="0" lvl="0" marL="0" rtl="0" algn="l">
              <a:lnSpc>
                <a:spcPct val="80000"/>
              </a:lnSpc>
              <a:spcBef>
                <a:spcPts val="360"/>
              </a:spcBef>
              <a:spcAft>
                <a:spcPts val="0"/>
              </a:spcAft>
              <a:buClr>
                <a:schemeClr val="dk1"/>
              </a:buClr>
              <a:buSzPts val="440"/>
              <a:buFont typeface="Arial"/>
              <a:buNone/>
            </a:pPr>
            <a:r>
              <a:rPr lang="en-US" sz="1480"/>
              <a:t>        out.println("&lt;h2&gt;ServletContext Example&lt;/h2&gt;");</a:t>
            </a:r>
            <a:endParaRPr sz="1480"/>
          </a:p>
          <a:p>
            <a:pPr indent="0" lvl="0" marL="0" rtl="0" algn="l">
              <a:lnSpc>
                <a:spcPct val="80000"/>
              </a:lnSpc>
              <a:spcBef>
                <a:spcPts val="360"/>
              </a:spcBef>
              <a:spcAft>
                <a:spcPts val="0"/>
              </a:spcAft>
              <a:buClr>
                <a:schemeClr val="dk1"/>
              </a:buClr>
              <a:buSzPts val="440"/>
              <a:buFont typeface="Arial"/>
              <a:buNone/>
            </a:pPr>
            <a:r>
              <a:rPr lang="en-US" sz="1480"/>
              <a:t>        out.println("&lt;p&gt;Company Name: " + company + "&lt;/p&gt;");</a:t>
            </a:r>
            <a:endParaRPr sz="1480"/>
          </a:p>
          <a:p>
            <a:pPr indent="0" lvl="0" marL="0" rtl="0" algn="l">
              <a:lnSpc>
                <a:spcPct val="80000"/>
              </a:lnSpc>
              <a:spcBef>
                <a:spcPts val="360"/>
              </a:spcBef>
              <a:spcAft>
                <a:spcPts val="0"/>
              </a:spcAft>
              <a:buClr>
                <a:schemeClr val="dk1"/>
              </a:buClr>
              <a:buSzPts val="440"/>
              <a:buFont typeface="Arial"/>
              <a:buNone/>
            </a:pPr>
            <a:r>
              <a:rPr lang="en-US" sz="1480"/>
              <a:t>        out.println("&lt;/body&gt;&lt;/html&gt;");</a:t>
            </a:r>
            <a:endParaRPr sz="1480"/>
          </a:p>
          <a:p>
            <a:pPr indent="0" lvl="0" marL="0" rtl="0" algn="l">
              <a:lnSpc>
                <a:spcPct val="80000"/>
              </a:lnSpc>
              <a:spcBef>
                <a:spcPts val="360"/>
              </a:spcBef>
              <a:spcAft>
                <a:spcPts val="0"/>
              </a:spcAft>
              <a:buClr>
                <a:schemeClr val="dk1"/>
              </a:buClr>
              <a:buSzPts val="440"/>
              <a:buFont typeface="Arial"/>
              <a:buNone/>
            </a:pPr>
            <a:r>
              <a:rPr lang="en-US" sz="1480"/>
              <a:t>    }</a:t>
            </a:r>
            <a:endParaRPr sz="1480"/>
          </a:p>
          <a:p>
            <a:pPr indent="0" lvl="0" marL="0" rtl="0" algn="l">
              <a:lnSpc>
                <a:spcPct val="80000"/>
              </a:lnSpc>
              <a:spcBef>
                <a:spcPts val="360"/>
              </a:spcBef>
              <a:spcAft>
                <a:spcPts val="0"/>
              </a:spcAft>
              <a:buClr>
                <a:schemeClr val="dk1"/>
              </a:buClr>
              <a:buSzPts val="440"/>
              <a:buFont typeface="Arial"/>
              <a:buNone/>
            </a:pPr>
            <a:r>
              <a:rPr lang="en-US" sz="1480"/>
              <a:t>}</a:t>
            </a:r>
            <a:endParaRPr sz="1480"/>
          </a:p>
          <a:p>
            <a:pPr indent="0" lvl="0" marL="0" rtl="0" algn="l">
              <a:lnSpc>
                <a:spcPct val="80000"/>
              </a:lnSpc>
              <a:spcBef>
                <a:spcPts val="360"/>
              </a:spcBef>
              <a:spcAft>
                <a:spcPts val="0"/>
              </a:spcAft>
              <a:buSzPts val="440"/>
              <a:buNone/>
            </a:pPr>
            <a:r>
              <a:t/>
            </a:r>
            <a:endParaRPr sz="1280"/>
          </a:p>
        </p:txBody>
      </p:sp>
      <p:sp>
        <p:nvSpPr>
          <p:cNvPr id="799" name="Google Shape;799;g3c4885e55c8_0_11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800" name="Google Shape;800;g3c4885e55c8_0_118"/>
          <p:cNvSpPr txBox="1"/>
          <p:nvPr>
            <p:ph idx="1" type="body"/>
          </p:nvPr>
        </p:nvSpPr>
        <p:spPr>
          <a:xfrm>
            <a:off x="4885100" y="680050"/>
            <a:ext cx="4036500" cy="5767500"/>
          </a:xfrm>
          <a:prstGeom prst="rect">
            <a:avLst/>
          </a:prstGeom>
        </p:spPr>
        <p:txBody>
          <a:bodyPr anchorCtr="0" anchor="t" bIns="45700" lIns="91425" spcFirstLastPara="1" rIns="91425" wrap="square" tIns="45700">
            <a:normAutofit/>
          </a:bodyPr>
          <a:lstStyle/>
          <a:p>
            <a:pPr indent="0" lvl="0" marL="0" rtl="0" algn="l">
              <a:lnSpc>
                <a:spcPct val="115000"/>
              </a:lnSpc>
              <a:spcBef>
                <a:spcPts val="1800"/>
              </a:spcBef>
              <a:spcAft>
                <a:spcPts val="0"/>
              </a:spcAft>
              <a:buNone/>
            </a:pPr>
            <a:r>
              <a:rPr b="1" lang="en-US" sz="1700">
                <a:latin typeface="Arial"/>
                <a:ea typeface="Arial"/>
                <a:cs typeface="Arial"/>
                <a:sym typeface="Arial"/>
              </a:rPr>
              <a:t>How to Run</a:t>
            </a:r>
            <a:endParaRPr b="1" sz="1700">
              <a:latin typeface="Arial"/>
              <a:ea typeface="Arial"/>
              <a:cs typeface="Arial"/>
              <a:sym typeface="Arial"/>
            </a:endParaRPr>
          </a:p>
          <a:p>
            <a:pPr indent="0" lvl="0" marL="0" rtl="0" algn="l">
              <a:lnSpc>
                <a:spcPct val="115000"/>
              </a:lnSpc>
              <a:spcBef>
                <a:spcPts val="1800"/>
              </a:spcBef>
              <a:spcAft>
                <a:spcPts val="0"/>
              </a:spcAft>
              <a:buNone/>
            </a:pPr>
            <a:r>
              <a:rPr b="1" lang="en-US" sz="1700" u="sng">
                <a:solidFill>
                  <a:schemeClr val="hlink"/>
                </a:solidFill>
                <a:latin typeface="Arial"/>
                <a:ea typeface="Arial"/>
                <a:cs typeface="Arial"/>
                <a:sym typeface="Arial"/>
                <a:hlinkClick r:id="rId3"/>
              </a:rPr>
              <a:t>http://localhost:8080/testWeb/context</a:t>
            </a:r>
            <a:br>
              <a:rPr b="1" lang="en-US" sz="1700">
                <a:latin typeface="Arial"/>
                <a:ea typeface="Arial"/>
                <a:cs typeface="Arial"/>
                <a:sym typeface="Arial"/>
              </a:rPr>
            </a:br>
            <a:endParaRPr b="1" sz="1700">
              <a:latin typeface="Arial"/>
              <a:ea typeface="Arial"/>
              <a:cs typeface="Arial"/>
              <a:sym typeface="Arial"/>
            </a:endParaRPr>
          </a:p>
          <a:p>
            <a:pPr indent="0" lvl="0" marL="0" rtl="0" algn="l">
              <a:lnSpc>
                <a:spcPct val="115000"/>
              </a:lnSpc>
              <a:spcBef>
                <a:spcPts val="1800"/>
              </a:spcBef>
              <a:spcAft>
                <a:spcPts val="0"/>
              </a:spcAft>
              <a:buNone/>
            </a:pPr>
            <a:r>
              <a:rPr lang="en-US" sz="1100">
                <a:latin typeface="Arial"/>
                <a:ea typeface="Arial"/>
                <a:cs typeface="Arial"/>
                <a:sym typeface="Arial"/>
              </a:rPr>
              <a:t>Server starts</a:t>
            </a:r>
            <a:br>
              <a:rPr lang="en-US" sz="1100">
                <a:latin typeface="Arial"/>
                <a:ea typeface="Arial"/>
                <a:cs typeface="Arial"/>
                <a:sym typeface="Arial"/>
              </a:rPr>
            </a:br>
            <a:r>
              <a:rPr lang="en-US" sz="1100">
                <a:latin typeface="Arial"/>
                <a:ea typeface="Arial"/>
                <a:cs typeface="Arial"/>
                <a:sym typeface="Arial"/>
              </a:rPr>
              <a:t> Web application is loaded</a:t>
            </a:r>
            <a:br>
              <a:rPr lang="en-US" sz="1100">
                <a:latin typeface="Arial"/>
                <a:ea typeface="Arial"/>
                <a:cs typeface="Arial"/>
                <a:sym typeface="Arial"/>
              </a:rPr>
            </a:br>
            <a:r>
              <a:rPr lang="en-US" sz="1100">
                <a:latin typeface="Arial"/>
                <a:ea typeface="Arial"/>
                <a:cs typeface="Arial"/>
                <a:sym typeface="Arial"/>
              </a:rPr>
              <a:t>Container creates ServletContext object</a:t>
            </a:r>
            <a:br>
              <a:rPr lang="en-US" sz="1100">
                <a:latin typeface="Arial"/>
                <a:ea typeface="Arial"/>
                <a:cs typeface="Arial"/>
                <a:sym typeface="Arial"/>
              </a:rPr>
            </a:b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&lt;context-param&gt;</a:t>
            </a:r>
            <a:r>
              <a:rPr lang="en-US" sz="1100">
                <a:latin typeface="Arial"/>
                <a:ea typeface="Arial"/>
                <a:cs typeface="Arial"/>
                <a:sym typeface="Arial"/>
              </a:rPr>
              <a:t> is stored in ServletContext</a:t>
            </a:r>
            <a:br>
              <a:rPr lang="en-US" sz="1100">
                <a:latin typeface="Arial"/>
                <a:ea typeface="Arial"/>
                <a:cs typeface="Arial"/>
                <a:sym typeface="Arial"/>
              </a:rPr>
            </a:br>
            <a:r>
              <a:rPr lang="en-US" sz="1100">
                <a:latin typeface="Arial"/>
                <a:ea typeface="Arial"/>
                <a:cs typeface="Arial"/>
                <a:sym typeface="Arial"/>
              </a:rPr>
              <a:t>Client sends request</a:t>
            </a:r>
            <a:br>
              <a:rPr lang="en-US" sz="1100">
                <a:latin typeface="Arial"/>
                <a:ea typeface="Arial"/>
                <a:cs typeface="Arial"/>
                <a:sym typeface="Arial"/>
              </a:rPr>
            </a:b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doGet()</a:t>
            </a:r>
            <a:r>
              <a:rPr lang="en-US" sz="1100">
                <a:latin typeface="Arial"/>
                <a:ea typeface="Arial"/>
                <a:cs typeface="Arial"/>
                <a:sym typeface="Arial"/>
              </a:rPr>
              <a:t> is executed</a:t>
            </a:r>
            <a:br>
              <a:rPr lang="en-US" sz="1100">
                <a:latin typeface="Arial"/>
                <a:ea typeface="Arial"/>
                <a:cs typeface="Arial"/>
                <a:sym typeface="Arial"/>
              </a:rPr>
            </a:br>
            <a:r>
              <a:rPr lang="en-US" sz="1100">
                <a:latin typeface="Arial"/>
                <a:ea typeface="Arial"/>
                <a:cs typeface="Arial"/>
                <a:sym typeface="Arial"/>
              </a:rPr>
              <a:t> </a:t>
            </a:r>
            <a:r>
              <a:rPr lang="en-US" sz="1100">
                <a:solidFill>
                  <a:srgbClr val="188038"/>
                </a:solidFill>
                <a:latin typeface="Roboto Mono"/>
                <a:ea typeface="Roboto Mono"/>
                <a:cs typeface="Roboto Mono"/>
                <a:sym typeface="Roboto Mono"/>
              </a:rPr>
              <a:t>getInitParameter()</a:t>
            </a:r>
            <a:r>
              <a:rPr lang="en-US" sz="1100">
                <a:latin typeface="Arial"/>
                <a:ea typeface="Arial"/>
                <a:cs typeface="Arial"/>
                <a:sym typeface="Arial"/>
              </a:rPr>
              <a:t> retrieves companyName</a:t>
            </a:r>
            <a:br>
              <a:rPr lang="en-US" sz="1100">
                <a:latin typeface="Arial"/>
                <a:ea typeface="Arial"/>
                <a:cs typeface="Arial"/>
                <a:sym typeface="Arial"/>
              </a:rPr>
            </a:br>
            <a:r>
              <a:rPr lang="en-US" sz="1100">
                <a:latin typeface="Arial"/>
                <a:ea typeface="Arial"/>
                <a:cs typeface="Arial"/>
                <a:sym typeface="Arial"/>
              </a:rPr>
              <a:t> Response sent to browser</a:t>
            </a:r>
            <a:endParaRPr sz="1100">
              <a:latin typeface="Arial"/>
              <a:ea typeface="Arial"/>
              <a:cs typeface="Arial"/>
              <a:sym typeface="Arial"/>
            </a:endParaRPr>
          </a:p>
          <a:p>
            <a:pPr indent="0" lvl="0" marL="0" rtl="0" algn="l">
              <a:lnSpc>
                <a:spcPct val="115000"/>
              </a:lnSpc>
              <a:spcBef>
                <a:spcPts val="1800"/>
              </a:spcBef>
              <a:spcAft>
                <a:spcPts val="0"/>
              </a:spcAft>
              <a:buNone/>
            </a:pPr>
            <a:r>
              <a:rPr b="1" lang="en-US" sz="1700">
                <a:latin typeface="Arial"/>
                <a:ea typeface="Arial"/>
                <a:cs typeface="Arial"/>
                <a:sym typeface="Arial"/>
              </a:rPr>
              <a:t>Output</a:t>
            </a:r>
            <a:br>
              <a:rPr b="1" lang="en-US" sz="1700">
                <a:latin typeface="Arial"/>
                <a:ea typeface="Arial"/>
                <a:cs typeface="Arial"/>
                <a:sym typeface="Arial"/>
              </a:rPr>
            </a:br>
            <a:r>
              <a:rPr lang="en-US" sz="1600">
                <a:latin typeface="Arial"/>
                <a:ea typeface="Arial"/>
                <a:cs typeface="Arial"/>
                <a:sym typeface="Arial"/>
              </a:rPr>
              <a:t>ServletContext Example</a:t>
            </a:r>
            <a:endParaRPr sz="1600">
              <a:latin typeface="Arial"/>
              <a:ea typeface="Arial"/>
              <a:cs typeface="Arial"/>
              <a:sym typeface="Arial"/>
            </a:endParaRPr>
          </a:p>
          <a:p>
            <a:pPr indent="0" lvl="0" marL="0" rtl="0" algn="l">
              <a:lnSpc>
                <a:spcPct val="115000"/>
              </a:lnSpc>
              <a:spcBef>
                <a:spcPts val="400"/>
              </a:spcBef>
              <a:spcAft>
                <a:spcPts val="0"/>
              </a:spcAft>
              <a:buNone/>
            </a:pPr>
            <a:r>
              <a:rPr lang="en-US" sz="1600">
                <a:latin typeface="Arial"/>
                <a:ea typeface="Arial"/>
                <a:cs typeface="Arial"/>
                <a:sym typeface="Arial"/>
              </a:rPr>
              <a:t>Company Name: D.Y.Patil University</a:t>
            </a:r>
            <a:endParaRPr sz="1600">
              <a:latin typeface="Arial"/>
              <a:ea typeface="Arial"/>
              <a:cs typeface="Arial"/>
              <a:sym typeface="Arial"/>
            </a:endParaRPr>
          </a:p>
          <a:p>
            <a:pPr indent="0" lvl="0" marL="0" rtl="0" algn="l">
              <a:lnSpc>
                <a:spcPct val="115000"/>
              </a:lnSpc>
              <a:spcBef>
                <a:spcPts val="1800"/>
              </a:spcBef>
              <a:spcAft>
                <a:spcPts val="0"/>
              </a:spcAft>
              <a:buClr>
                <a:schemeClr val="dk1"/>
              </a:buClr>
              <a:buSzPts val="1100"/>
              <a:buFont typeface="Arial"/>
              <a:buNone/>
            </a:pPr>
            <a:r>
              <a:t/>
            </a:r>
            <a:endParaRPr b="1" sz="1700">
              <a:latin typeface="Arial"/>
              <a:ea typeface="Arial"/>
              <a:cs typeface="Arial"/>
              <a:sym typeface="Arial"/>
            </a:endParaRPr>
          </a:p>
          <a:p>
            <a:pPr indent="0" lvl="0" marL="0" rtl="0" algn="l">
              <a:spcBef>
                <a:spcPts val="400"/>
              </a:spcBef>
              <a:spcAft>
                <a:spcPts val="0"/>
              </a:spcAft>
              <a:buNone/>
            </a:pPr>
            <a:r>
              <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4" name="Shape 804"/>
        <p:cNvGrpSpPr/>
        <p:nvPr/>
      </p:nvGrpSpPr>
      <p:grpSpPr>
        <a:xfrm>
          <a:off x="0" y="0"/>
          <a:ext cx="0" cy="0"/>
          <a:chOff x="0" y="0"/>
          <a:chExt cx="0" cy="0"/>
        </a:xfrm>
      </p:grpSpPr>
      <p:sp>
        <p:nvSpPr>
          <p:cNvPr id="805" name="Google Shape;805;g3be6e5f1d5b_1_3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000"/>
              <a:buFont typeface="Calibri"/>
              <a:buNone/>
            </a:pPr>
            <a:r>
              <a:rPr lang="en-US" sz="4000"/>
              <a:t>Dispatching to Another Component</a:t>
            </a:r>
            <a:endParaRPr sz="4000"/>
          </a:p>
        </p:txBody>
      </p:sp>
      <p:sp>
        <p:nvSpPr>
          <p:cNvPr id="806" name="Google Shape;806;g3be6e5f1d5b_1_348"/>
          <p:cNvSpPr txBox="1"/>
          <p:nvPr>
            <p:ph idx="1" type="body"/>
          </p:nvPr>
        </p:nvSpPr>
        <p:spPr>
          <a:xfrm>
            <a:off x="609600" y="2406650"/>
            <a:ext cx="8534400" cy="4451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400"/>
              <a:buFont typeface="Noto Sans Symbols"/>
              <a:buNone/>
            </a:pPr>
            <a:r>
              <a:rPr b="1" lang="en-US" sz="1400">
                <a:latin typeface="Courier New"/>
                <a:ea typeface="Courier New"/>
                <a:cs typeface="Courier New"/>
                <a:sym typeface="Courier New"/>
              </a:rPr>
              <a:t>public void doGet (HttpServletRequest request, HttpServletResponse response)</a:t>
            </a:r>
            <a:endParaRPr/>
          </a:p>
          <a:p>
            <a:pPr indent="-342900" lvl="0" marL="342900" rtl="0" algn="l">
              <a:spcBef>
                <a:spcPts val="280"/>
              </a:spcBef>
              <a:spcAft>
                <a:spcPts val="0"/>
              </a:spcAft>
              <a:buClr>
                <a:schemeClr val="dk1"/>
              </a:buClr>
              <a:buSzPts val="1400"/>
              <a:buFont typeface="Noto Sans Symbols"/>
              <a:buNone/>
            </a:pPr>
            <a:r>
              <a:rPr b="1" lang="en-US" sz="1400">
                <a:latin typeface="Courier New"/>
                <a:ea typeface="Courier New"/>
                <a:cs typeface="Courier New"/>
                <a:sym typeface="Courier New"/>
              </a:rPr>
              <a:t>					throws ServletException, IOException {</a:t>
            </a:r>
            <a:endParaRPr/>
          </a:p>
          <a:p>
            <a:pPr indent="-342900" lvl="0" marL="342900" rtl="0" algn="l">
              <a:spcBef>
                <a:spcPts val="280"/>
              </a:spcBef>
              <a:spcAft>
                <a:spcPts val="0"/>
              </a:spcAft>
              <a:buClr>
                <a:schemeClr val="dk1"/>
              </a:buClr>
              <a:buSzPts val="1400"/>
              <a:buFont typeface="Noto Sans Symbols"/>
              <a:buNone/>
            </a:pPr>
            <a:r>
              <a:rPr b="1" lang="en-US" sz="1400">
                <a:latin typeface="Courier New"/>
                <a:ea typeface="Courier New"/>
                <a:cs typeface="Courier New"/>
                <a:sym typeface="Courier New"/>
              </a:rPr>
              <a:t>  HttpSession session = request.getSession(true);</a:t>
            </a:r>
            <a:endParaRPr/>
          </a:p>
          <a:p>
            <a:pPr indent="-342900" lvl="0" marL="342900" rtl="0" algn="l">
              <a:spcBef>
                <a:spcPts val="280"/>
              </a:spcBef>
              <a:spcAft>
                <a:spcPts val="0"/>
              </a:spcAft>
              <a:buClr>
                <a:schemeClr val="dk1"/>
              </a:buClr>
              <a:buSzPts val="1400"/>
              <a:buFont typeface="Noto Sans Symbols"/>
              <a:buNone/>
            </a:pPr>
            <a:r>
              <a:rPr b="1" lang="en-US" sz="1400">
                <a:latin typeface="Courier New"/>
                <a:ea typeface="Courier New"/>
                <a:cs typeface="Courier New"/>
                <a:sym typeface="Courier New"/>
              </a:rPr>
              <a:t>  String messages = (String)session.getAttribute("messages");</a:t>
            </a:r>
            <a:endParaRPr/>
          </a:p>
          <a:p>
            <a:pPr indent="-342900" lvl="0" marL="342900" rtl="0" algn="l">
              <a:spcBef>
                <a:spcPts val="280"/>
              </a:spcBef>
              <a:spcAft>
                <a:spcPts val="0"/>
              </a:spcAft>
              <a:buClr>
                <a:schemeClr val="dk1"/>
              </a:buClr>
              <a:buSzPts val="1400"/>
              <a:buFont typeface="Noto Sans Symbols"/>
              <a:buNone/>
            </a:pPr>
            <a:r>
              <a:rPr b="1" lang="en-US" sz="1400">
                <a:latin typeface="Courier New"/>
                <a:ea typeface="Courier New"/>
                <a:cs typeface="Courier New"/>
                <a:sym typeface="Courier New"/>
              </a:rPr>
              <a:t>  </a:t>
            </a:r>
            <a:r>
              <a:rPr lang="en-US" sz="1400">
                <a:latin typeface="Courier New"/>
                <a:ea typeface="Courier New"/>
                <a:cs typeface="Courier New"/>
                <a:sym typeface="Courier New"/>
              </a:rPr>
              <a:t>// set headers and buffer size before accessing the Writer</a:t>
            </a:r>
            <a:endParaRPr/>
          </a:p>
          <a:p>
            <a:pPr indent="-342900" lvl="0" marL="342900" rtl="0" algn="l">
              <a:spcBef>
                <a:spcPts val="280"/>
              </a:spcBef>
              <a:spcAft>
                <a:spcPts val="0"/>
              </a:spcAft>
              <a:buClr>
                <a:schemeClr val="dk1"/>
              </a:buClr>
              <a:buSzPts val="1400"/>
              <a:buFont typeface="Noto Sans Symbols"/>
              <a:buNone/>
            </a:pPr>
            <a:r>
              <a:rPr b="1" lang="en-US" sz="1400">
                <a:latin typeface="Courier New"/>
                <a:ea typeface="Courier New"/>
                <a:cs typeface="Courier New"/>
                <a:sym typeface="Courier New"/>
              </a:rPr>
              <a:t>  response.setContentType("text/html");</a:t>
            </a:r>
            <a:endParaRPr/>
          </a:p>
          <a:p>
            <a:pPr indent="-342900" lvl="0" marL="342900" rtl="0" algn="l">
              <a:spcBef>
                <a:spcPts val="280"/>
              </a:spcBef>
              <a:spcAft>
                <a:spcPts val="0"/>
              </a:spcAft>
              <a:buClr>
                <a:schemeClr val="dk1"/>
              </a:buClr>
              <a:buSzPts val="1400"/>
              <a:buFont typeface="Noto Sans Symbols"/>
              <a:buNone/>
            </a:pPr>
            <a:r>
              <a:rPr b="1" lang="en-US" sz="1400">
                <a:latin typeface="Courier New"/>
                <a:ea typeface="Courier New"/>
                <a:cs typeface="Courier New"/>
                <a:sym typeface="Courier New"/>
              </a:rPr>
              <a:t>  response.setBufferSize(8192);</a:t>
            </a:r>
            <a:endParaRPr/>
          </a:p>
          <a:p>
            <a:pPr indent="-342900" lvl="0" marL="342900" rtl="0" algn="l">
              <a:spcBef>
                <a:spcPts val="280"/>
              </a:spcBef>
              <a:spcAft>
                <a:spcPts val="0"/>
              </a:spcAft>
              <a:buClr>
                <a:schemeClr val="dk1"/>
              </a:buClr>
              <a:buSzPts val="1400"/>
              <a:buFont typeface="Noto Sans Symbols"/>
              <a:buNone/>
            </a:pPr>
            <a:r>
              <a:rPr b="1" lang="en-US" sz="1400">
                <a:latin typeface="Courier New"/>
                <a:ea typeface="Courier New"/>
                <a:cs typeface="Courier New"/>
                <a:sym typeface="Courier New"/>
              </a:rPr>
              <a:t>  PrintWriter out = response.getWriter();</a:t>
            </a:r>
            <a:endParaRPr/>
          </a:p>
          <a:p>
            <a:pPr indent="-342900" lvl="0" marL="342900" rtl="0" algn="l">
              <a:spcBef>
                <a:spcPts val="280"/>
              </a:spcBef>
              <a:spcAft>
                <a:spcPts val="0"/>
              </a:spcAft>
              <a:buClr>
                <a:schemeClr val="dk1"/>
              </a:buClr>
              <a:buSzPts val="1400"/>
              <a:buFont typeface="Noto Sans Symbols"/>
              <a:buNone/>
            </a:pPr>
            <a:r>
              <a:rPr b="1" lang="en-US" sz="1400">
                <a:latin typeface="Courier New"/>
                <a:ea typeface="Courier New"/>
                <a:cs typeface="Courier New"/>
                <a:sym typeface="Courier New"/>
              </a:rPr>
              <a:t>  </a:t>
            </a:r>
            <a:r>
              <a:rPr lang="en-US" sz="1400">
                <a:latin typeface="Courier New"/>
                <a:ea typeface="Courier New"/>
                <a:cs typeface="Courier New"/>
                <a:sym typeface="Courier New"/>
              </a:rPr>
              <a:t>// then write the response</a:t>
            </a:r>
            <a:endParaRPr/>
          </a:p>
          <a:p>
            <a:pPr indent="-342900" lvl="0" marL="342900" rtl="0" algn="l">
              <a:spcBef>
                <a:spcPts val="280"/>
              </a:spcBef>
              <a:spcAft>
                <a:spcPts val="0"/>
              </a:spcAft>
              <a:buClr>
                <a:schemeClr val="dk1"/>
              </a:buClr>
              <a:buSzPts val="1400"/>
              <a:buFont typeface="Noto Sans Symbols"/>
              <a:buNone/>
            </a:pPr>
            <a:r>
              <a:rPr b="1" lang="en-US" sz="1400">
                <a:latin typeface="Courier New"/>
                <a:ea typeface="Courier New"/>
                <a:cs typeface="Courier New"/>
                <a:sym typeface="Courier New"/>
              </a:rPr>
              <a:t>  out.println("&lt;html&gt;head&gt;&lt;title&gt;" + messages + "&lt;/title&gt;&lt;/head&gt;&lt;/html&gt;");</a:t>
            </a:r>
            <a:endParaRPr/>
          </a:p>
          <a:p>
            <a:pPr indent="-342900" lvl="0" marL="342900" rtl="0" algn="l">
              <a:spcBef>
                <a:spcPts val="280"/>
              </a:spcBef>
              <a:spcAft>
                <a:spcPts val="0"/>
              </a:spcAft>
              <a:buClr>
                <a:schemeClr val="dk1"/>
              </a:buClr>
              <a:buSzPts val="1400"/>
              <a:buFont typeface="Noto Sans Symbols"/>
              <a:buNone/>
            </a:pPr>
            <a:r>
              <a:rPr b="1" lang="en-US" sz="1400">
                <a:latin typeface="Courier New"/>
                <a:ea typeface="Courier New"/>
                <a:cs typeface="Courier New"/>
                <a:sym typeface="Courier New"/>
              </a:rPr>
              <a:t>  </a:t>
            </a:r>
            <a:r>
              <a:rPr lang="en-US" sz="1400">
                <a:latin typeface="Courier New"/>
                <a:ea typeface="Courier New"/>
                <a:cs typeface="Courier New"/>
                <a:sym typeface="Courier New"/>
              </a:rPr>
              <a:t>// Get the dispatcher; it gets the banner to the user</a:t>
            </a:r>
            <a:endParaRPr/>
          </a:p>
          <a:p>
            <a:pPr indent="-342900" lvl="0" marL="342900" rtl="0" algn="l">
              <a:spcBef>
                <a:spcPts val="280"/>
              </a:spcBef>
              <a:spcAft>
                <a:spcPts val="0"/>
              </a:spcAft>
              <a:buClr>
                <a:schemeClr val="dk1"/>
              </a:buClr>
              <a:buSzPts val="1400"/>
              <a:buFont typeface="Noto Sans Symbols"/>
              <a:buNone/>
            </a:pPr>
            <a:r>
              <a:rPr b="1" lang="en-US" sz="1400">
                <a:latin typeface="Courier New"/>
                <a:ea typeface="Courier New"/>
                <a:cs typeface="Courier New"/>
                <a:sym typeface="Courier New"/>
              </a:rPr>
              <a:t>  </a:t>
            </a:r>
            <a:r>
              <a:rPr b="1" lang="en-US" sz="1400">
                <a:solidFill>
                  <a:srgbClr val="531FFB"/>
                </a:solidFill>
                <a:latin typeface="Courier New"/>
                <a:ea typeface="Courier New"/>
                <a:cs typeface="Courier New"/>
                <a:sym typeface="Courier New"/>
              </a:rPr>
              <a:t>RequestDispatcher dispatcher =</a:t>
            </a:r>
            <a:endParaRPr/>
          </a:p>
          <a:p>
            <a:pPr indent="-342900" lvl="0" marL="342900" rtl="0" algn="l">
              <a:spcBef>
                <a:spcPts val="280"/>
              </a:spcBef>
              <a:spcAft>
                <a:spcPts val="0"/>
              </a:spcAft>
              <a:buClr>
                <a:srgbClr val="531FFB"/>
              </a:buClr>
              <a:buSzPts val="1400"/>
              <a:buFont typeface="Noto Sans Symbols"/>
              <a:buNone/>
            </a:pPr>
            <a:r>
              <a:rPr b="1" lang="en-US" sz="1400">
                <a:solidFill>
                  <a:srgbClr val="531FFB"/>
                </a:solidFill>
                <a:latin typeface="Courier New"/>
                <a:ea typeface="Courier New"/>
                <a:cs typeface="Courier New"/>
                <a:sym typeface="Courier New"/>
              </a:rPr>
              <a:t>		getServletContext().getRequestDispatcher("/banner");</a:t>
            </a:r>
            <a:endParaRPr/>
          </a:p>
          <a:p>
            <a:pPr indent="-342900" lvl="0" marL="342900" rtl="0" algn="l">
              <a:spcBef>
                <a:spcPts val="280"/>
              </a:spcBef>
              <a:spcAft>
                <a:spcPts val="0"/>
              </a:spcAft>
              <a:buClr>
                <a:schemeClr val="dk1"/>
              </a:buClr>
              <a:buSzPts val="1400"/>
              <a:buFont typeface="Noto Sans Symbols"/>
              <a:buNone/>
            </a:pPr>
            <a:r>
              <a:rPr b="1" lang="en-US" sz="1400">
                <a:latin typeface="Courier New"/>
                <a:ea typeface="Courier New"/>
                <a:cs typeface="Courier New"/>
                <a:sym typeface="Courier New"/>
              </a:rPr>
              <a:t>  if (dispatcher != null)</a:t>
            </a:r>
            <a:endParaRPr/>
          </a:p>
          <a:p>
            <a:pPr indent="-342900" lvl="0" marL="342900" rtl="0" algn="l">
              <a:spcBef>
                <a:spcPts val="280"/>
              </a:spcBef>
              <a:spcAft>
                <a:spcPts val="0"/>
              </a:spcAft>
              <a:buClr>
                <a:schemeClr val="dk1"/>
              </a:buClr>
              <a:buSzPts val="1400"/>
              <a:buFont typeface="Noto Sans Symbols"/>
              <a:buNone/>
            </a:pPr>
            <a:r>
              <a:rPr b="1" lang="en-US" sz="1400">
                <a:latin typeface="Courier New"/>
                <a:ea typeface="Courier New"/>
                <a:cs typeface="Courier New"/>
                <a:sym typeface="Courier New"/>
              </a:rPr>
              <a:t>		</a:t>
            </a:r>
            <a:r>
              <a:rPr b="1" lang="en-US" sz="1400">
                <a:solidFill>
                  <a:srgbClr val="531FFB"/>
                </a:solidFill>
                <a:latin typeface="Courier New"/>
                <a:ea typeface="Courier New"/>
                <a:cs typeface="Courier New"/>
                <a:sym typeface="Courier New"/>
              </a:rPr>
              <a:t>dispatcher.include(request, response);</a:t>
            </a:r>
            <a:endParaRPr/>
          </a:p>
          <a:p>
            <a:pPr indent="-342900" lvl="0" marL="342900" rtl="0" algn="l">
              <a:spcBef>
                <a:spcPts val="280"/>
              </a:spcBef>
              <a:spcAft>
                <a:spcPts val="0"/>
              </a:spcAft>
              <a:buClr>
                <a:schemeClr val="dk1"/>
              </a:buClr>
              <a:buSzPts val="1400"/>
              <a:buFont typeface="Noto Sans Symbols"/>
              <a:buNone/>
            </a:pPr>
            <a:r>
              <a:rPr b="1" lang="en-US" sz="1400">
                <a:latin typeface="Courier New"/>
                <a:ea typeface="Courier New"/>
                <a:cs typeface="Courier New"/>
                <a:sym typeface="Courier New"/>
              </a:rPr>
              <a:t>...</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g3be6e5f1d5b_1_3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Servlet calls other resources</a:t>
            </a:r>
            <a:endParaRPr/>
          </a:p>
        </p:txBody>
      </p:sp>
      <p:sp>
        <p:nvSpPr>
          <p:cNvPr id="813" name="Google Shape;813;g3be6e5f1d5b_1_35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RequestDispatcher Object allows another resource to be called:</a:t>
            </a:r>
            <a:endParaRPr/>
          </a:p>
          <a:p>
            <a:pPr indent="-342900" lvl="0" marL="342900" rtl="0" algn="l">
              <a:spcBef>
                <a:spcPts val="480"/>
              </a:spcBef>
              <a:spcAft>
                <a:spcPts val="0"/>
              </a:spcAft>
              <a:buClr>
                <a:schemeClr val="dk1"/>
              </a:buClr>
              <a:buSzPts val="2400"/>
              <a:buFont typeface="Calibri"/>
              <a:buNone/>
            </a:pPr>
            <a:r>
              <a:rPr lang="en-US" sz="2400"/>
              <a:t>Example of calling an html file from a servlet:</a:t>
            </a:r>
            <a:endParaRPr/>
          </a:p>
          <a:p>
            <a:pPr indent="-342900" lvl="0" marL="342900" rtl="0" algn="l">
              <a:spcBef>
                <a:spcPts val="480"/>
              </a:spcBef>
              <a:spcAft>
                <a:spcPts val="0"/>
              </a:spcAft>
              <a:buClr>
                <a:schemeClr val="dk1"/>
              </a:buClr>
              <a:buSzPts val="2400"/>
              <a:buFont typeface="Calibri"/>
              <a:buNone/>
            </a:pPr>
            <a:r>
              <a:rPr lang="en-US" sz="2400"/>
              <a:t>getServletContext().getRequestedDispatcher(“examples/applications/bookstore/bookstore.html”);</a:t>
            </a:r>
            <a:endParaRPr/>
          </a:p>
          <a:p>
            <a:pPr indent="-342900" lvl="0" marL="342900" rtl="0" algn="l">
              <a:spcBef>
                <a:spcPts val="480"/>
              </a:spcBef>
              <a:spcAft>
                <a:spcPts val="0"/>
              </a:spcAft>
              <a:buClr>
                <a:schemeClr val="dk1"/>
              </a:buClr>
              <a:buSzPts val="2400"/>
              <a:buFont typeface="Calibri"/>
              <a:buNone/>
            </a:pPr>
            <a:r>
              <a:rPr lang="en-US" sz="2400"/>
              <a:t>Returns the html page .</a:t>
            </a:r>
            <a:endParaRPr/>
          </a:p>
          <a:p>
            <a:pPr indent="-342900" lvl="0" marL="342900" rtl="0" algn="l">
              <a:spcBef>
                <a:spcPts val="480"/>
              </a:spcBef>
              <a:spcAft>
                <a:spcPts val="0"/>
              </a:spcAft>
              <a:buClr>
                <a:schemeClr val="dk1"/>
              </a:buClr>
              <a:buSzPts val="2400"/>
              <a:buChar char="•"/>
            </a:pPr>
            <a:r>
              <a:rPr lang="en-US" sz="2400"/>
              <a:t>The resources called can be</a:t>
            </a:r>
            <a:endParaRPr/>
          </a:p>
          <a:p>
            <a:pPr indent="-285750" lvl="1" marL="742950" rtl="0" algn="l">
              <a:spcBef>
                <a:spcPts val="400"/>
              </a:spcBef>
              <a:spcAft>
                <a:spcPts val="0"/>
              </a:spcAft>
              <a:buClr>
                <a:schemeClr val="dk1"/>
              </a:buClr>
              <a:buSzPts val="2000"/>
              <a:buChar char="–"/>
            </a:pPr>
            <a:r>
              <a:rPr lang="en-US" sz="2000"/>
              <a:t>Another servlet</a:t>
            </a:r>
            <a:endParaRPr/>
          </a:p>
          <a:p>
            <a:pPr indent="-285750" lvl="1" marL="742950" rtl="0" algn="l">
              <a:spcBef>
                <a:spcPts val="400"/>
              </a:spcBef>
              <a:spcAft>
                <a:spcPts val="0"/>
              </a:spcAft>
              <a:buClr>
                <a:schemeClr val="dk1"/>
              </a:buClr>
              <a:buSzPts val="2000"/>
              <a:buChar char="–"/>
            </a:pPr>
            <a:r>
              <a:rPr lang="en-US" sz="2000"/>
              <a:t>A Java Server Page </a:t>
            </a:r>
            <a:endParaRPr/>
          </a:p>
          <a:p>
            <a:pPr indent="-285750" lvl="1" marL="742950" rtl="0" algn="l">
              <a:spcBef>
                <a:spcPts val="400"/>
              </a:spcBef>
              <a:spcAft>
                <a:spcPts val="0"/>
              </a:spcAft>
              <a:buClr>
                <a:schemeClr val="dk1"/>
              </a:buClr>
              <a:buSzPts val="2000"/>
              <a:buChar char="–"/>
            </a:pPr>
            <a:r>
              <a:rPr lang="en-US" sz="2000"/>
              <a:t>Html</a:t>
            </a:r>
            <a:endParaRPr/>
          </a:p>
          <a:p>
            <a:pPr indent="-285750" lvl="1" marL="742950" rtl="0" algn="l">
              <a:spcBef>
                <a:spcPts val="400"/>
              </a:spcBef>
              <a:spcAft>
                <a:spcPts val="0"/>
              </a:spcAft>
              <a:buClr>
                <a:schemeClr val="dk1"/>
              </a:buClr>
              <a:buSzPts val="2000"/>
              <a:buChar char="–"/>
            </a:pPr>
            <a:r>
              <a:rPr lang="en-US" sz="2000"/>
              <a:t>Other</a:t>
            </a:r>
            <a:endParaRPr/>
          </a:p>
        </p:txBody>
      </p:sp>
      <p:sp>
        <p:nvSpPr>
          <p:cNvPr id="814" name="Google Shape;814;g3be6e5f1d5b_1_35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9" name="Shape 819"/>
        <p:cNvGrpSpPr/>
        <p:nvPr/>
      </p:nvGrpSpPr>
      <p:grpSpPr>
        <a:xfrm>
          <a:off x="0" y="0"/>
          <a:ext cx="0" cy="0"/>
          <a:chOff x="0" y="0"/>
          <a:chExt cx="0" cy="0"/>
        </a:xfrm>
      </p:grpSpPr>
      <p:sp>
        <p:nvSpPr>
          <p:cNvPr id="820" name="Google Shape;820;g3be6e5f1d5b_1_3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Servlet calls other resources</a:t>
            </a:r>
            <a:endParaRPr/>
          </a:p>
        </p:txBody>
      </p:sp>
      <p:sp>
        <p:nvSpPr>
          <p:cNvPr id="821" name="Google Shape;821;g3be6e5f1d5b_1_360"/>
          <p:cNvSpPr txBox="1"/>
          <p:nvPr>
            <p:ph idx="1" type="body"/>
          </p:nvPr>
        </p:nvSpPr>
        <p:spPr>
          <a:xfrm>
            <a:off x="609600" y="1981200"/>
            <a:ext cx="7772400" cy="43434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lang="en-US" sz="2800"/>
              <a:t>Two types of requests for resources:</a:t>
            </a:r>
            <a:endParaRPr/>
          </a:p>
          <a:p>
            <a:pPr indent="-285750" lvl="1" marL="742950" rtl="0" algn="l">
              <a:spcBef>
                <a:spcPts val="480"/>
              </a:spcBef>
              <a:spcAft>
                <a:spcPts val="0"/>
              </a:spcAft>
              <a:buClr>
                <a:schemeClr val="dk1"/>
              </a:buClr>
              <a:buSzPts val="2400"/>
              <a:buChar char="–"/>
            </a:pPr>
            <a:r>
              <a:rPr lang="en-US" sz="2400"/>
              <a:t>    Forward request</a:t>
            </a:r>
            <a:endParaRPr/>
          </a:p>
          <a:p>
            <a:pPr indent="-285750" lvl="1" marL="742950" rtl="0" algn="l">
              <a:spcBef>
                <a:spcPts val="560"/>
              </a:spcBef>
              <a:spcAft>
                <a:spcPts val="0"/>
              </a:spcAft>
              <a:buClr>
                <a:schemeClr val="dk1"/>
              </a:buClr>
              <a:buSzPts val="2800"/>
              <a:buChar char="–"/>
            </a:pPr>
            <a:r>
              <a:rPr lang="en-US"/>
              <a:t>    Include request.</a:t>
            </a:r>
            <a:endParaRPr/>
          </a:p>
          <a:p>
            <a:pPr indent="-342900" lvl="0" marL="342900" rtl="0" algn="l">
              <a:spcBef>
                <a:spcPts val="560"/>
              </a:spcBef>
              <a:spcAft>
                <a:spcPts val="0"/>
              </a:spcAft>
              <a:buClr>
                <a:schemeClr val="dk1"/>
              </a:buClr>
              <a:buSzPts val="2800"/>
              <a:buFont typeface="Calibri"/>
              <a:buNone/>
            </a:pPr>
            <a:r>
              <a:rPr lang="en-US" sz="2800"/>
              <a:t>			</a:t>
            </a:r>
            <a:endParaRPr/>
          </a:p>
          <a:p>
            <a:pPr indent="-342900" lvl="0" marL="342900" rtl="0" algn="l">
              <a:spcBef>
                <a:spcPts val="560"/>
              </a:spcBef>
              <a:spcAft>
                <a:spcPts val="0"/>
              </a:spcAft>
              <a:buClr>
                <a:schemeClr val="dk1"/>
              </a:buClr>
              <a:buSzPts val="2800"/>
              <a:buFont typeface="Calibri"/>
              <a:buNone/>
            </a:pPr>
            <a:r>
              <a:rPr lang="en-US" sz="2800"/>
              <a:t>		</a:t>
            </a:r>
            <a:endParaRPr/>
          </a:p>
        </p:txBody>
      </p:sp>
      <p:sp>
        <p:nvSpPr>
          <p:cNvPr id="822" name="Google Shape;822;g3be6e5f1d5b_1_36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pSp>
        <p:nvGrpSpPr>
          <p:cNvPr id="823" name="Google Shape;823;g3be6e5f1d5b_1_360"/>
          <p:cNvGrpSpPr/>
          <p:nvPr/>
        </p:nvGrpSpPr>
        <p:grpSpPr>
          <a:xfrm>
            <a:off x="533392" y="3733716"/>
            <a:ext cx="6465853" cy="1773300"/>
            <a:chOff x="533400" y="3733800"/>
            <a:chExt cx="6466500" cy="1773300"/>
          </a:xfrm>
        </p:grpSpPr>
        <p:sp>
          <p:nvSpPr>
            <p:cNvPr id="824" name="Google Shape;824;g3be6e5f1d5b_1_360"/>
            <p:cNvSpPr/>
            <p:nvPr/>
          </p:nvSpPr>
          <p:spPr>
            <a:xfrm>
              <a:off x="1828911" y="4190990"/>
              <a:ext cx="1143072" cy="1295352"/>
            </a:xfrm>
            <a:prstGeom prst="flowChartDocumen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825" name="Google Shape;825;g3be6e5f1d5b_1_360"/>
            <p:cNvCxnSpPr/>
            <p:nvPr/>
          </p:nvCxnSpPr>
          <p:spPr>
            <a:xfrm>
              <a:off x="838226" y="4495783"/>
              <a:ext cx="990600" cy="1500"/>
            </a:xfrm>
            <a:prstGeom prst="straightConnector1">
              <a:avLst/>
            </a:prstGeom>
            <a:noFill/>
            <a:ln cap="flat" cmpd="sng" w="9525">
              <a:solidFill>
                <a:schemeClr val="dk1"/>
              </a:solidFill>
              <a:prstDash val="solid"/>
              <a:round/>
              <a:headEnd len="sm" w="sm" type="none"/>
              <a:tailEnd len="med" w="med" type="stealth"/>
            </a:ln>
          </p:spPr>
        </p:cxnSp>
        <p:sp>
          <p:nvSpPr>
            <p:cNvPr id="826" name="Google Shape;826;g3be6e5f1d5b_1_360"/>
            <p:cNvSpPr txBox="1"/>
            <p:nvPr/>
          </p:nvSpPr>
          <p:spPr>
            <a:xfrm>
              <a:off x="1828800" y="4267200"/>
              <a:ext cx="1143000" cy="1062000"/>
            </a:xfrm>
            <a:prstGeom prst="rect">
              <a:avLst/>
            </a:prstGeom>
            <a:noFill/>
            <a:ln>
              <a:noFill/>
            </a:ln>
          </p:spPr>
          <p:txBody>
            <a:bodyPr anchorCtr="0" anchor="t" bIns="45700" lIns="91425" spcFirstLastPara="1" rIns="91425" wrap="square" tIns="45700">
              <a:spAutoFit/>
            </a:bodyPr>
            <a:lstStyle/>
            <a:p>
              <a:pPr indent="-228600" lvl="0" marL="228600" marR="0" rtl="0" algn="l">
                <a:spcBef>
                  <a:spcPts val="0"/>
                </a:spcBef>
                <a:spcAft>
                  <a:spcPts val="0"/>
                </a:spcAft>
                <a:buClr>
                  <a:schemeClr val="dk1"/>
                </a:buClr>
                <a:buSzPts val="900"/>
                <a:buFont typeface="Calibri"/>
                <a:buAutoNum type="arabicPeriod"/>
              </a:pPr>
              <a:r>
                <a:rPr b="1" lang="en-US" sz="900">
                  <a:solidFill>
                    <a:schemeClr val="dk1"/>
                  </a:solidFill>
                  <a:latin typeface="Calibri"/>
                  <a:ea typeface="Calibri"/>
                  <a:cs typeface="Calibri"/>
                  <a:sym typeface="Calibri"/>
                </a:rPr>
                <a:t>……………….</a:t>
              </a:r>
              <a:endParaRPr/>
            </a:p>
            <a:p>
              <a:pPr indent="-228600" lvl="0" marL="228600" marR="0" rtl="0" algn="l">
                <a:spcBef>
                  <a:spcPts val="0"/>
                </a:spcBef>
                <a:spcAft>
                  <a:spcPts val="0"/>
                </a:spcAft>
                <a:buNone/>
              </a:pPr>
              <a:r>
                <a:rPr lang="en-US" sz="900">
                  <a:solidFill>
                    <a:schemeClr val="dk1"/>
                  </a:solidFill>
                  <a:latin typeface="Calibri"/>
                  <a:ea typeface="Calibri"/>
                  <a:cs typeface="Calibri"/>
                  <a:sym typeface="Calibri"/>
                </a:rPr>
                <a:t>2 </a:t>
              </a:r>
              <a:r>
                <a:rPr b="1" lang="en-US" sz="900">
                  <a:solidFill>
                    <a:schemeClr val="dk1"/>
                  </a:solidFill>
                  <a:latin typeface="Calibri"/>
                  <a:ea typeface="Calibri"/>
                  <a:cs typeface="Calibri"/>
                  <a:sym typeface="Calibri"/>
                </a:rPr>
                <a:t>…………………..</a:t>
              </a:r>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3 …………………..</a:t>
              </a:r>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4 …………………..</a:t>
              </a:r>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5…………………</a:t>
              </a:r>
              <a:r>
                <a:rPr lang="en-US" sz="900">
                  <a:solidFill>
                    <a:schemeClr val="dk1"/>
                  </a:solidFill>
                  <a:latin typeface="Calibri"/>
                  <a:ea typeface="Calibri"/>
                  <a:cs typeface="Calibri"/>
                  <a:sym typeface="Calibri"/>
                </a:rPr>
                <a:t>..</a:t>
              </a:r>
              <a:endParaRPr b="1" sz="900">
                <a:solidFill>
                  <a:schemeClr val="dk1"/>
                </a:solidFill>
                <a:latin typeface="Calibri"/>
                <a:ea typeface="Calibri"/>
                <a:cs typeface="Calibri"/>
                <a:sym typeface="Calibri"/>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6……………………</a:t>
              </a:r>
              <a:endParaRPr/>
            </a:p>
            <a:p>
              <a:pPr indent="-228600" lvl="0" marL="228600" marR="0" rtl="0" algn="l">
                <a:spcBef>
                  <a:spcPts val="0"/>
                </a:spcBef>
                <a:spcAft>
                  <a:spcPts val="0"/>
                </a:spcAft>
                <a:buNone/>
              </a:pPr>
              <a:r>
                <a:rPr lang="en-US" sz="900">
                  <a:solidFill>
                    <a:schemeClr val="dk1"/>
                  </a:solidFill>
                  <a:latin typeface="Calibri"/>
                  <a:ea typeface="Calibri"/>
                  <a:cs typeface="Calibri"/>
                  <a:sym typeface="Calibri"/>
                </a:rPr>
                <a:t>.</a:t>
              </a:r>
              <a:endParaRPr b="1" sz="900">
                <a:solidFill>
                  <a:schemeClr val="dk1"/>
                </a:solidFill>
                <a:latin typeface="Calibri"/>
                <a:ea typeface="Calibri"/>
                <a:cs typeface="Calibri"/>
                <a:sym typeface="Calibri"/>
              </a:endParaRPr>
            </a:p>
          </p:txBody>
        </p:sp>
        <p:sp>
          <p:nvSpPr>
            <p:cNvPr id="827" name="Google Shape;827;g3be6e5f1d5b_1_360"/>
            <p:cNvSpPr txBox="1"/>
            <p:nvPr/>
          </p:nvSpPr>
          <p:spPr>
            <a:xfrm>
              <a:off x="1828800" y="3733800"/>
              <a:ext cx="872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Servlet  1</a:t>
              </a:r>
              <a:endParaRPr/>
            </a:p>
          </p:txBody>
        </p:sp>
        <p:sp>
          <p:nvSpPr>
            <p:cNvPr id="828" name="Google Shape;828;g3be6e5f1d5b_1_360"/>
            <p:cNvSpPr txBox="1"/>
            <p:nvPr/>
          </p:nvSpPr>
          <p:spPr>
            <a:xfrm>
              <a:off x="533400" y="4572000"/>
              <a:ext cx="12588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Request object from </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container</a:t>
              </a:r>
              <a:endParaRPr/>
            </a:p>
          </p:txBody>
        </p:sp>
        <p:sp>
          <p:nvSpPr>
            <p:cNvPr id="829" name="Google Shape;829;g3be6e5f1d5b_1_360"/>
            <p:cNvSpPr/>
            <p:nvPr/>
          </p:nvSpPr>
          <p:spPr>
            <a:xfrm>
              <a:off x="4038900" y="4190990"/>
              <a:ext cx="1143072" cy="1295352"/>
            </a:xfrm>
            <a:prstGeom prst="flowChartDocumen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0" name="Google Shape;830;g3be6e5f1d5b_1_360"/>
            <p:cNvSpPr txBox="1"/>
            <p:nvPr/>
          </p:nvSpPr>
          <p:spPr>
            <a:xfrm>
              <a:off x="4038600" y="4191000"/>
              <a:ext cx="1143000" cy="1062000"/>
            </a:xfrm>
            <a:prstGeom prst="rect">
              <a:avLst/>
            </a:prstGeom>
            <a:noFill/>
            <a:ln>
              <a:noFill/>
            </a:ln>
          </p:spPr>
          <p:txBody>
            <a:bodyPr anchorCtr="0" anchor="t" bIns="45700" lIns="91425" spcFirstLastPara="1" rIns="91425" wrap="square" tIns="45700">
              <a:spAutoFit/>
            </a:bodyPr>
            <a:lstStyle/>
            <a:p>
              <a:pPr indent="-228600" lvl="0" marL="228600" marR="0" rtl="0" algn="l">
                <a:spcBef>
                  <a:spcPts val="0"/>
                </a:spcBef>
                <a:spcAft>
                  <a:spcPts val="0"/>
                </a:spcAft>
                <a:buClr>
                  <a:schemeClr val="dk1"/>
                </a:buClr>
                <a:buSzPts val="900"/>
                <a:buFont typeface="Calibri"/>
                <a:buAutoNum type="arabicPeriod"/>
              </a:pPr>
              <a:r>
                <a:rPr b="1" lang="en-US" sz="900">
                  <a:solidFill>
                    <a:schemeClr val="dk1"/>
                  </a:solidFill>
                  <a:latin typeface="Calibri"/>
                  <a:ea typeface="Calibri"/>
                  <a:cs typeface="Calibri"/>
                  <a:sym typeface="Calibri"/>
                </a:rPr>
                <a:t>……………….</a:t>
              </a:r>
              <a:endParaRPr/>
            </a:p>
            <a:p>
              <a:pPr indent="-228600" lvl="0" marL="228600" marR="0" rtl="0" algn="l">
                <a:spcBef>
                  <a:spcPts val="0"/>
                </a:spcBef>
                <a:spcAft>
                  <a:spcPts val="0"/>
                </a:spcAft>
                <a:buNone/>
              </a:pPr>
              <a:r>
                <a:rPr lang="en-US" sz="900">
                  <a:solidFill>
                    <a:schemeClr val="dk1"/>
                  </a:solidFill>
                  <a:latin typeface="Calibri"/>
                  <a:ea typeface="Calibri"/>
                  <a:cs typeface="Calibri"/>
                  <a:sym typeface="Calibri"/>
                </a:rPr>
                <a:t>2 </a:t>
              </a:r>
              <a:r>
                <a:rPr b="1" lang="en-US" sz="900">
                  <a:solidFill>
                    <a:schemeClr val="dk1"/>
                  </a:solidFill>
                  <a:latin typeface="Calibri"/>
                  <a:ea typeface="Calibri"/>
                  <a:cs typeface="Calibri"/>
                  <a:sym typeface="Calibri"/>
                </a:rPr>
                <a:t>…………………..</a:t>
              </a:r>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3 …………………..</a:t>
              </a:r>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4 …………………..</a:t>
              </a:r>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5…………………</a:t>
              </a:r>
              <a:r>
                <a:rPr lang="en-US" sz="900">
                  <a:solidFill>
                    <a:schemeClr val="dk1"/>
                  </a:solidFill>
                  <a:latin typeface="Calibri"/>
                  <a:ea typeface="Calibri"/>
                  <a:cs typeface="Calibri"/>
                  <a:sym typeface="Calibri"/>
                </a:rPr>
                <a:t>..</a:t>
              </a:r>
              <a:endParaRPr b="1" sz="900">
                <a:solidFill>
                  <a:schemeClr val="dk1"/>
                </a:solidFill>
                <a:latin typeface="Calibri"/>
                <a:ea typeface="Calibri"/>
                <a:cs typeface="Calibri"/>
                <a:sym typeface="Calibri"/>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6……………………</a:t>
              </a:r>
              <a:endParaRPr/>
            </a:p>
            <a:p>
              <a:pPr indent="-228600" lvl="0" marL="228600" marR="0" rtl="0" algn="l">
                <a:spcBef>
                  <a:spcPts val="0"/>
                </a:spcBef>
                <a:spcAft>
                  <a:spcPts val="0"/>
                </a:spcAft>
                <a:buNone/>
              </a:pPr>
              <a:r>
                <a:rPr lang="en-US" sz="900">
                  <a:solidFill>
                    <a:schemeClr val="dk1"/>
                  </a:solidFill>
                  <a:latin typeface="Calibri"/>
                  <a:ea typeface="Calibri"/>
                  <a:cs typeface="Calibri"/>
                  <a:sym typeface="Calibri"/>
                </a:rPr>
                <a:t>.</a:t>
              </a:r>
              <a:endParaRPr b="1" sz="900">
                <a:solidFill>
                  <a:schemeClr val="dk1"/>
                </a:solidFill>
                <a:latin typeface="Calibri"/>
                <a:ea typeface="Calibri"/>
                <a:cs typeface="Calibri"/>
                <a:sym typeface="Calibri"/>
              </a:endParaRPr>
            </a:p>
          </p:txBody>
        </p:sp>
        <p:sp>
          <p:nvSpPr>
            <p:cNvPr id="831" name="Google Shape;831;g3be6e5f1d5b_1_360"/>
            <p:cNvSpPr txBox="1"/>
            <p:nvPr/>
          </p:nvSpPr>
          <p:spPr>
            <a:xfrm>
              <a:off x="4114800" y="3733800"/>
              <a:ext cx="872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Servlet  2</a:t>
              </a:r>
              <a:endParaRPr/>
            </a:p>
          </p:txBody>
        </p:sp>
        <p:cxnSp>
          <p:nvCxnSpPr>
            <p:cNvPr id="832" name="Google Shape;832;g3be6e5f1d5b_1_360"/>
            <p:cNvCxnSpPr/>
            <p:nvPr/>
          </p:nvCxnSpPr>
          <p:spPr>
            <a:xfrm flipH="1" rot="10800000">
              <a:off x="2972009" y="4343376"/>
              <a:ext cx="990600" cy="457200"/>
            </a:xfrm>
            <a:prstGeom prst="straightConnector1">
              <a:avLst/>
            </a:prstGeom>
            <a:noFill/>
            <a:ln cap="flat" cmpd="sng" w="9525">
              <a:solidFill>
                <a:schemeClr val="dk1"/>
              </a:solidFill>
              <a:prstDash val="solid"/>
              <a:round/>
              <a:headEnd len="sm" w="sm" type="none"/>
              <a:tailEnd len="med" w="med" type="stealth"/>
            </a:ln>
          </p:spPr>
        </p:cxnSp>
        <p:cxnSp>
          <p:nvCxnSpPr>
            <p:cNvPr id="833" name="Google Shape;833;g3be6e5f1d5b_1_360"/>
            <p:cNvCxnSpPr/>
            <p:nvPr/>
          </p:nvCxnSpPr>
          <p:spPr>
            <a:xfrm>
              <a:off x="5258204" y="5105369"/>
              <a:ext cx="990600" cy="1500"/>
            </a:xfrm>
            <a:prstGeom prst="straightConnector1">
              <a:avLst/>
            </a:prstGeom>
            <a:noFill/>
            <a:ln cap="flat" cmpd="sng" w="9525">
              <a:solidFill>
                <a:schemeClr val="dk1"/>
              </a:solidFill>
              <a:prstDash val="solid"/>
              <a:round/>
              <a:headEnd len="sm" w="sm" type="none"/>
              <a:tailEnd len="med" w="med" type="stealth"/>
            </a:ln>
          </p:spPr>
        </p:cxnSp>
        <p:sp>
          <p:nvSpPr>
            <p:cNvPr id="834" name="Google Shape;834;g3be6e5f1d5b_1_360"/>
            <p:cNvSpPr txBox="1"/>
            <p:nvPr/>
          </p:nvSpPr>
          <p:spPr>
            <a:xfrm>
              <a:off x="2895600" y="4953000"/>
              <a:ext cx="11430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Request/Response  objects sent to servllet 2</a:t>
              </a:r>
              <a:endParaRPr/>
            </a:p>
          </p:txBody>
        </p:sp>
        <p:sp>
          <p:nvSpPr>
            <p:cNvPr id="835" name="Google Shape;835;g3be6e5f1d5b_1_360"/>
            <p:cNvSpPr txBox="1"/>
            <p:nvPr/>
          </p:nvSpPr>
          <p:spPr>
            <a:xfrm>
              <a:off x="5334000" y="4724400"/>
              <a:ext cx="16659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Response object to container</a:t>
              </a:r>
              <a:endParaRPr/>
            </a:p>
          </p:txBody>
        </p:sp>
      </p:grpSp>
      <p:sp>
        <p:nvSpPr>
          <p:cNvPr id="836" name="Google Shape;836;g3be6e5f1d5b_1_360"/>
          <p:cNvSpPr txBox="1"/>
          <p:nvPr/>
        </p:nvSpPr>
        <p:spPr>
          <a:xfrm>
            <a:off x="2514600" y="5715000"/>
            <a:ext cx="2295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Forward Request</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g3be6e5f1d5b_1_38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Servlet calls other resources</a:t>
            </a:r>
            <a:endParaRPr/>
          </a:p>
        </p:txBody>
      </p:sp>
      <p:sp>
        <p:nvSpPr>
          <p:cNvPr id="843" name="Google Shape;843;g3be6e5f1d5b_1_38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grpSp>
        <p:nvGrpSpPr>
          <p:cNvPr id="844" name="Google Shape;844;g3be6e5f1d5b_1_381"/>
          <p:cNvGrpSpPr/>
          <p:nvPr/>
        </p:nvGrpSpPr>
        <p:grpSpPr>
          <a:xfrm>
            <a:off x="1219200" y="2819549"/>
            <a:ext cx="4800618" cy="2308431"/>
            <a:chOff x="381000" y="3733800"/>
            <a:chExt cx="4800618" cy="2308200"/>
          </a:xfrm>
        </p:grpSpPr>
        <p:sp>
          <p:nvSpPr>
            <p:cNvPr id="845" name="Google Shape;845;g3be6e5f1d5b_1_381"/>
            <p:cNvSpPr/>
            <p:nvPr/>
          </p:nvSpPr>
          <p:spPr>
            <a:xfrm>
              <a:off x="1828800" y="4190972"/>
              <a:ext cx="1143018" cy="1295298"/>
            </a:xfrm>
            <a:prstGeom prst="flowChartDocumen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846" name="Google Shape;846;g3be6e5f1d5b_1_381"/>
            <p:cNvCxnSpPr/>
            <p:nvPr/>
          </p:nvCxnSpPr>
          <p:spPr>
            <a:xfrm>
              <a:off x="838200" y="4495754"/>
              <a:ext cx="990600" cy="1500"/>
            </a:xfrm>
            <a:prstGeom prst="straightConnector1">
              <a:avLst/>
            </a:prstGeom>
            <a:noFill/>
            <a:ln cap="flat" cmpd="sng" w="9525">
              <a:solidFill>
                <a:schemeClr val="dk1"/>
              </a:solidFill>
              <a:prstDash val="solid"/>
              <a:round/>
              <a:headEnd len="sm" w="sm" type="none"/>
              <a:tailEnd len="med" w="med" type="stealth"/>
            </a:ln>
          </p:spPr>
        </p:cxnSp>
        <p:sp>
          <p:nvSpPr>
            <p:cNvPr id="847" name="Google Shape;847;g3be6e5f1d5b_1_381"/>
            <p:cNvSpPr txBox="1"/>
            <p:nvPr/>
          </p:nvSpPr>
          <p:spPr>
            <a:xfrm>
              <a:off x="1828800" y="4267200"/>
              <a:ext cx="1143000" cy="1062000"/>
            </a:xfrm>
            <a:prstGeom prst="rect">
              <a:avLst/>
            </a:prstGeom>
            <a:noFill/>
            <a:ln>
              <a:noFill/>
            </a:ln>
          </p:spPr>
          <p:txBody>
            <a:bodyPr anchorCtr="0" anchor="t" bIns="45700" lIns="91425" spcFirstLastPara="1" rIns="91425" wrap="square" tIns="45700">
              <a:spAutoFit/>
            </a:bodyPr>
            <a:lstStyle/>
            <a:p>
              <a:pPr indent="-228600" lvl="0" marL="228600" marR="0" rtl="0" algn="l">
                <a:spcBef>
                  <a:spcPts val="0"/>
                </a:spcBef>
                <a:spcAft>
                  <a:spcPts val="0"/>
                </a:spcAft>
                <a:buClr>
                  <a:schemeClr val="dk1"/>
                </a:buClr>
                <a:buSzPts val="900"/>
                <a:buFont typeface="Calibri"/>
                <a:buAutoNum type="arabicPeriod"/>
              </a:pPr>
              <a:r>
                <a:rPr b="1" lang="en-US" sz="900">
                  <a:solidFill>
                    <a:schemeClr val="dk1"/>
                  </a:solidFill>
                  <a:latin typeface="Calibri"/>
                  <a:ea typeface="Calibri"/>
                  <a:cs typeface="Calibri"/>
                  <a:sym typeface="Calibri"/>
                </a:rPr>
                <a:t>……………….</a:t>
              </a:r>
              <a:endParaRPr/>
            </a:p>
            <a:p>
              <a:pPr indent="-228600" lvl="0" marL="228600" marR="0" rtl="0" algn="l">
                <a:spcBef>
                  <a:spcPts val="0"/>
                </a:spcBef>
                <a:spcAft>
                  <a:spcPts val="0"/>
                </a:spcAft>
                <a:buNone/>
              </a:pPr>
              <a:r>
                <a:rPr lang="en-US" sz="900">
                  <a:solidFill>
                    <a:schemeClr val="dk1"/>
                  </a:solidFill>
                  <a:latin typeface="Calibri"/>
                  <a:ea typeface="Calibri"/>
                  <a:cs typeface="Calibri"/>
                  <a:sym typeface="Calibri"/>
                </a:rPr>
                <a:t>2 </a:t>
              </a:r>
              <a:r>
                <a:rPr b="1" lang="en-US" sz="900">
                  <a:solidFill>
                    <a:schemeClr val="dk1"/>
                  </a:solidFill>
                  <a:latin typeface="Calibri"/>
                  <a:ea typeface="Calibri"/>
                  <a:cs typeface="Calibri"/>
                  <a:sym typeface="Calibri"/>
                </a:rPr>
                <a:t>…………………..</a:t>
              </a:r>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3 …………………..</a:t>
              </a:r>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4 …………………..</a:t>
              </a:r>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5…………………</a:t>
              </a:r>
              <a:r>
                <a:rPr lang="en-US" sz="900">
                  <a:solidFill>
                    <a:schemeClr val="dk1"/>
                  </a:solidFill>
                  <a:latin typeface="Calibri"/>
                  <a:ea typeface="Calibri"/>
                  <a:cs typeface="Calibri"/>
                  <a:sym typeface="Calibri"/>
                </a:rPr>
                <a:t>..</a:t>
              </a:r>
              <a:endParaRPr b="1" sz="900">
                <a:solidFill>
                  <a:schemeClr val="dk1"/>
                </a:solidFill>
                <a:latin typeface="Calibri"/>
                <a:ea typeface="Calibri"/>
                <a:cs typeface="Calibri"/>
                <a:sym typeface="Calibri"/>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6……………………</a:t>
              </a:r>
              <a:endParaRPr/>
            </a:p>
            <a:p>
              <a:pPr indent="-228600" lvl="0" marL="228600" marR="0" rtl="0" algn="l">
                <a:spcBef>
                  <a:spcPts val="0"/>
                </a:spcBef>
                <a:spcAft>
                  <a:spcPts val="0"/>
                </a:spcAft>
                <a:buNone/>
              </a:pPr>
              <a:r>
                <a:rPr lang="en-US" sz="900">
                  <a:solidFill>
                    <a:schemeClr val="dk1"/>
                  </a:solidFill>
                  <a:latin typeface="Calibri"/>
                  <a:ea typeface="Calibri"/>
                  <a:cs typeface="Calibri"/>
                  <a:sym typeface="Calibri"/>
                </a:rPr>
                <a:t>.</a:t>
              </a:r>
              <a:endParaRPr b="1" sz="900">
                <a:solidFill>
                  <a:schemeClr val="dk1"/>
                </a:solidFill>
                <a:latin typeface="Calibri"/>
                <a:ea typeface="Calibri"/>
                <a:cs typeface="Calibri"/>
                <a:sym typeface="Calibri"/>
              </a:endParaRPr>
            </a:p>
          </p:txBody>
        </p:sp>
        <p:sp>
          <p:nvSpPr>
            <p:cNvPr id="848" name="Google Shape;848;g3be6e5f1d5b_1_381"/>
            <p:cNvSpPr txBox="1"/>
            <p:nvPr/>
          </p:nvSpPr>
          <p:spPr>
            <a:xfrm>
              <a:off x="1828800" y="3733800"/>
              <a:ext cx="872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Servlet  1</a:t>
              </a:r>
              <a:endParaRPr/>
            </a:p>
          </p:txBody>
        </p:sp>
        <p:sp>
          <p:nvSpPr>
            <p:cNvPr id="849" name="Google Shape;849;g3be6e5f1d5b_1_381"/>
            <p:cNvSpPr txBox="1"/>
            <p:nvPr/>
          </p:nvSpPr>
          <p:spPr>
            <a:xfrm>
              <a:off x="533400" y="4572000"/>
              <a:ext cx="12588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Request object from </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container</a:t>
              </a:r>
              <a:endParaRPr/>
            </a:p>
          </p:txBody>
        </p:sp>
        <p:sp>
          <p:nvSpPr>
            <p:cNvPr id="850" name="Google Shape;850;g3be6e5f1d5b_1_381"/>
            <p:cNvSpPr/>
            <p:nvPr/>
          </p:nvSpPr>
          <p:spPr>
            <a:xfrm>
              <a:off x="4038600" y="4190972"/>
              <a:ext cx="1143018" cy="1295298"/>
            </a:xfrm>
            <a:prstGeom prst="flowChartDocument">
              <a:avLst/>
            </a:prstGeom>
            <a:no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51" name="Google Shape;851;g3be6e5f1d5b_1_381"/>
            <p:cNvSpPr txBox="1"/>
            <p:nvPr/>
          </p:nvSpPr>
          <p:spPr>
            <a:xfrm>
              <a:off x="4038600" y="4191000"/>
              <a:ext cx="1143000" cy="1062000"/>
            </a:xfrm>
            <a:prstGeom prst="rect">
              <a:avLst/>
            </a:prstGeom>
            <a:noFill/>
            <a:ln>
              <a:noFill/>
            </a:ln>
          </p:spPr>
          <p:txBody>
            <a:bodyPr anchorCtr="0" anchor="t" bIns="45700" lIns="91425" spcFirstLastPara="1" rIns="91425" wrap="square" tIns="45700">
              <a:spAutoFit/>
            </a:bodyPr>
            <a:lstStyle/>
            <a:p>
              <a:pPr indent="-228600" lvl="0" marL="228600" marR="0" rtl="0" algn="l">
                <a:spcBef>
                  <a:spcPts val="0"/>
                </a:spcBef>
                <a:spcAft>
                  <a:spcPts val="0"/>
                </a:spcAft>
                <a:buClr>
                  <a:schemeClr val="dk1"/>
                </a:buClr>
                <a:buSzPts val="900"/>
                <a:buFont typeface="Calibri"/>
                <a:buAutoNum type="arabicPeriod"/>
              </a:pPr>
              <a:r>
                <a:rPr b="1" lang="en-US" sz="900">
                  <a:solidFill>
                    <a:schemeClr val="dk1"/>
                  </a:solidFill>
                  <a:latin typeface="Calibri"/>
                  <a:ea typeface="Calibri"/>
                  <a:cs typeface="Calibri"/>
                  <a:sym typeface="Calibri"/>
                </a:rPr>
                <a:t>……………….</a:t>
              </a:r>
              <a:endParaRPr/>
            </a:p>
            <a:p>
              <a:pPr indent="-228600" lvl="0" marL="228600" marR="0" rtl="0" algn="l">
                <a:spcBef>
                  <a:spcPts val="0"/>
                </a:spcBef>
                <a:spcAft>
                  <a:spcPts val="0"/>
                </a:spcAft>
                <a:buNone/>
              </a:pPr>
              <a:r>
                <a:rPr lang="en-US" sz="900">
                  <a:solidFill>
                    <a:schemeClr val="dk1"/>
                  </a:solidFill>
                  <a:latin typeface="Calibri"/>
                  <a:ea typeface="Calibri"/>
                  <a:cs typeface="Calibri"/>
                  <a:sym typeface="Calibri"/>
                </a:rPr>
                <a:t>2 </a:t>
              </a:r>
              <a:r>
                <a:rPr b="1" lang="en-US" sz="900">
                  <a:solidFill>
                    <a:schemeClr val="dk1"/>
                  </a:solidFill>
                  <a:latin typeface="Calibri"/>
                  <a:ea typeface="Calibri"/>
                  <a:cs typeface="Calibri"/>
                  <a:sym typeface="Calibri"/>
                </a:rPr>
                <a:t>…………………..</a:t>
              </a:r>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3 …………………..</a:t>
              </a:r>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4 …………………..</a:t>
              </a:r>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5…………………</a:t>
              </a:r>
              <a:r>
                <a:rPr lang="en-US" sz="900">
                  <a:solidFill>
                    <a:schemeClr val="dk1"/>
                  </a:solidFill>
                  <a:latin typeface="Calibri"/>
                  <a:ea typeface="Calibri"/>
                  <a:cs typeface="Calibri"/>
                  <a:sym typeface="Calibri"/>
                </a:rPr>
                <a:t>..</a:t>
              </a:r>
              <a:endParaRPr b="1" sz="900">
                <a:solidFill>
                  <a:schemeClr val="dk1"/>
                </a:solidFill>
                <a:latin typeface="Calibri"/>
                <a:ea typeface="Calibri"/>
                <a:cs typeface="Calibri"/>
                <a:sym typeface="Calibri"/>
              </a:endParaRPr>
            </a:p>
            <a:p>
              <a:pPr indent="-228600" lvl="0" marL="228600" marR="0" rtl="0" algn="l">
                <a:spcBef>
                  <a:spcPts val="0"/>
                </a:spcBef>
                <a:spcAft>
                  <a:spcPts val="0"/>
                </a:spcAft>
                <a:buNone/>
              </a:pPr>
              <a:r>
                <a:rPr b="1" lang="en-US" sz="900">
                  <a:solidFill>
                    <a:schemeClr val="dk1"/>
                  </a:solidFill>
                  <a:latin typeface="Calibri"/>
                  <a:ea typeface="Calibri"/>
                  <a:cs typeface="Calibri"/>
                  <a:sym typeface="Calibri"/>
                </a:rPr>
                <a:t>6……………………</a:t>
              </a:r>
              <a:endParaRPr/>
            </a:p>
            <a:p>
              <a:pPr indent="-228600" lvl="0" marL="228600" marR="0" rtl="0" algn="l">
                <a:spcBef>
                  <a:spcPts val="0"/>
                </a:spcBef>
                <a:spcAft>
                  <a:spcPts val="0"/>
                </a:spcAft>
                <a:buNone/>
              </a:pPr>
              <a:r>
                <a:rPr lang="en-US" sz="900">
                  <a:solidFill>
                    <a:schemeClr val="dk1"/>
                  </a:solidFill>
                  <a:latin typeface="Calibri"/>
                  <a:ea typeface="Calibri"/>
                  <a:cs typeface="Calibri"/>
                  <a:sym typeface="Calibri"/>
                </a:rPr>
                <a:t>.</a:t>
              </a:r>
              <a:endParaRPr b="1" sz="900">
                <a:solidFill>
                  <a:schemeClr val="dk1"/>
                </a:solidFill>
                <a:latin typeface="Calibri"/>
                <a:ea typeface="Calibri"/>
                <a:cs typeface="Calibri"/>
                <a:sym typeface="Calibri"/>
              </a:endParaRPr>
            </a:p>
          </p:txBody>
        </p:sp>
        <p:sp>
          <p:nvSpPr>
            <p:cNvPr id="852" name="Google Shape;852;g3be6e5f1d5b_1_381"/>
            <p:cNvSpPr txBox="1"/>
            <p:nvPr/>
          </p:nvSpPr>
          <p:spPr>
            <a:xfrm>
              <a:off x="4114800" y="3733800"/>
              <a:ext cx="8724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Servlet  2</a:t>
              </a:r>
              <a:endParaRPr/>
            </a:p>
          </p:txBody>
        </p:sp>
        <p:cxnSp>
          <p:nvCxnSpPr>
            <p:cNvPr id="853" name="Google Shape;853;g3be6e5f1d5b_1_381"/>
            <p:cNvCxnSpPr/>
            <p:nvPr/>
          </p:nvCxnSpPr>
          <p:spPr>
            <a:xfrm flipH="1" rot="10800000">
              <a:off x="2971800" y="4343349"/>
              <a:ext cx="990600" cy="228600"/>
            </a:xfrm>
            <a:prstGeom prst="straightConnector1">
              <a:avLst/>
            </a:prstGeom>
            <a:noFill/>
            <a:ln cap="flat" cmpd="sng" w="9525">
              <a:solidFill>
                <a:schemeClr val="dk1"/>
              </a:solidFill>
              <a:prstDash val="solid"/>
              <a:round/>
              <a:headEnd len="sm" w="sm" type="none"/>
              <a:tailEnd len="med" w="med" type="stealth"/>
            </a:ln>
          </p:spPr>
        </p:cxnSp>
        <p:cxnSp>
          <p:nvCxnSpPr>
            <p:cNvPr id="854" name="Google Shape;854;g3be6e5f1d5b_1_381"/>
            <p:cNvCxnSpPr/>
            <p:nvPr/>
          </p:nvCxnSpPr>
          <p:spPr>
            <a:xfrm rot="10800000">
              <a:off x="2971800" y="4724322"/>
              <a:ext cx="1066800" cy="304800"/>
            </a:xfrm>
            <a:prstGeom prst="straightConnector1">
              <a:avLst/>
            </a:prstGeom>
            <a:noFill/>
            <a:ln cap="flat" cmpd="sng" w="9525">
              <a:solidFill>
                <a:schemeClr val="dk1"/>
              </a:solidFill>
              <a:prstDash val="solid"/>
              <a:round/>
              <a:headEnd len="sm" w="sm" type="none"/>
              <a:tailEnd len="med" w="med" type="stealth"/>
            </a:ln>
          </p:spPr>
        </p:cxnSp>
        <p:sp>
          <p:nvSpPr>
            <p:cNvPr id="855" name="Google Shape;855;g3be6e5f1d5b_1_381"/>
            <p:cNvSpPr txBox="1"/>
            <p:nvPr/>
          </p:nvSpPr>
          <p:spPr>
            <a:xfrm>
              <a:off x="2743200" y="5334000"/>
              <a:ext cx="16002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Request/Response  objects sent to servllet 2.</a:t>
              </a:r>
              <a:endParaRPr/>
            </a:p>
            <a:p>
              <a:pPr indent="0" lvl="0" marL="0" marR="0" rtl="0" algn="l">
                <a:spcBef>
                  <a:spcPts val="0"/>
                </a:spcBef>
                <a:spcAft>
                  <a:spcPts val="0"/>
                </a:spcAft>
                <a:buNone/>
              </a:pPr>
              <a:r>
                <a:rPr lang="en-US" sz="1000">
                  <a:solidFill>
                    <a:schemeClr val="dk1"/>
                  </a:solidFill>
                  <a:latin typeface="Calibri"/>
                  <a:ea typeface="Calibri"/>
                  <a:cs typeface="Calibri"/>
                  <a:sym typeface="Calibri"/>
                </a:rPr>
                <a:t>Servlet 2 return s objects to calling servlet.</a:t>
              </a:r>
              <a:endParaRPr/>
            </a:p>
          </p:txBody>
        </p:sp>
        <p:sp>
          <p:nvSpPr>
            <p:cNvPr id="856" name="Google Shape;856;g3be6e5f1d5b_1_381"/>
            <p:cNvSpPr txBox="1"/>
            <p:nvPr/>
          </p:nvSpPr>
          <p:spPr>
            <a:xfrm>
              <a:off x="381000" y="5638800"/>
              <a:ext cx="16659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chemeClr val="dk1"/>
                  </a:solidFill>
                  <a:latin typeface="Calibri"/>
                  <a:ea typeface="Calibri"/>
                  <a:cs typeface="Calibri"/>
                  <a:sym typeface="Calibri"/>
                </a:rPr>
                <a:t>Response object to container</a:t>
              </a:r>
              <a:endParaRPr/>
            </a:p>
          </p:txBody>
        </p:sp>
      </p:grpSp>
      <p:sp>
        <p:nvSpPr>
          <p:cNvPr id="857" name="Google Shape;857;g3be6e5f1d5b_1_381"/>
          <p:cNvSpPr txBox="1"/>
          <p:nvPr/>
        </p:nvSpPr>
        <p:spPr>
          <a:xfrm>
            <a:off x="3429000" y="5715000"/>
            <a:ext cx="21732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Include Request</a:t>
            </a:r>
            <a:endParaRPr/>
          </a:p>
        </p:txBody>
      </p:sp>
      <p:cxnSp>
        <p:nvCxnSpPr>
          <p:cNvPr id="858" name="Google Shape;858;g3be6e5f1d5b_1_381"/>
          <p:cNvCxnSpPr/>
          <p:nvPr/>
        </p:nvCxnSpPr>
        <p:spPr>
          <a:xfrm rot="10800000">
            <a:off x="1600200" y="4191088"/>
            <a:ext cx="1066800" cy="1500"/>
          </a:xfrm>
          <a:prstGeom prst="straightConnector1">
            <a:avLst/>
          </a:prstGeom>
          <a:noFill/>
          <a:ln cap="flat" cmpd="sng" w="9525">
            <a:solidFill>
              <a:schemeClr val="dk1"/>
            </a:solidFill>
            <a:prstDash val="solid"/>
            <a:round/>
            <a:headEnd len="sm" w="sm" type="none"/>
            <a:tailEnd len="med" w="med" type="stealth"/>
          </a:ln>
        </p:spPr>
      </p:cxn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sp>
        <p:nvSpPr>
          <p:cNvPr id="864" name="Google Shape;864;g3be6e5f1d5b_1_40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Servlet calls other resources</a:t>
            </a:r>
            <a:endParaRPr/>
          </a:p>
        </p:txBody>
      </p:sp>
      <p:sp>
        <p:nvSpPr>
          <p:cNvPr id="865" name="Google Shape;865;g3be6e5f1d5b_1_40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Forwarding using Dispatcher object:</a:t>
            </a:r>
            <a:endParaRPr/>
          </a:p>
          <a:p>
            <a:pPr indent="-342900" lvl="0" marL="342900" rtl="0" algn="l">
              <a:spcBef>
                <a:spcPts val="400"/>
              </a:spcBef>
              <a:spcAft>
                <a:spcPts val="0"/>
              </a:spcAft>
              <a:buClr>
                <a:schemeClr val="dk1"/>
              </a:buClr>
              <a:buSzPts val="2000"/>
              <a:buFont typeface="Calibri"/>
              <a:buNone/>
            </a:pPr>
            <a:r>
              <a:rPr b="1" lang="en-US" sz="2000"/>
              <a:t>  Servlet1:</a:t>
            </a:r>
            <a:endParaRPr/>
          </a:p>
          <a:p>
            <a:pPr indent="-342900" lvl="0" marL="342900" rtl="0" algn="l">
              <a:spcBef>
                <a:spcPts val="400"/>
              </a:spcBef>
              <a:spcAft>
                <a:spcPts val="0"/>
              </a:spcAft>
              <a:buClr>
                <a:schemeClr val="dk1"/>
              </a:buClr>
              <a:buSzPts val="2000"/>
              <a:buFont typeface="Calibri"/>
              <a:buNone/>
            </a:pPr>
            <a:r>
              <a:rPr lang="en-US" sz="2000"/>
              <a:t>  1.  HttpSession session=request.getSession(true);</a:t>
            </a:r>
            <a:endParaRPr/>
          </a:p>
          <a:p>
            <a:pPr indent="-342900" lvl="0" marL="342900" rtl="0" algn="l">
              <a:spcBef>
                <a:spcPts val="400"/>
              </a:spcBef>
              <a:spcAft>
                <a:spcPts val="0"/>
              </a:spcAft>
              <a:buClr>
                <a:schemeClr val="dk1"/>
              </a:buClr>
              <a:buSzPts val="2000"/>
              <a:buFont typeface="Calibri"/>
              <a:buNone/>
            </a:pPr>
            <a:r>
              <a:rPr lang="en-US" sz="2000"/>
              <a:t>   ………..do something with request and response………….</a:t>
            </a:r>
            <a:endParaRPr/>
          </a:p>
          <a:p>
            <a:pPr indent="-342900" lvl="0" marL="342900" rtl="0" algn="l">
              <a:spcBef>
                <a:spcPts val="400"/>
              </a:spcBef>
              <a:spcAft>
                <a:spcPts val="0"/>
              </a:spcAft>
              <a:buClr>
                <a:schemeClr val="dk1"/>
              </a:buClr>
              <a:buSzPts val="1800"/>
              <a:buFont typeface="Calibri"/>
              <a:buNone/>
            </a:pPr>
            <a:r>
              <a:rPr lang="en-US" sz="1800"/>
              <a:t>  2.    RequestDispatcher dispatcher= </a:t>
            </a:r>
            <a:r>
              <a:rPr lang="en-US" sz="2000"/>
              <a:t>getServletContext().getRequestDispatcher(“/AnotherServlet”);</a:t>
            </a:r>
            <a:endParaRPr/>
          </a:p>
          <a:p>
            <a:pPr indent="-342900" lvl="0" marL="342900" rtl="0" algn="l">
              <a:spcBef>
                <a:spcPts val="400"/>
              </a:spcBef>
              <a:spcAft>
                <a:spcPts val="0"/>
              </a:spcAft>
              <a:buClr>
                <a:schemeClr val="dk1"/>
              </a:buClr>
              <a:buSzPts val="2000"/>
              <a:buFont typeface="Calibri"/>
              <a:buNone/>
            </a:pPr>
            <a:r>
              <a:rPr lang="en-US" sz="2000"/>
              <a:t>   3.      dispatcher.forward(request, response);</a:t>
            </a:r>
            <a:endParaRPr/>
          </a:p>
          <a:p>
            <a:pPr indent="-342900" lvl="0" marL="342900" rtl="0" algn="l">
              <a:spcBef>
                <a:spcPts val="400"/>
              </a:spcBef>
              <a:spcAft>
                <a:spcPts val="0"/>
              </a:spcAft>
              <a:buClr>
                <a:schemeClr val="dk1"/>
              </a:buClr>
              <a:buSzPts val="2000"/>
              <a:buFont typeface="Calibri"/>
              <a:buNone/>
            </a:pPr>
            <a:r>
              <a:rPr b="1" lang="en-US" sz="2000"/>
              <a:t> Servlet 2:</a:t>
            </a:r>
            <a:endParaRPr/>
          </a:p>
          <a:p>
            <a:pPr indent="-342900" lvl="0" marL="342900" rtl="0" algn="l">
              <a:spcBef>
                <a:spcPts val="400"/>
              </a:spcBef>
              <a:spcAft>
                <a:spcPts val="0"/>
              </a:spcAft>
              <a:buClr>
                <a:schemeClr val="dk1"/>
              </a:buClr>
              <a:buSzPts val="2000"/>
              <a:buFont typeface="Calibri"/>
              <a:buNone/>
            </a:pPr>
            <a:r>
              <a:rPr b="1" lang="en-US" sz="2000"/>
              <a:t>After execution of line 3 servler AnotherServlet starts execution of its doGet or doPost method. It receives the request and response obejcts with whatever information has been encapsulated, does its tasks and proceeds to write into the proper streams using the response object. </a:t>
            </a:r>
            <a:endParaRPr/>
          </a:p>
          <a:p>
            <a:pPr indent="-342900" lvl="0" marL="342900" rtl="0" algn="l">
              <a:spcBef>
                <a:spcPts val="400"/>
              </a:spcBef>
              <a:spcAft>
                <a:spcPts val="0"/>
              </a:spcAft>
              <a:buClr>
                <a:schemeClr val="dk1"/>
              </a:buClr>
              <a:buSzPts val="2000"/>
              <a:buFont typeface="Calibri"/>
              <a:buNone/>
            </a:pPr>
            <a:r>
              <a:t/>
            </a:r>
            <a:endParaRPr b="1" sz="2000"/>
          </a:p>
        </p:txBody>
      </p:sp>
      <p:sp>
        <p:nvSpPr>
          <p:cNvPr id="866" name="Google Shape;866;g3be6e5f1d5b_1_40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g3be6e5f1d5b_1_40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Servlet calls other resources</a:t>
            </a:r>
            <a:endParaRPr/>
          </a:p>
        </p:txBody>
      </p:sp>
      <p:sp>
        <p:nvSpPr>
          <p:cNvPr id="873" name="Google Shape;873;g3be6e5f1d5b_1_409"/>
          <p:cNvSpPr txBox="1"/>
          <p:nvPr>
            <p:ph idx="1" type="body"/>
          </p:nvPr>
        </p:nvSpPr>
        <p:spPr>
          <a:xfrm>
            <a:off x="762000" y="1600200"/>
            <a:ext cx="7772400" cy="4800600"/>
          </a:xfrm>
          <a:prstGeom prst="rect">
            <a:avLst/>
          </a:prstGeom>
          <a:noFill/>
          <a:ln>
            <a:noFill/>
          </a:ln>
        </p:spPr>
        <p:txBody>
          <a:bodyPr anchorCtr="0" anchor="t" bIns="45700" lIns="91425" spcFirstLastPara="1" rIns="91425" wrap="square" tIns="45700">
            <a:normAutofit lnSpcReduction="20000"/>
          </a:bodyPr>
          <a:lstStyle/>
          <a:p>
            <a:pPr indent="-342900" lvl="0" marL="342900" rtl="0" algn="l">
              <a:spcBef>
                <a:spcPts val="0"/>
              </a:spcBef>
              <a:spcAft>
                <a:spcPts val="0"/>
              </a:spcAft>
              <a:buClr>
                <a:schemeClr val="dk1"/>
              </a:buClr>
              <a:buSzPts val="2000"/>
              <a:buChar char="•"/>
            </a:pPr>
            <a:r>
              <a:rPr lang="en-US" sz="2000"/>
              <a:t>Including using the Dispatcher object:</a:t>
            </a:r>
            <a:endParaRPr/>
          </a:p>
          <a:p>
            <a:pPr indent="-342900" lvl="0" marL="342900" rtl="0" algn="l">
              <a:spcBef>
                <a:spcPts val="400"/>
              </a:spcBef>
              <a:spcAft>
                <a:spcPts val="0"/>
              </a:spcAft>
              <a:buClr>
                <a:schemeClr val="dk1"/>
              </a:buClr>
              <a:buSzPts val="2000"/>
              <a:buFont typeface="Calibri"/>
              <a:buNone/>
            </a:pPr>
            <a:r>
              <a:rPr lang="en-US" sz="2000"/>
              <a:t> </a:t>
            </a:r>
            <a:r>
              <a:rPr b="1" lang="en-US" sz="2000"/>
              <a:t>Servlet1:</a:t>
            </a:r>
            <a:endParaRPr/>
          </a:p>
          <a:p>
            <a:pPr indent="-342900" lvl="0" marL="342900" rtl="0" algn="l">
              <a:spcBef>
                <a:spcPts val="400"/>
              </a:spcBef>
              <a:spcAft>
                <a:spcPts val="0"/>
              </a:spcAft>
              <a:buClr>
                <a:schemeClr val="dk1"/>
              </a:buClr>
              <a:buSzPts val="2000"/>
              <a:buFont typeface="Calibri"/>
              <a:buNone/>
            </a:pPr>
            <a:r>
              <a:rPr lang="en-US" sz="2000"/>
              <a:t>  1.  HttpSession session=request.getSession(true);</a:t>
            </a:r>
            <a:endParaRPr/>
          </a:p>
          <a:p>
            <a:pPr indent="-342900" lvl="0" marL="342900" rtl="0" algn="l">
              <a:spcBef>
                <a:spcPts val="400"/>
              </a:spcBef>
              <a:spcAft>
                <a:spcPts val="0"/>
              </a:spcAft>
              <a:buClr>
                <a:schemeClr val="dk1"/>
              </a:buClr>
              <a:buSzPts val="2000"/>
              <a:buFont typeface="Calibri"/>
              <a:buNone/>
            </a:pPr>
            <a:r>
              <a:rPr lang="en-US" sz="2000"/>
              <a:t>   ………..do something with request and response………….</a:t>
            </a:r>
            <a:endParaRPr/>
          </a:p>
          <a:p>
            <a:pPr indent="-342900" lvl="0" marL="342900" rtl="0" algn="l">
              <a:spcBef>
                <a:spcPts val="400"/>
              </a:spcBef>
              <a:spcAft>
                <a:spcPts val="0"/>
              </a:spcAft>
              <a:buClr>
                <a:schemeClr val="dk1"/>
              </a:buClr>
              <a:buSzPts val="1800"/>
              <a:buFont typeface="Calibri"/>
              <a:buNone/>
            </a:pPr>
            <a:r>
              <a:rPr lang="en-US" sz="1800"/>
              <a:t>  2.     Dispatcher dispatcher= </a:t>
            </a:r>
            <a:r>
              <a:rPr lang="en-US" sz="2000"/>
              <a:t>getSevletContext().getRequestDispatcher(“/AnotherServlet”);</a:t>
            </a:r>
            <a:endParaRPr/>
          </a:p>
          <a:p>
            <a:pPr indent="-342900" lvl="0" marL="342900" rtl="0" algn="l">
              <a:spcBef>
                <a:spcPts val="400"/>
              </a:spcBef>
              <a:spcAft>
                <a:spcPts val="0"/>
              </a:spcAft>
              <a:buClr>
                <a:schemeClr val="dk1"/>
              </a:buClr>
              <a:buSzPts val="2000"/>
              <a:buFont typeface="Calibri"/>
              <a:buNone/>
            </a:pPr>
            <a:r>
              <a:rPr lang="en-US" sz="2000"/>
              <a:t>   3.      dispatcher.include(request, response);</a:t>
            </a:r>
            <a:endParaRPr/>
          </a:p>
          <a:p>
            <a:pPr indent="-342900" lvl="0" marL="342900" rtl="0" algn="l">
              <a:spcBef>
                <a:spcPts val="400"/>
              </a:spcBef>
              <a:spcAft>
                <a:spcPts val="0"/>
              </a:spcAft>
              <a:buClr>
                <a:schemeClr val="dk1"/>
              </a:buClr>
              <a:buSzPts val="2000"/>
              <a:buFont typeface="Calibri"/>
              <a:buNone/>
            </a:pPr>
            <a:r>
              <a:rPr lang="en-US" sz="2000"/>
              <a:t>   4.  Other code</a:t>
            </a:r>
            <a:endParaRPr/>
          </a:p>
          <a:p>
            <a:pPr indent="-342900" lvl="0" marL="342900" rtl="0" algn="l">
              <a:spcBef>
                <a:spcPts val="400"/>
              </a:spcBef>
              <a:spcAft>
                <a:spcPts val="0"/>
              </a:spcAft>
              <a:buClr>
                <a:schemeClr val="dk1"/>
              </a:buClr>
              <a:buSzPts val="2000"/>
              <a:buFont typeface="Calibri"/>
              <a:buNone/>
            </a:pPr>
            <a:r>
              <a:rPr b="1" lang="en-US" sz="2000"/>
              <a:t> Servlet 2:</a:t>
            </a:r>
            <a:endParaRPr/>
          </a:p>
          <a:p>
            <a:pPr indent="-342900" lvl="0" marL="342900" rtl="0" algn="l">
              <a:spcBef>
                <a:spcPts val="360"/>
              </a:spcBef>
              <a:spcAft>
                <a:spcPts val="0"/>
              </a:spcAft>
              <a:buClr>
                <a:schemeClr val="dk1"/>
              </a:buClr>
              <a:buSzPts val="1800"/>
              <a:buFont typeface="Calibri"/>
              <a:buNone/>
            </a:pPr>
            <a:r>
              <a:rPr b="1" lang="en-US" sz="1800"/>
              <a:t>	Servlet AnotherServlet receives the request and response objects after execution of line 3. Adds information to the response object and finishes its tasks. Servlet 1 captures the request and response objects returned from servlet 2at the eend of line 3 execution.</a:t>
            </a:r>
            <a:endParaRPr/>
          </a:p>
          <a:p>
            <a:pPr indent="-342900" lvl="0" marL="342900" rtl="0" algn="l">
              <a:spcBef>
                <a:spcPts val="360"/>
              </a:spcBef>
              <a:spcAft>
                <a:spcPts val="0"/>
              </a:spcAft>
              <a:buClr>
                <a:schemeClr val="dk1"/>
              </a:buClr>
              <a:buSzPts val="1800"/>
              <a:buFont typeface="Calibri"/>
              <a:buNone/>
            </a:pPr>
            <a:r>
              <a:rPr b="1" lang="en-US" sz="1800"/>
              <a:t>       It proceeds with line 4.</a:t>
            </a:r>
            <a:endParaRPr/>
          </a:p>
          <a:p>
            <a:pPr indent="-342900" lvl="0" marL="342900" rtl="0" algn="l">
              <a:spcBef>
                <a:spcPts val="400"/>
              </a:spcBef>
              <a:spcAft>
                <a:spcPts val="0"/>
              </a:spcAft>
              <a:buClr>
                <a:schemeClr val="dk1"/>
              </a:buClr>
              <a:buSzPts val="2000"/>
              <a:buFont typeface="Calibri"/>
              <a:buNone/>
            </a:pPr>
            <a:r>
              <a:t/>
            </a:r>
            <a:endParaRPr sz="2000"/>
          </a:p>
          <a:p>
            <a:pPr indent="-215900" lvl="0" marL="342900" rtl="0" algn="l">
              <a:spcBef>
                <a:spcPts val="400"/>
              </a:spcBef>
              <a:spcAft>
                <a:spcPts val="0"/>
              </a:spcAft>
              <a:buClr>
                <a:schemeClr val="dk1"/>
              </a:buClr>
              <a:buSzPts val="2000"/>
              <a:buNone/>
            </a:pPr>
            <a:r>
              <a:t/>
            </a:r>
            <a:endParaRPr sz="2000"/>
          </a:p>
        </p:txBody>
      </p:sp>
      <p:sp>
        <p:nvSpPr>
          <p:cNvPr id="874" name="Google Shape;874;g3be6e5f1d5b_1_40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g3be6e5f1d5b_1_4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Servlet calls other resources</a:t>
            </a:r>
            <a:endParaRPr/>
          </a:p>
        </p:txBody>
      </p:sp>
      <p:sp>
        <p:nvSpPr>
          <p:cNvPr id="881" name="Google Shape;881;g3be6e5f1d5b_1_41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Another approach besides the usage of the Dispatcher object is to use the redirect command:</a:t>
            </a:r>
            <a:endParaRPr/>
          </a:p>
          <a:p>
            <a:pPr indent="-342900" lvl="0" marL="342900" rtl="0" algn="l">
              <a:spcBef>
                <a:spcPts val="480"/>
              </a:spcBef>
              <a:spcAft>
                <a:spcPts val="0"/>
              </a:spcAft>
              <a:buClr>
                <a:schemeClr val="dk1"/>
              </a:buClr>
              <a:buSzPts val="2400"/>
              <a:buFont typeface="Calibri"/>
              <a:buNone/>
            </a:pPr>
            <a:r>
              <a:rPr lang="en-US" sz="2400"/>
              <a:t>   response.sendRedirect(String name_of_resource);</a:t>
            </a:r>
            <a:endParaRPr/>
          </a:p>
          <a:p>
            <a:pPr indent="-342900" lvl="0" marL="342900" rtl="0" algn="l">
              <a:spcBef>
                <a:spcPts val="480"/>
              </a:spcBef>
              <a:spcAft>
                <a:spcPts val="0"/>
              </a:spcAft>
              <a:buClr>
                <a:schemeClr val="dk1"/>
              </a:buClr>
              <a:buSzPts val="2400"/>
              <a:buChar char="•"/>
            </a:pPr>
            <a:r>
              <a:rPr lang="en-US" sz="2400"/>
              <a:t>Sends a temporary redirect response to a client using the resource specified. The String passed in the argument can be a URL.</a:t>
            </a:r>
            <a:endParaRPr/>
          </a:p>
          <a:p>
            <a:pPr indent="-285750" lvl="1" marL="742950" rtl="0" algn="l">
              <a:spcBef>
                <a:spcPts val="400"/>
              </a:spcBef>
              <a:spcAft>
                <a:spcPts val="0"/>
              </a:spcAft>
              <a:buClr>
                <a:schemeClr val="dk1"/>
              </a:buClr>
              <a:buSzPts val="2000"/>
              <a:buChar char="–"/>
            </a:pPr>
            <a:r>
              <a:rPr lang="en-US" sz="2000"/>
              <a:t>A slash / in the URL means that the resource is relative to the servlet folder root (WEB_INF/classes).</a:t>
            </a:r>
            <a:endParaRPr/>
          </a:p>
          <a:p>
            <a:pPr indent="-285750" lvl="1" marL="742950" rtl="0" algn="l">
              <a:spcBef>
                <a:spcPts val="400"/>
              </a:spcBef>
              <a:spcAft>
                <a:spcPts val="0"/>
              </a:spcAft>
              <a:buClr>
                <a:schemeClr val="dk1"/>
              </a:buClr>
              <a:buSzPts val="2000"/>
              <a:buChar char="–"/>
            </a:pPr>
            <a:r>
              <a:rPr lang="en-US" sz="2000"/>
              <a:t>The response will be sent to the client by the redirected resource.</a:t>
            </a:r>
            <a:endParaRPr/>
          </a:p>
        </p:txBody>
      </p:sp>
      <p:sp>
        <p:nvSpPr>
          <p:cNvPr id="882" name="Google Shape;882;g3be6e5f1d5b_1_4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g3be6e5f1d5b_1_4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Servlet calls other resources</a:t>
            </a:r>
            <a:endParaRPr/>
          </a:p>
        </p:txBody>
      </p:sp>
      <p:sp>
        <p:nvSpPr>
          <p:cNvPr id="889" name="Google Shape;889;g3be6e5f1d5b_1_42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A chain of servlets can be formed:</a:t>
            </a:r>
            <a:endParaRPr/>
          </a:p>
        </p:txBody>
      </p:sp>
      <p:sp>
        <p:nvSpPr>
          <p:cNvPr id="890" name="Google Shape;890;g3be6e5f1d5b_1_4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91" name="Google Shape;891;g3be6e5f1d5b_1_423"/>
          <p:cNvSpPr/>
          <p:nvPr/>
        </p:nvSpPr>
        <p:spPr>
          <a:xfrm>
            <a:off x="1066800" y="3200400"/>
            <a:ext cx="914400" cy="9144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2" name="Google Shape;892;g3be6e5f1d5b_1_423"/>
          <p:cNvSpPr/>
          <p:nvPr/>
        </p:nvSpPr>
        <p:spPr>
          <a:xfrm>
            <a:off x="2819400" y="3200400"/>
            <a:ext cx="914400" cy="9144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3" name="Google Shape;893;g3be6e5f1d5b_1_423"/>
          <p:cNvSpPr/>
          <p:nvPr/>
        </p:nvSpPr>
        <p:spPr>
          <a:xfrm>
            <a:off x="4495800" y="3200400"/>
            <a:ext cx="914400" cy="9144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4" name="Google Shape;894;g3be6e5f1d5b_1_423"/>
          <p:cNvSpPr/>
          <p:nvPr/>
        </p:nvSpPr>
        <p:spPr>
          <a:xfrm>
            <a:off x="6248400" y="3200400"/>
            <a:ext cx="914400" cy="914400"/>
          </a:xfrm>
          <a:prstGeom prst="rect">
            <a:avLst/>
          </a:prstGeom>
          <a:solidFill>
            <a:schemeClr val="accent1"/>
          </a:solidFill>
          <a:ln cap="flat" cmpd="sng" w="25400">
            <a:solidFill>
              <a:srgbClr val="395E8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95" name="Google Shape;895;g3be6e5f1d5b_1_423"/>
          <p:cNvSpPr txBox="1"/>
          <p:nvPr/>
        </p:nvSpPr>
        <p:spPr>
          <a:xfrm>
            <a:off x="1143000" y="3429000"/>
            <a:ext cx="8382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Servlet 1 </a:t>
            </a:r>
            <a:endParaRPr/>
          </a:p>
        </p:txBody>
      </p:sp>
      <p:sp>
        <p:nvSpPr>
          <p:cNvPr id="896" name="Google Shape;896;g3be6e5f1d5b_1_423"/>
          <p:cNvSpPr txBox="1"/>
          <p:nvPr/>
        </p:nvSpPr>
        <p:spPr>
          <a:xfrm>
            <a:off x="2819400" y="3505200"/>
            <a:ext cx="8382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Servlet 2 </a:t>
            </a:r>
            <a:endParaRPr/>
          </a:p>
        </p:txBody>
      </p:sp>
      <p:sp>
        <p:nvSpPr>
          <p:cNvPr id="897" name="Google Shape;897;g3be6e5f1d5b_1_423"/>
          <p:cNvSpPr txBox="1"/>
          <p:nvPr/>
        </p:nvSpPr>
        <p:spPr>
          <a:xfrm>
            <a:off x="4572000" y="3505200"/>
            <a:ext cx="8382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Servlet 3 </a:t>
            </a:r>
            <a:endParaRPr/>
          </a:p>
        </p:txBody>
      </p:sp>
      <p:sp>
        <p:nvSpPr>
          <p:cNvPr id="898" name="Google Shape;898;g3be6e5f1d5b_1_423"/>
          <p:cNvSpPr txBox="1"/>
          <p:nvPr/>
        </p:nvSpPr>
        <p:spPr>
          <a:xfrm>
            <a:off x="6248400" y="3505200"/>
            <a:ext cx="838200" cy="261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chemeClr val="dk1"/>
                </a:solidFill>
                <a:latin typeface="Calibri"/>
                <a:ea typeface="Calibri"/>
                <a:cs typeface="Calibri"/>
                <a:sym typeface="Calibri"/>
              </a:rPr>
              <a:t>Servlet 4 </a:t>
            </a:r>
            <a:endParaRPr/>
          </a:p>
        </p:txBody>
      </p:sp>
      <p:cxnSp>
        <p:nvCxnSpPr>
          <p:cNvPr id="899" name="Google Shape;899;g3be6e5f1d5b_1_423"/>
          <p:cNvCxnSpPr>
            <a:endCxn id="891" idx="1"/>
          </p:cNvCxnSpPr>
          <p:nvPr/>
        </p:nvCxnSpPr>
        <p:spPr>
          <a:xfrm>
            <a:off x="457200" y="3656100"/>
            <a:ext cx="609600" cy="1500"/>
          </a:xfrm>
          <a:prstGeom prst="straightConnector1">
            <a:avLst/>
          </a:prstGeom>
          <a:noFill/>
          <a:ln cap="flat" cmpd="sng" w="9525">
            <a:solidFill>
              <a:schemeClr val="dk1"/>
            </a:solidFill>
            <a:prstDash val="solid"/>
            <a:round/>
            <a:headEnd len="sm" w="sm" type="none"/>
            <a:tailEnd len="med" w="med" type="stealth"/>
          </a:ln>
        </p:spPr>
      </p:cxnSp>
      <p:cxnSp>
        <p:nvCxnSpPr>
          <p:cNvPr id="900" name="Google Shape;900;g3be6e5f1d5b_1_423"/>
          <p:cNvCxnSpPr/>
          <p:nvPr/>
        </p:nvCxnSpPr>
        <p:spPr>
          <a:xfrm>
            <a:off x="2057400" y="3657600"/>
            <a:ext cx="609600" cy="1500"/>
          </a:xfrm>
          <a:prstGeom prst="straightConnector1">
            <a:avLst/>
          </a:prstGeom>
          <a:noFill/>
          <a:ln cap="flat" cmpd="sng" w="9525">
            <a:solidFill>
              <a:schemeClr val="dk1"/>
            </a:solidFill>
            <a:prstDash val="solid"/>
            <a:round/>
            <a:headEnd len="sm" w="sm" type="none"/>
            <a:tailEnd len="med" w="med" type="stealth"/>
          </a:ln>
        </p:spPr>
      </p:cxnSp>
      <p:cxnSp>
        <p:nvCxnSpPr>
          <p:cNvPr id="901" name="Google Shape;901;g3be6e5f1d5b_1_423"/>
          <p:cNvCxnSpPr/>
          <p:nvPr/>
        </p:nvCxnSpPr>
        <p:spPr>
          <a:xfrm>
            <a:off x="3810000" y="3657600"/>
            <a:ext cx="609600" cy="1500"/>
          </a:xfrm>
          <a:prstGeom prst="straightConnector1">
            <a:avLst/>
          </a:prstGeom>
          <a:noFill/>
          <a:ln cap="flat" cmpd="sng" w="9525">
            <a:solidFill>
              <a:schemeClr val="dk1"/>
            </a:solidFill>
            <a:prstDash val="solid"/>
            <a:round/>
            <a:headEnd len="sm" w="sm" type="none"/>
            <a:tailEnd len="med" w="med" type="stealth"/>
          </a:ln>
        </p:spPr>
      </p:cxnSp>
      <p:cxnSp>
        <p:nvCxnSpPr>
          <p:cNvPr id="902" name="Google Shape;902;g3be6e5f1d5b_1_423"/>
          <p:cNvCxnSpPr/>
          <p:nvPr/>
        </p:nvCxnSpPr>
        <p:spPr>
          <a:xfrm>
            <a:off x="5486400" y="3657600"/>
            <a:ext cx="609600" cy="1500"/>
          </a:xfrm>
          <a:prstGeom prst="straightConnector1">
            <a:avLst/>
          </a:prstGeom>
          <a:noFill/>
          <a:ln cap="flat" cmpd="sng" w="9525">
            <a:solidFill>
              <a:schemeClr val="dk1"/>
            </a:solidFill>
            <a:prstDash val="solid"/>
            <a:round/>
            <a:headEnd len="sm" w="sm" type="none"/>
            <a:tailEnd len="med" w="med" type="stealth"/>
          </a:ln>
        </p:spPr>
      </p:cxnSp>
      <p:cxnSp>
        <p:nvCxnSpPr>
          <p:cNvPr id="903" name="Google Shape;903;g3be6e5f1d5b_1_423"/>
          <p:cNvCxnSpPr/>
          <p:nvPr/>
        </p:nvCxnSpPr>
        <p:spPr>
          <a:xfrm>
            <a:off x="7315200" y="3657600"/>
            <a:ext cx="609600" cy="1500"/>
          </a:xfrm>
          <a:prstGeom prst="straightConnector1">
            <a:avLst/>
          </a:prstGeom>
          <a:noFill/>
          <a:ln cap="flat" cmpd="sng" w="9525">
            <a:solidFill>
              <a:schemeClr val="dk1"/>
            </a:solidFill>
            <a:prstDash val="solid"/>
            <a:round/>
            <a:headEnd len="sm" w="sm" type="none"/>
            <a:tailEnd len="med" w="med" type="stealth"/>
          </a:ln>
        </p:spPr>
      </p:cxnSp>
      <p:sp>
        <p:nvSpPr>
          <p:cNvPr id="904" name="Google Shape;904;g3be6e5f1d5b_1_423"/>
          <p:cNvSpPr txBox="1"/>
          <p:nvPr/>
        </p:nvSpPr>
        <p:spPr>
          <a:xfrm>
            <a:off x="304800" y="3276600"/>
            <a:ext cx="7794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request</a:t>
            </a:r>
            <a:endParaRPr/>
          </a:p>
        </p:txBody>
      </p:sp>
      <p:sp>
        <p:nvSpPr>
          <p:cNvPr id="905" name="Google Shape;905;g3be6e5f1d5b_1_423"/>
          <p:cNvSpPr txBox="1"/>
          <p:nvPr/>
        </p:nvSpPr>
        <p:spPr>
          <a:xfrm>
            <a:off x="1981200" y="3124200"/>
            <a:ext cx="9048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Request/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response</a:t>
            </a:r>
            <a:endParaRPr/>
          </a:p>
        </p:txBody>
      </p:sp>
      <p:sp>
        <p:nvSpPr>
          <p:cNvPr id="906" name="Google Shape;906;g3be6e5f1d5b_1_423"/>
          <p:cNvSpPr txBox="1"/>
          <p:nvPr/>
        </p:nvSpPr>
        <p:spPr>
          <a:xfrm>
            <a:off x="3581400" y="2895600"/>
            <a:ext cx="9048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Request/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response</a:t>
            </a:r>
            <a:endParaRPr/>
          </a:p>
        </p:txBody>
      </p:sp>
      <p:sp>
        <p:nvSpPr>
          <p:cNvPr id="907" name="Google Shape;907;g3be6e5f1d5b_1_423"/>
          <p:cNvSpPr txBox="1"/>
          <p:nvPr/>
        </p:nvSpPr>
        <p:spPr>
          <a:xfrm>
            <a:off x="5410200" y="2895600"/>
            <a:ext cx="904800" cy="1077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Request/</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response</a:t>
            </a:r>
            <a:endParaRPr/>
          </a:p>
        </p:txBody>
      </p:sp>
      <p:sp>
        <p:nvSpPr>
          <p:cNvPr id="908" name="Google Shape;908;g3be6e5f1d5b_1_423"/>
          <p:cNvSpPr txBox="1"/>
          <p:nvPr/>
        </p:nvSpPr>
        <p:spPr>
          <a:xfrm>
            <a:off x="7315200" y="3200400"/>
            <a:ext cx="9048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Calibri"/>
                <a:ea typeface="Calibri"/>
                <a:cs typeface="Calibri"/>
                <a:sym typeface="Calibri"/>
              </a:rPr>
              <a:t>response</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sp>
        <p:nvSpPr>
          <p:cNvPr id="914" name="Google Shape;914;g3c4885e55c8_0_53"/>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ServletConfig vs ServletContext</a:t>
            </a:r>
            <a:endParaRPr/>
          </a:p>
        </p:txBody>
      </p:sp>
      <p:sp>
        <p:nvSpPr>
          <p:cNvPr id="915" name="Google Shape;915;g3c4885e55c8_0_53"/>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sp>
        <p:nvSpPr>
          <p:cNvPr id="916" name="Google Shape;916;g3c4885e55c8_0_5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graphicFrame>
        <p:nvGraphicFramePr>
          <p:cNvPr id="917" name="Google Shape;917;g3c4885e55c8_0_53"/>
          <p:cNvGraphicFramePr/>
          <p:nvPr/>
        </p:nvGraphicFramePr>
        <p:xfrm>
          <a:off x="952500" y="2476500"/>
          <a:ext cx="3000000" cy="3000000"/>
        </p:xfrm>
        <a:graphic>
          <a:graphicData uri="http://schemas.openxmlformats.org/drawingml/2006/table">
            <a:tbl>
              <a:tblPr>
                <a:noFill/>
                <a:tableStyleId>{DCFC4FD1-408E-4249-958D-94DAA0A80FA4}</a:tableStyleId>
              </a:tblPr>
              <a:tblGrid>
                <a:gridCol w="3619500"/>
                <a:gridCol w="3619500"/>
              </a:tblGrid>
              <a:tr h="381000">
                <a:tc>
                  <a:txBody>
                    <a:bodyPr/>
                    <a:lstStyle/>
                    <a:p>
                      <a:pPr indent="0" lvl="0" marL="0" rtl="0" algn="ctr">
                        <a:lnSpc>
                          <a:spcPct val="115000"/>
                        </a:lnSpc>
                        <a:spcBef>
                          <a:spcPts val="0"/>
                        </a:spcBef>
                        <a:spcAft>
                          <a:spcPts val="0"/>
                        </a:spcAft>
                        <a:buNone/>
                      </a:pPr>
                      <a:r>
                        <a:rPr b="1" lang="en-US" sz="1700"/>
                        <a:t>ServletConfig</a:t>
                      </a:r>
                      <a:endParaRPr b="1" sz="1700"/>
                    </a:p>
                  </a:txBody>
                  <a:tcPr marT="91425" marB="91425" marR="91425" marL="91425"/>
                </a:tc>
                <a:tc>
                  <a:txBody>
                    <a:bodyPr/>
                    <a:lstStyle/>
                    <a:p>
                      <a:pPr indent="0" lvl="0" marL="0" rtl="0" algn="ctr">
                        <a:lnSpc>
                          <a:spcPct val="115000"/>
                        </a:lnSpc>
                        <a:spcBef>
                          <a:spcPts val="0"/>
                        </a:spcBef>
                        <a:spcAft>
                          <a:spcPts val="0"/>
                        </a:spcAft>
                        <a:buNone/>
                      </a:pPr>
                      <a:r>
                        <a:rPr b="1" lang="en-US" sz="1700"/>
                        <a:t>ServletContext</a:t>
                      </a:r>
                      <a:endParaRPr b="1" sz="1700"/>
                    </a:p>
                  </a:txBody>
                  <a:tcPr marT="91425" marB="91425" marR="91425" marL="91425"/>
                </a:tc>
              </a:tr>
              <a:tr h="381000">
                <a:tc>
                  <a:txBody>
                    <a:bodyPr/>
                    <a:lstStyle/>
                    <a:p>
                      <a:pPr indent="0" lvl="0" marL="0" rtl="0" algn="l">
                        <a:spcBef>
                          <a:spcPts val="0"/>
                        </a:spcBef>
                        <a:spcAft>
                          <a:spcPts val="0"/>
                        </a:spcAft>
                        <a:buNone/>
                      </a:pPr>
                      <a:r>
                        <a:rPr lang="en-US" sz="2000"/>
                        <a:t>One per servlet</a:t>
                      </a:r>
                      <a:endParaRPr sz="2000"/>
                    </a:p>
                  </a:txBody>
                  <a:tcPr marT="91425" marB="91425" marR="91425" marL="91425"/>
                </a:tc>
                <a:tc>
                  <a:txBody>
                    <a:bodyPr/>
                    <a:lstStyle/>
                    <a:p>
                      <a:pPr indent="0" lvl="0" marL="0" rtl="0" algn="l">
                        <a:spcBef>
                          <a:spcPts val="0"/>
                        </a:spcBef>
                        <a:spcAft>
                          <a:spcPts val="0"/>
                        </a:spcAft>
                        <a:buNone/>
                      </a:pPr>
                      <a:r>
                        <a:rPr lang="en-US" sz="2000"/>
                        <a:t>One per application</a:t>
                      </a:r>
                      <a:endParaRPr sz="2000"/>
                    </a:p>
                  </a:txBody>
                  <a:tcPr marT="91425" marB="91425" marR="91425" marL="91425"/>
                </a:tc>
              </a:tr>
              <a:tr h="381000">
                <a:tc>
                  <a:txBody>
                    <a:bodyPr/>
                    <a:lstStyle/>
                    <a:p>
                      <a:pPr indent="0" lvl="0" marL="0" rtl="0" algn="l">
                        <a:spcBef>
                          <a:spcPts val="0"/>
                        </a:spcBef>
                        <a:spcAft>
                          <a:spcPts val="0"/>
                        </a:spcAft>
                        <a:buNone/>
                      </a:pPr>
                      <a:r>
                        <a:rPr lang="en-US" sz="2000"/>
                        <a:t>Servlet-specific</a:t>
                      </a:r>
                      <a:endParaRPr sz="2000"/>
                    </a:p>
                  </a:txBody>
                  <a:tcPr marT="91425" marB="91425" marR="91425" marL="91425"/>
                </a:tc>
                <a:tc>
                  <a:txBody>
                    <a:bodyPr/>
                    <a:lstStyle/>
                    <a:p>
                      <a:pPr indent="0" lvl="0" marL="0" rtl="0" algn="l">
                        <a:spcBef>
                          <a:spcPts val="0"/>
                        </a:spcBef>
                        <a:spcAft>
                          <a:spcPts val="0"/>
                        </a:spcAft>
                        <a:buNone/>
                      </a:pPr>
                      <a:r>
                        <a:rPr lang="en-US" sz="2000"/>
                        <a:t>Application-wide</a:t>
                      </a:r>
                      <a:endParaRPr sz="2000"/>
                    </a:p>
                  </a:txBody>
                  <a:tcPr marT="91425" marB="91425" marR="91425" marL="91425"/>
                </a:tc>
              </a:tr>
              <a:tr h="381000">
                <a:tc>
                  <a:txBody>
                    <a:bodyPr/>
                    <a:lstStyle/>
                    <a:p>
                      <a:pPr indent="0" lvl="0" marL="0" rtl="0" algn="l">
                        <a:spcBef>
                          <a:spcPts val="0"/>
                        </a:spcBef>
                        <a:spcAft>
                          <a:spcPts val="0"/>
                        </a:spcAft>
                        <a:buNone/>
                      </a:pPr>
                      <a:r>
                        <a:rPr lang="en-US" sz="2000"/>
                        <a:t>Used for init parameters</a:t>
                      </a:r>
                      <a:endParaRPr sz="2000"/>
                    </a:p>
                  </a:txBody>
                  <a:tcPr marT="91425" marB="91425" marR="91425" marL="91425"/>
                </a:tc>
                <a:tc>
                  <a:txBody>
                    <a:bodyPr/>
                    <a:lstStyle/>
                    <a:p>
                      <a:pPr indent="0" lvl="0" marL="0" rtl="0" algn="l">
                        <a:spcBef>
                          <a:spcPts val="0"/>
                        </a:spcBef>
                        <a:spcAft>
                          <a:spcPts val="0"/>
                        </a:spcAft>
                        <a:buNone/>
                      </a:pPr>
                      <a:r>
                        <a:rPr lang="en-US" sz="2000"/>
                        <a:t>Used for sharing data</a:t>
                      </a:r>
                      <a:endParaRPr sz="2000"/>
                    </a:p>
                  </a:txBody>
                  <a:tcPr marT="91425" marB="91425" marR="91425" marL="91425"/>
                </a:tc>
              </a:tr>
              <a:tr h="381000">
                <a:tc>
                  <a:txBody>
                    <a:bodyPr/>
                    <a:lstStyle/>
                    <a:p>
                      <a:pPr indent="0" lvl="0" marL="0" rtl="0" algn="l">
                        <a:spcBef>
                          <a:spcPts val="0"/>
                        </a:spcBef>
                        <a:spcAft>
                          <a:spcPts val="0"/>
                        </a:spcAft>
                        <a:buNone/>
                      </a:pPr>
                      <a:r>
                        <a:rPr lang="en-US" sz="2000"/>
                        <a:t>Cannot share between servlets</a:t>
                      </a:r>
                      <a:endParaRPr sz="2000"/>
                    </a:p>
                  </a:txBody>
                  <a:tcPr marT="91425" marB="91425" marR="91425" marL="91425"/>
                </a:tc>
                <a:tc>
                  <a:txBody>
                    <a:bodyPr/>
                    <a:lstStyle/>
                    <a:p>
                      <a:pPr indent="0" lvl="0" marL="0" rtl="0" algn="l">
                        <a:spcBef>
                          <a:spcPts val="0"/>
                        </a:spcBef>
                        <a:spcAft>
                          <a:spcPts val="0"/>
                        </a:spcAft>
                        <a:buNone/>
                      </a:pPr>
                      <a:r>
                        <a:rPr lang="en-US" sz="2000"/>
                        <a:t>Can share between servlets</a:t>
                      </a:r>
                      <a:endParaRPr sz="2000"/>
                    </a:p>
                  </a:txBody>
                  <a:tcPr marT="91425" marB="91425" marR="91425" marL="91425"/>
                </a:tc>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2" name="Shape 922"/>
        <p:cNvGrpSpPr/>
        <p:nvPr/>
      </p:nvGrpSpPr>
      <p:grpSpPr>
        <a:xfrm>
          <a:off x="0" y="0"/>
          <a:ext cx="0" cy="0"/>
          <a:chOff x="0" y="0"/>
          <a:chExt cx="0" cy="0"/>
        </a:xfrm>
      </p:grpSpPr>
      <p:sp>
        <p:nvSpPr>
          <p:cNvPr id="923" name="Google Shape;923;g3c4885e55c8_0_147"/>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lang="en-US"/>
              <a:t>Database connectivity with servlet</a:t>
            </a:r>
            <a:endParaRPr/>
          </a:p>
        </p:txBody>
      </p:sp>
      <p:sp>
        <p:nvSpPr>
          <p:cNvPr id="924" name="Google Shape;924;g3c4885e55c8_0_147"/>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Clr>
                <a:schemeClr val="dk1"/>
              </a:buClr>
              <a:buSzPts val="1100"/>
              <a:buFont typeface="Arial"/>
              <a:buNone/>
            </a:pPr>
            <a:r>
              <a:rPr lang="en-US"/>
              <a:t>&lt;form action="login" method="post"&gt;</a:t>
            </a:r>
            <a:endParaRPr/>
          </a:p>
          <a:p>
            <a:pPr indent="0" lvl="0" marL="0" rtl="0" algn="l">
              <a:spcBef>
                <a:spcPts val="360"/>
              </a:spcBef>
              <a:spcAft>
                <a:spcPts val="0"/>
              </a:spcAft>
              <a:buClr>
                <a:schemeClr val="dk1"/>
              </a:buClr>
              <a:buSzPts val="1100"/>
              <a:buFont typeface="Arial"/>
              <a:buNone/>
            </a:pPr>
            <a:r>
              <a:rPr lang="en-US"/>
              <a:t>    Username: &lt;input type="text" name="username"&gt;&lt;br&gt;</a:t>
            </a:r>
            <a:endParaRPr/>
          </a:p>
          <a:p>
            <a:pPr indent="0" lvl="0" marL="0" rtl="0" algn="l">
              <a:spcBef>
                <a:spcPts val="360"/>
              </a:spcBef>
              <a:spcAft>
                <a:spcPts val="0"/>
              </a:spcAft>
              <a:buClr>
                <a:schemeClr val="dk1"/>
              </a:buClr>
              <a:buSzPts val="1100"/>
              <a:buFont typeface="Arial"/>
              <a:buNone/>
            </a:pPr>
            <a:r>
              <a:rPr lang="en-US"/>
              <a:t>    Password: &lt;input type="password" name="password"&gt;&lt;br&gt;</a:t>
            </a:r>
            <a:endParaRPr/>
          </a:p>
          <a:p>
            <a:pPr indent="0" lvl="0" marL="0" rtl="0" algn="l">
              <a:spcBef>
                <a:spcPts val="360"/>
              </a:spcBef>
              <a:spcAft>
                <a:spcPts val="0"/>
              </a:spcAft>
              <a:buClr>
                <a:schemeClr val="dk1"/>
              </a:buClr>
              <a:buSzPts val="1100"/>
              <a:buFont typeface="Arial"/>
              <a:buNone/>
            </a:pPr>
            <a:r>
              <a:rPr lang="en-US"/>
              <a:t>    &lt;input type="submit" value="Login"&gt;</a:t>
            </a:r>
            <a:endParaRPr/>
          </a:p>
          <a:p>
            <a:pPr indent="0" lvl="0" marL="0" rtl="0" algn="l">
              <a:spcBef>
                <a:spcPts val="360"/>
              </a:spcBef>
              <a:spcAft>
                <a:spcPts val="0"/>
              </a:spcAft>
              <a:buClr>
                <a:schemeClr val="dk1"/>
              </a:buClr>
              <a:buSzPts val="1100"/>
              <a:buFont typeface="Arial"/>
              <a:buNone/>
            </a:pPr>
            <a:r>
              <a:rPr lang="en-US"/>
              <a:t>&lt;/form&gt;</a:t>
            </a:r>
            <a:endParaRPr/>
          </a:p>
          <a:p>
            <a:pPr indent="0" lvl="0" marL="0" rtl="0" algn="l">
              <a:spcBef>
                <a:spcPts val="360"/>
              </a:spcBef>
              <a:spcAft>
                <a:spcPts val="0"/>
              </a:spcAft>
              <a:buNone/>
            </a:pPr>
            <a:r>
              <a:t/>
            </a:r>
            <a:endParaRPr/>
          </a:p>
        </p:txBody>
      </p:sp>
      <p:sp>
        <p:nvSpPr>
          <p:cNvPr id="925" name="Google Shape;925;g3c4885e55c8_0_14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sp>
        <p:nvSpPr>
          <p:cNvPr id="931" name="Google Shape;931;g3c4885e55c8_0_155"/>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932" name="Google Shape;932;g3c4885e55c8_0_155"/>
          <p:cNvSpPr txBox="1"/>
          <p:nvPr>
            <p:ph idx="1" type="body"/>
          </p:nvPr>
        </p:nvSpPr>
        <p:spPr>
          <a:xfrm>
            <a:off x="132000" y="1144925"/>
            <a:ext cx="4261200" cy="5576700"/>
          </a:xfrm>
          <a:prstGeom prst="rect">
            <a:avLst/>
          </a:prstGeom>
        </p:spPr>
        <p:txBody>
          <a:bodyPr anchorCtr="0" anchor="t" bIns="45700" lIns="91425" spcFirstLastPara="1" rIns="91425" wrap="square" tIns="45700">
            <a:normAutofit fontScale="25000" lnSpcReduction="10000"/>
          </a:bodyPr>
          <a:lstStyle/>
          <a:p>
            <a:pPr indent="0" lvl="0" marL="0" rtl="0" algn="l">
              <a:spcBef>
                <a:spcPts val="360"/>
              </a:spcBef>
              <a:spcAft>
                <a:spcPts val="0"/>
              </a:spcAft>
              <a:buClr>
                <a:schemeClr val="dk1"/>
              </a:buClr>
              <a:buSzPct val="34375"/>
              <a:buFont typeface="Arial"/>
              <a:buNone/>
            </a:pPr>
            <a:r>
              <a:rPr lang="en-US"/>
              <a:t>package com.test;</a:t>
            </a:r>
            <a:endParaRPr/>
          </a:p>
          <a:p>
            <a:pPr indent="0" lvl="0" marL="0" rtl="0" algn="l">
              <a:spcBef>
                <a:spcPts val="360"/>
              </a:spcBef>
              <a:spcAft>
                <a:spcPts val="0"/>
              </a:spcAft>
              <a:buClr>
                <a:schemeClr val="dk1"/>
              </a:buClr>
              <a:buSzPct val="34375"/>
              <a:buFont typeface="Arial"/>
              <a:buNone/>
            </a:pPr>
            <a:r>
              <a:rPr lang="en-US"/>
              <a:t>import java.io.*;</a:t>
            </a:r>
            <a:endParaRPr/>
          </a:p>
          <a:p>
            <a:pPr indent="0" lvl="0" marL="0" rtl="0" algn="l">
              <a:spcBef>
                <a:spcPts val="360"/>
              </a:spcBef>
              <a:spcAft>
                <a:spcPts val="0"/>
              </a:spcAft>
              <a:buClr>
                <a:schemeClr val="dk1"/>
              </a:buClr>
              <a:buSzPct val="34375"/>
              <a:buFont typeface="Arial"/>
              <a:buNone/>
            </a:pPr>
            <a:r>
              <a:rPr lang="en-US"/>
              <a:t>import java.sql.*;</a:t>
            </a:r>
            <a:endParaRPr/>
          </a:p>
          <a:p>
            <a:pPr indent="0" lvl="0" marL="0" rtl="0" algn="l">
              <a:spcBef>
                <a:spcPts val="360"/>
              </a:spcBef>
              <a:spcAft>
                <a:spcPts val="0"/>
              </a:spcAft>
              <a:buClr>
                <a:schemeClr val="dk1"/>
              </a:buClr>
              <a:buSzPct val="34375"/>
              <a:buFont typeface="Arial"/>
              <a:buNone/>
            </a:pPr>
            <a:r>
              <a:rPr lang="en-US"/>
              <a:t>import javax.servlet.*;</a:t>
            </a:r>
            <a:endParaRPr/>
          </a:p>
          <a:p>
            <a:pPr indent="0" lvl="0" marL="0" rtl="0" algn="l">
              <a:spcBef>
                <a:spcPts val="360"/>
              </a:spcBef>
              <a:spcAft>
                <a:spcPts val="0"/>
              </a:spcAft>
              <a:buClr>
                <a:schemeClr val="dk1"/>
              </a:buClr>
              <a:buSzPct val="34375"/>
              <a:buFont typeface="Arial"/>
              <a:buNone/>
            </a:pPr>
            <a:r>
              <a:rPr lang="en-US"/>
              <a:t>import javax.servlet.annotation.*;</a:t>
            </a:r>
            <a:endParaRPr/>
          </a:p>
          <a:p>
            <a:pPr indent="0" lvl="0" marL="0" rtl="0" algn="l">
              <a:spcBef>
                <a:spcPts val="360"/>
              </a:spcBef>
              <a:spcAft>
                <a:spcPts val="0"/>
              </a:spcAft>
              <a:buClr>
                <a:schemeClr val="dk1"/>
              </a:buClr>
              <a:buSzPct val="34375"/>
              <a:buFont typeface="Arial"/>
              <a:buNone/>
            </a:pPr>
            <a:r>
              <a:rPr lang="en-US"/>
              <a:t>import javax.servlet.http.*;</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@WebServlet("/login")</a:t>
            </a:r>
            <a:endParaRPr/>
          </a:p>
          <a:p>
            <a:pPr indent="0" lvl="0" marL="0" rtl="0" algn="l">
              <a:spcBef>
                <a:spcPts val="360"/>
              </a:spcBef>
              <a:spcAft>
                <a:spcPts val="0"/>
              </a:spcAft>
              <a:buClr>
                <a:schemeClr val="dk1"/>
              </a:buClr>
              <a:buSzPct val="34375"/>
              <a:buFont typeface="Arial"/>
              <a:buNone/>
            </a:pPr>
            <a:r>
              <a:rPr lang="en-US"/>
              <a:t>public class LoginServlet extends HttpServlet {</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protected void doPost(HttpServletRequest request,</a:t>
            </a:r>
            <a:endParaRPr/>
          </a:p>
          <a:p>
            <a:pPr indent="0" lvl="0" marL="0" rtl="0" algn="l">
              <a:spcBef>
                <a:spcPts val="360"/>
              </a:spcBef>
              <a:spcAft>
                <a:spcPts val="0"/>
              </a:spcAft>
              <a:buClr>
                <a:schemeClr val="dk1"/>
              </a:buClr>
              <a:buSzPct val="34375"/>
              <a:buFont typeface="Arial"/>
              <a:buNone/>
            </a:pPr>
            <a:r>
              <a:rPr lang="en-US"/>
              <a:t>                          HttpServletResponse response)</a:t>
            </a:r>
            <a:endParaRPr/>
          </a:p>
          <a:p>
            <a:pPr indent="0" lvl="0" marL="0" rtl="0" algn="l">
              <a:spcBef>
                <a:spcPts val="360"/>
              </a:spcBef>
              <a:spcAft>
                <a:spcPts val="0"/>
              </a:spcAft>
              <a:buClr>
                <a:schemeClr val="dk1"/>
              </a:buClr>
              <a:buSzPct val="34375"/>
              <a:buFont typeface="Arial"/>
              <a:buNone/>
            </a:pPr>
            <a:r>
              <a:rPr lang="en-US"/>
              <a:t>            throws ServletException, IOException {</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response.setContentType("text/html");</a:t>
            </a:r>
            <a:endParaRPr/>
          </a:p>
          <a:p>
            <a:pPr indent="0" lvl="0" marL="0" rtl="0" algn="l">
              <a:spcBef>
                <a:spcPts val="360"/>
              </a:spcBef>
              <a:spcAft>
                <a:spcPts val="0"/>
              </a:spcAft>
              <a:buClr>
                <a:schemeClr val="dk1"/>
              </a:buClr>
              <a:buSzPct val="34375"/>
              <a:buFont typeface="Arial"/>
              <a:buNone/>
            </a:pPr>
            <a:r>
              <a:rPr lang="en-US"/>
              <a:t>        PrintWriter out = response.getWriter();</a:t>
            </a:r>
            <a:endParaRPr/>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Clr>
                <a:schemeClr val="dk1"/>
              </a:buClr>
              <a:buSzPct val="34375"/>
              <a:buFont typeface="Arial"/>
              <a:buNone/>
            </a:pPr>
            <a:r>
              <a:rPr lang="en-US"/>
              <a:t>        String user = request.getParameter("username");</a:t>
            </a:r>
            <a:endParaRPr/>
          </a:p>
          <a:p>
            <a:pPr indent="0" lvl="0" marL="0" rtl="0" algn="l">
              <a:spcBef>
                <a:spcPts val="360"/>
              </a:spcBef>
              <a:spcAft>
                <a:spcPts val="0"/>
              </a:spcAft>
              <a:buNone/>
            </a:pPr>
            <a:r>
              <a:rPr lang="en-US"/>
              <a:t>        String pass = request.getParameter("password");</a:t>
            </a:r>
            <a:endParaRPr/>
          </a:p>
          <a:p>
            <a:pPr indent="0" lvl="0" marL="0" rtl="0" algn="l">
              <a:spcBef>
                <a:spcPts val="360"/>
              </a:spcBef>
              <a:spcAft>
                <a:spcPts val="0"/>
              </a:spcAft>
              <a:buNone/>
            </a:pPr>
            <a:r>
              <a:rPr lang="en-US" sz="3653"/>
              <a:t>try {</a:t>
            </a:r>
            <a:endParaRPr sz="3653"/>
          </a:p>
          <a:p>
            <a:pPr indent="0" lvl="0" marL="0" rtl="0" algn="l">
              <a:spcBef>
                <a:spcPts val="360"/>
              </a:spcBef>
              <a:spcAft>
                <a:spcPts val="0"/>
              </a:spcAft>
              <a:buNone/>
            </a:pPr>
            <a:r>
              <a:rPr lang="en-US" sz="3653"/>
              <a:t>            // 1. Load Driver</a:t>
            </a:r>
            <a:endParaRPr sz="3653"/>
          </a:p>
          <a:p>
            <a:pPr indent="0" lvl="0" marL="0" rtl="0" algn="l">
              <a:spcBef>
                <a:spcPts val="360"/>
              </a:spcBef>
              <a:spcAft>
                <a:spcPts val="0"/>
              </a:spcAft>
              <a:buNone/>
            </a:pPr>
            <a:r>
              <a:rPr lang="en-US" sz="3653"/>
              <a:t>            Class.forName("com.mysql.cj.jdbc.Driver");</a:t>
            </a:r>
            <a:endParaRPr sz="3653"/>
          </a:p>
          <a:p>
            <a:pPr indent="0" lvl="0" marL="0" rtl="0" algn="l">
              <a:spcBef>
                <a:spcPts val="360"/>
              </a:spcBef>
              <a:spcAft>
                <a:spcPts val="0"/>
              </a:spcAft>
              <a:buNone/>
            </a:pPr>
            <a:r>
              <a:rPr lang="en-US" sz="4115"/>
              <a:t>  // 2. Establish Connection</a:t>
            </a:r>
            <a:endParaRPr sz="4115"/>
          </a:p>
          <a:p>
            <a:pPr indent="0" lvl="0" marL="0" rtl="0" algn="l">
              <a:spcBef>
                <a:spcPts val="360"/>
              </a:spcBef>
              <a:spcAft>
                <a:spcPts val="0"/>
              </a:spcAft>
              <a:buNone/>
            </a:pPr>
            <a:r>
              <a:rPr lang="en-US" sz="4115"/>
              <a:t>            Connection con = DriverManager.getConnection(</a:t>
            </a:r>
            <a:endParaRPr sz="4115"/>
          </a:p>
          <a:p>
            <a:pPr indent="0" lvl="0" marL="0" rtl="0" algn="l">
              <a:spcBef>
                <a:spcPts val="360"/>
              </a:spcBef>
              <a:spcAft>
                <a:spcPts val="0"/>
              </a:spcAft>
              <a:buNone/>
            </a:pPr>
            <a:r>
              <a:rPr lang="en-US" sz="4115"/>
              <a:t>                "jdbc:mysql://localhost:3306/college",</a:t>
            </a:r>
            <a:endParaRPr sz="4115"/>
          </a:p>
          <a:p>
            <a:pPr indent="0" lvl="0" marL="0" rtl="0" algn="l">
              <a:spcBef>
                <a:spcPts val="360"/>
              </a:spcBef>
              <a:spcAft>
                <a:spcPts val="0"/>
              </a:spcAft>
              <a:buNone/>
            </a:pPr>
            <a:r>
              <a:rPr lang="en-US" sz="4115"/>
              <a:t>                "root",</a:t>
            </a:r>
            <a:endParaRPr sz="4115"/>
          </a:p>
          <a:p>
            <a:pPr indent="0" lvl="0" marL="0" rtl="0" algn="l">
              <a:spcBef>
                <a:spcPts val="360"/>
              </a:spcBef>
              <a:spcAft>
                <a:spcPts val="0"/>
              </a:spcAft>
              <a:buNone/>
            </a:pPr>
            <a:r>
              <a:rPr lang="en-US" sz="4115"/>
              <a:t>                "Mysql@1234");</a:t>
            </a:r>
            <a:endParaRPr sz="4115"/>
          </a:p>
          <a:p>
            <a:pPr indent="0" lvl="0" marL="0" rtl="0" algn="l">
              <a:spcBef>
                <a:spcPts val="360"/>
              </a:spcBef>
              <a:spcAft>
                <a:spcPts val="0"/>
              </a:spcAft>
              <a:buNone/>
            </a:pPr>
            <a:r>
              <a:rPr lang="en-US" sz="4300"/>
              <a:t>  // 3. Create Statement</a:t>
            </a:r>
            <a:endParaRPr sz="4300"/>
          </a:p>
          <a:p>
            <a:pPr indent="0" lvl="0" marL="0" rtl="0" algn="l">
              <a:spcBef>
                <a:spcPts val="360"/>
              </a:spcBef>
              <a:spcAft>
                <a:spcPts val="0"/>
              </a:spcAft>
              <a:buNone/>
            </a:pPr>
            <a:r>
              <a:t/>
            </a:r>
            <a:endParaRPr sz="4115"/>
          </a:p>
          <a:p>
            <a:pPr indent="0" lvl="0" marL="0" rtl="0" algn="l">
              <a:spcBef>
                <a:spcPts val="360"/>
              </a:spcBef>
              <a:spcAft>
                <a:spcPts val="0"/>
              </a:spcAft>
              <a:buClr>
                <a:schemeClr val="dk1"/>
              </a:buClr>
              <a:buSzPts val="275"/>
              <a:buFont typeface="Arial"/>
              <a:buNone/>
            </a:pPr>
            <a:r>
              <a:t/>
            </a:r>
            <a:endParaRPr sz="5353"/>
          </a:p>
          <a:p>
            <a:pPr indent="0" lvl="0" marL="0" rtl="0" algn="l">
              <a:spcBef>
                <a:spcPts val="360"/>
              </a:spcBef>
              <a:spcAft>
                <a:spcPts val="0"/>
              </a:spcAft>
              <a:buClr>
                <a:schemeClr val="dk1"/>
              </a:buClr>
              <a:buSzPct val="34375"/>
              <a:buFont typeface="Arial"/>
              <a:buNone/>
            </a:pPr>
            <a:r>
              <a:t/>
            </a:r>
            <a:endParaRPr/>
          </a:p>
          <a:p>
            <a:pPr indent="0" lvl="0" marL="0" rtl="0" algn="l">
              <a:spcBef>
                <a:spcPts val="360"/>
              </a:spcBef>
              <a:spcAft>
                <a:spcPts val="0"/>
              </a:spcAft>
              <a:buNone/>
            </a:pPr>
            <a:r>
              <a:rPr lang="en-US"/>
              <a:t>    </a:t>
            </a:r>
            <a:endParaRPr/>
          </a:p>
        </p:txBody>
      </p:sp>
      <p:sp>
        <p:nvSpPr>
          <p:cNvPr id="933" name="Google Shape;933;g3c4885e55c8_0_15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34" name="Google Shape;934;g3c4885e55c8_0_155"/>
          <p:cNvSpPr txBox="1"/>
          <p:nvPr/>
        </p:nvSpPr>
        <p:spPr>
          <a:xfrm>
            <a:off x="4651400" y="1235075"/>
            <a:ext cx="4146300" cy="5121300"/>
          </a:xfrm>
          <a:prstGeom prst="rect">
            <a:avLst/>
          </a:prstGeom>
          <a:noFill/>
          <a:ln>
            <a:noFill/>
          </a:ln>
        </p:spPr>
        <p:txBody>
          <a:bodyPr anchorCtr="0" anchor="t" bIns="91425" lIns="91425" spcFirstLastPara="1" rIns="91425" wrap="square" tIns="91425">
            <a:noAutofit/>
          </a:bodyPr>
          <a:lstStyle/>
          <a:p>
            <a:pPr indent="0" lvl="0" marL="0" rtl="0" algn="l">
              <a:spcBef>
                <a:spcPts val="360"/>
              </a:spcBef>
              <a:spcAft>
                <a:spcPts val="0"/>
              </a:spcAft>
              <a:buClr>
                <a:schemeClr val="dk1"/>
              </a:buClr>
              <a:buSzPts val="1100"/>
              <a:buFont typeface="Arial"/>
              <a:buNone/>
            </a:pPr>
            <a:r>
              <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PreparedStatement ps = con.prepareStatement(</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"SELECT * FROM student WHERE name=? ");</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ps.setString(1, user);</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//ps.setString(2, pass);</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 4. Execute Query</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ResultSet rs = ps.executeQuery();</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if (rs.next()) {</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out.println("&lt;h2&gt;Login Successful&lt;/h2&gt;");</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 else {</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out.println("&lt;h2&gt;Invalid Credentials&lt;/h2&gt;");</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 5. Close Resources</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rs.close();</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ps.close();</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con.close();</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 catch (Exception e) {</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out.println(e);</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    }</a:t>
            </a:r>
            <a:endParaRPr sz="1500">
              <a:solidFill>
                <a:schemeClr val="dk1"/>
              </a:solidFill>
              <a:latin typeface="Calibri"/>
              <a:ea typeface="Calibri"/>
              <a:cs typeface="Calibri"/>
              <a:sym typeface="Calibri"/>
            </a:endParaRPr>
          </a:p>
          <a:p>
            <a:pPr indent="0" lvl="0" marL="0" rtl="0" algn="l">
              <a:spcBef>
                <a:spcPts val="360"/>
              </a:spcBef>
              <a:spcAft>
                <a:spcPts val="0"/>
              </a:spcAft>
              <a:buClr>
                <a:schemeClr val="dk1"/>
              </a:buClr>
              <a:buSzPts val="1100"/>
              <a:buFont typeface="Arial"/>
              <a:buNone/>
            </a:pPr>
            <a:r>
              <a:rPr lang="en-US" sz="1500">
                <a:solidFill>
                  <a:schemeClr val="dk1"/>
                </a:solidFill>
                <a:latin typeface="Calibri"/>
                <a:ea typeface="Calibri"/>
                <a:cs typeface="Calibri"/>
                <a:sym typeface="Calibri"/>
              </a:rPr>
              <a:t>}</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sp>
        <p:nvSpPr>
          <p:cNvPr id="940" name="Google Shape;940;g3be6e5f1d5b_1_46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Session Management</a:t>
            </a:r>
            <a:endParaRPr/>
          </a:p>
        </p:txBody>
      </p:sp>
      <p:sp>
        <p:nvSpPr>
          <p:cNvPr id="941" name="Google Shape;941;g3be6e5f1d5b_1_462"/>
          <p:cNvSpPr txBox="1"/>
          <p:nvPr>
            <p:ph idx="1" type="body"/>
          </p:nvPr>
        </p:nvSpPr>
        <p:spPr>
          <a:xfrm>
            <a:off x="685800" y="1981200"/>
            <a:ext cx="7772400" cy="4648200"/>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Clr>
                <a:schemeClr val="dk1"/>
              </a:buClr>
              <a:buSzPts val="2000"/>
              <a:buChar char="•"/>
            </a:pPr>
            <a:r>
              <a:rPr lang="en-US" sz="2000"/>
              <a:t>Create a session object in your web component:</a:t>
            </a:r>
            <a:endParaRPr/>
          </a:p>
          <a:p>
            <a:pPr indent="-342900" lvl="0" marL="342900" rtl="0" algn="l">
              <a:spcBef>
                <a:spcPts val="400"/>
              </a:spcBef>
              <a:spcAft>
                <a:spcPts val="0"/>
              </a:spcAft>
              <a:buClr>
                <a:schemeClr val="dk1"/>
              </a:buClr>
              <a:buSzPts val="2000"/>
              <a:buFont typeface="Calibri"/>
              <a:buNone/>
            </a:pPr>
            <a:r>
              <a:rPr lang="en-US" sz="2000"/>
              <a:t>	</a:t>
            </a:r>
            <a:r>
              <a:rPr b="1" lang="en-US" sz="2000"/>
              <a:t>HttpSession session = request.getSession(true);</a:t>
            </a:r>
            <a:endParaRPr/>
          </a:p>
          <a:p>
            <a:pPr indent="-342900" lvl="0" marL="342900" rtl="0" algn="l">
              <a:spcBef>
                <a:spcPts val="400"/>
              </a:spcBef>
              <a:spcAft>
                <a:spcPts val="0"/>
              </a:spcAft>
              <a:buClr>
                <a:schemeClr val="dk1"/>
              </a:buClr>
              <a:buSzPts val="2000"/>
              <a:buFont typeface="Calibri"/>
              <a:buNone/>
            </a:pPr>
            <a:r>
              <a:rPr lang="en-US" sz="2000"/>
              <a:t>	Either a new object is created or an existing one is returned to the servlet by the web container each time a request is made.</a:t>
            </a:r>
            <a:endParaRPr/>
          </a:p>
          <a:p>
            <a:pPr indent="-342900" lvl="0" marL="342900" rtl="0" algn="l">
              <a:spcBef>
                <a:spcPts val="400"/>
              </a:spcBef>
              <a:spcAft>
                <a:spcPts val="0"/>
              </a:spcAft>
              <a:buClr>
                <a:schemeClr val="dk1"/>
              </a:buClr>
              <a:buSzPts val="2000"/>
              <a:buChar char="•"/>
            </a:pPr>
            <a:r>
              <a:rPr lang="en-US" sz="2000"/>
              <a:t>You can store attribute_name/value pairs in the session object.</a:t>
            </a:r>
            <a:endParaRPr/>
          </a:p>
          <a:p>
            <a:pPr indent="-342900" lvl="0" marL="342900" rtl="0" algn="l">
              <a:spcBef>
                <a:spcPts val="360"/>
              </a:spcBef>
              <a:spcAft>
                <a:spcPts val="0"/>
              </a:spcAft>
              <a:buClr>
                <a:schemeClr val="dk1"/>
              </a:buClr>
              <a:buSzPts val="1800"/>
              <a:buChar char="•"/>
            </a:pPr>
            <a:r>
              <a:rPr lang="en-US" sz="1800"/>
              <a:t>There are pieces of information that you can extract using the session object:</a:t>
            </a:r>
            <a:endParaRPr/>
          </a:p>
          <a:p>
            <a:pPr indent="-285750" lvl="1" marL="742950" rtl="0" algn="l">
              <a:spcBef>
                <a:spcPts val="280"/>
              </a:spcBef>
              <a:spcAft>
                <a:spcPts val="0"/>
              </a:spcAft>
              <a:buClr>
                <a:schemeClr val="dk1"/>
              </a:buClr>
              <a:buSzPts val="1400"/>
              <a:buChar char="–"/>
            </a:pPr>
            <a:r>
              <a:rPr lang="en-US" sz="1400"/>
              <a:t>session.getID(); returns the session id for the client as a String.</a:t>
            </a:r>
            <a:endParaRPr/>
          </a:p>
          <a:p>
            <a:pPr indent="-285750" lvl="1" marL="742950" rtl="0" algn="l">
              <a:spcBef>
                <a:spcPts val="280"/>
              </a:spcBef>
              <a:spcAft>
                <a:spcPts val="0"/>
              </a:spcAft>
              <a:buClr>
                <a:schemeClr val="dk1"/>
              </a:buClr>
              <a:buSzPts val="1400"/>
              <a:buChar char="–"/>
            </a:pPr>
            <a:r>
              <a:rPr lang="en-US" sz="1400"/>
              <a:t>session.isNew(); returns true if the  client has never seen a session.</a:t>
            </a:r>
            <a:endParaRPr/>
          </a:p>
          <a:p>
            <a:pPr indent="-285750" lvl="1" marL="742950" rtl="0" algn="l">
              <a:spcBef>
                <a:spcPts val="280"/>
              </a:spcBef>
              <a:spcAft>
                <a:spcPts val="0"/>
              </a:spcAft>
              <a:buClr>
                <a:schemeClr val="dk1"/>
              </a:buClr>
              <a:buSzPts val="1400"/>
              <a:buChar char="–"/>
            </a:pPr>
            <a:r>
              <a:rPr lang="en-US" sz="1400"/>
              <a:t>session,getCreationTime(); returns the time in milliseconds since the session was created.</a:t>
            </a:r>
            <a:endParaRPr/>
          </a:p>
          <a:p>
            <a:pPr indent="-285750" lvl="1" marL="742950" rtl="0" algn="l">
              <a:spcBef>
                <a:spcPts val="280"/>
              </a:spcBef>
              <a:spcAft>
                <a:spcPts val="0"/>
              </a:spcAft>
              <a:buClr>
                <a:schemeClr val="dk1"/>
              </a:buClr>
              <a:buSzPts val="1400"/>
              <a:buChar char="–"/>
            </a:pPr>
            <a:r>
              <a:rPr lang="en-US" sz="1400"/>
              <a:t>session.getLastAccessedTime(); returns the time in milliseconds since the last request generated a session.</a:t>
            </a:r>
            <a:endParaRPr/>
          </a:p>
          <a:p>
            <a:pPr indent="-285750" lvl="1" marL="742950" rtl="0" algn="l">
              <a:spcBef>
                <a:spcPts val="280"/>
              </a:spcBef>
              <a:spcAft>
                <a:spcPts val="0"/>
              </a:spcAft>
              <a:buClr>
                <a:schemeClr val="dk1"/>
              </a:buClr>
              <a:buSzPts val="1400"/>
              <a:buChar char="–"/>
            </a:pPr>
            <a:r>
              <a:rPr lang="en-US" sz="1400"/>
              <a:t>session.getMaxInactiveInterval(); returns the time in milliseconds that the session can go without access before it gets invalidated.</a:t>
            </a:r>
            <a:endParaRPr/>
          </a:p>
          <a:p>
            <a:pPr indent="-285750" lvl="1" marL="742950" rtl="0" algn="l">
              <a:spcBef>
                <a:spcPts val="280"/>
              </a:spcBef>
              <a:spcAft>
                <a:spcPts val="0"/>
              </a:spcAft>
              <a:buClr>
                <a:schemeClr val="dk1"/>
              </a:buClr>
              <a:buSzPts val="1400"/>
              <a:buChar char="–"/>
            </a:pPr>
            <a:r>
              <a:rPr lang="en-US" sz="1400"/>
              <a:t>session.getAttributeName(String name); returns the object bound by the name in the session.</a:t>
            </a:r>
            <a:endParaRPr/>
          </a:p>
          <a:p>
            <a:pPr indent="-285750" lvl="1" marL="742950" rtl="0" algn="l">
              <a:spcBef>
                <a:spcPts val="280"/>
              </a:spcBef>
              <a:spcAft>
                <a:spcPts val="0"/>
              </a:spcAft>
              <a:buClr>
                <a:schemeClr val="dk1"/>
              </a:buClr>
              <a:buSzPts val="1400"/>
              <a:buChar char="–"/>
            </a:pPr>
            <a:r>
              <a:rPr lang="en-US" sz="1400"/>
              <a:t>session.setAttribute(String name,  Object obj); bounds an object obj by the String name. In the session</a:t>
            </a:r>
            <a:endParaRPr/>
          </a:p>
          <a:p>
            <a:pPr indent="-184150" lvl="1" marL="742950" rtl="0" algn="l">
              <a:spcBef>
                <a:spcPts val="320"/>
              </a:spcBef>
              <a:spcAft>
                <a:spcPts val="0"/>
              </a:spcAft>
              <a:buClr>
                <a:schemeClr val="dk1"/>
              </a:buClr>
              <a:buSzPts val="1600"/>
              <a:buNone/>
            </a:pPr>
            <a:r>
              <a:t/>
            </a:r>
            <a:endParaRPr sz="1600"/>
          </a:p>
        </p:txBody>
      </p:sp>
      <p:sp>
        <p:nvSpPr>
          <p:cNvPr id="942" name="Google Shape;942;g3be6e5f1d5b_1_46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g3be6e5f1d5b_1_4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Session Management</a:t>
            </a:r>
            <a:endParaRPr/>
          </a:p>
        </p:txBody>
      </p:sp>
      <p:sp>
        <p:nvSpPr>
          <p:cNvPr id="949" name="Google Shape;949;g3be6e5f1d5b_1_469"/>
          <p:cNvSpPr txBox="1"/>
          <p:nvPr>
            <p:ph idx="1" type="body"/>
          </p:nvPr>
        </p:nvSpPr>
        <p:spPr>
          <a:xfrm>
            <a:off x="685800" y="1981200"/>
            <a:ext cx="7772400" cy="46482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Example of session management:</a:t>
            </a:r>
            <a:endParaRPr/>
          </a:p>
          <a:p>
            <a:pPr indent="-342900" lvl="0" marL="342900" rtl="0" algn="l">
              <a:spcBef>
                <a:spcPts val="480"/>
              </a:spcBef>
              <a:spcAft>
                <a:spcPts val="0"/>
              </a:spcAft>
              <a:buClr>
                <a:schemeClr val="dk1"/>
              </a:buClr>
              <a:buSzPts val="2400"/>
              <a:buFont typeface="Calibri"/>
              <a:buNone/>
            </a:pPr>
            <a:r>
              <a:rPr b="1" lang="en-US" sz="2400"/>
              <a:t>HttpSession session= request.getSession(true);</a:t>
            </a:r>
            <a:endParaRPr/>
          </a:p>
          <a:p>
            <a:pPr indent="-342900" lvl="0" marL="342900" rtl="0" algn="l">
              <a:spcBef>
                <a:spcPts val="480"/>
              </a:spcBef>
              <a:spcAft>
                <a:spcPts val="0"/>
              </a:spcAft>
              <a:buClr>
                <a:schemeClr val="dk1"/>
              </a:buClr>
              <a:buSzPts val="2400"/>
              <a:buFont typeface="Calibri"/>
              <a:buNone/>
            </a:pPr>
            <a:r>
              <a:rPr b="1" lang="en-US" sz="2400"/>
              <a:t>session.setAttribute("userName",request.getParameter("myname"));</a:t>
            </a:r>
            <a:endParaRPr/>
          </a:p>
          <a:p>
            <a:pPr indent="-342900" lvl="0" marL="342900" rtl="0" algn="l">
              <a:spcBef>
                <a:spcPts val="480"/>
              </a:spcBef>
              <a:spcAft>
                <a:spcPts val="0"/>
              </a:spcAft>
              <a:buClr>
                <a:schemeClr val="dk1"/>
              </a:buClr>
              <a:buSzPts val="2400"/>
              <a:buFont typeface="Calibri"/>
              <a:buNone/>
            </a:pPr>
            <a:r>
              <a:rPr lang="en-US" sz="2400"/>
              <a:t>-----We store in the session object, as an object, the name retrieved from parameter myname (assuming that the user has entered a name captured by myname). </a:t>
            </a:r>
            <a:endParaRPr/>
          </a:p>
        </p:txBody>
      </p:sp>
      <p:sp>
        <p:nvSpPr>
          <p:cNvPr id="950" name="Google Shape;950;g3be6e5f1d5b_1_46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g3be6e5f1d5b_1_47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Session Management</a:t>
            </a:r>
            <a:endParaRPr/>
          </a:p>
        </p:txBody>
      </p:sp>
      <p:sp>
        <p:nvSpPr>
          <p:cNvPr id="957" name="Google Shape;957;g3be6e5f1d5b_1_47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Calibri"/>
              <a:buNone/>
            </a:pPr>
            <a:r>
              <a:rPr lang="en-US"/>
              <a:t>-------</a:t>
            </a:r>
            <a:r>
              <a:rPr lang="en-US" sz="2000"/>
              <a:t>Later on we check for the session:</a:t>
            </a:r>
            <a:endParaRPr/>
          </a:p>
          <a:p>
            <a:pPr indent="-342900" lvl="0" marL="342900" rtl="0" algn="l">
              <a:spcBef>
                <a:spcPts val="400"/>
              </a:spcBef>
              <a:spcAft>
                <a:spcPts val="0"/>
              </a:spcAft>
              <a:buClr>
                <a:schemeClr val="dk1"/>
              </a:buClr>
              <a:buSzPts val="2000"/>
              <a:buFont typeface="Calibri"/>
              <a:buNone/>
            </a:pPr>
            <a:r>
              <a:rPr b="1" lang="en-US" sz="2000"/>
              <a:t>session = request.getSession(true); </a:t>
            </a:r>
            <a:endParaRPr/>
          </a:p>
          <a:p>
            <a:pPr indent="-342900" lvl="0" marL="342900" rtl="0" algn="l">
              <a:spcBef>
                <a:spcPts val="400"/>
              </a:spcBef>
              <a:spcAft>
                <a:spcPts val="0"/>
              </a:spcAft>
              <a:buClr>
                <a:schemeClr val="dk1"/>
              </a:buClr>
              <a:buSzPts val="2000"/>
              <a:buFont typeface="Calibri"/>
              <a:buNone/>
            </a:pPr>
            <a:r>
              <a:rPr b="1" lang="en-US" sz="2000"/>
              <a:t>if (session.getAttribute("userName") == null) </a:t>
            </a:r>
            <a:endParaRPr/>
          </a:p>
          <a:p>
            <a:pPr indent="-342900" lvl="0" marL="342900" rtl="0" algn="l">
              <a:spcBef>
                <a:spcPts val="400"/>
              </a:spcBef>
              <a:spcAft>
                <a:spcPts val="0"/>
              </a:spcAft>
              <a:buClr>
                <a:schemeClr val="dk1"/>
              </a:buClr>
              <a:buSzPts val="2000"/>
              <a:buFont typeface="Calibri"/>
              <a:buNone/>
            </a:pPr>
            <a:r>
              <a:rPr b="1" lang="en-US" sz="2000"/>
              <a:t>{ session.setAttribute("userName", "Stranger"); }</a:t>
            </a:r>
            <a:endParaRPr/>
          </a:p>
          <a:p>
            <a:pPr indent="-342900" lvl="0" marL="342900" rtl="0" algn="l">
              <a:spcBef>
                <a:spcPts val="400"/>
              </a:spcBef>
              <a:spcAft>
                <a:spcPts val="0"/>
              </a:spcAft>
              <a:buClr>
                <a:schemeClr val="dk1"/>
              </a:buClr>
              <a:buSzPts val="2000"/>
              <a:buFont typeface="Calibri"/>
              <a:buNone/>
            </a:pPr>
            <a:r>
              <a:rPr b="1" lang="en-US" sz="2000"/>
              <a:t>else</a:t>
            </a:r>
            <a:endParaRPr/>
          </a:p>
          <a:p>
            <a:pPr indent="-342900" lvl="0" marL="342900" rtl="0" algn="l">
              <a:spcBef>
                <a:spcPts val="400"/>
              </a:spcBef>
              <a:spcAft>
                <a:spcPts val="0"/>
              </a:spcAft>
              <a:buClr>
                <a:schemeClr val="dk1"/>
              </a:buClr>
              <a:buSzPts val="2000"/>
              <a:buFont typeface="Calibri"/>
              <a:buNone/>
            </a:pPr>
            <a:r>
              <a:rPr b="1" lang="en-US" sz="2000"/>
              <a:t>PrintWriter out = response.getWriter();</a:t>
            </a:r>
            <a:endParaRPr/>
          </a:p>
          <a:p>
            <a:pPr indent="-342900" lvl="0" marL="342900" rtl="0" algn="l">
              <a:spcBef>
                <a:spcPts val="400"/>
              </a:spcBef>
              <a:spcAft>
                <a:spcPts val="0"/>
              </a:spcAft>
              <a:buClr>
                <a:schemeClr val="dk1"/>
              </a:buClr>
              <a:buSzPts val="2000"/>
              <a:buFont typeface="Calibri"/>
              <a:buNone/>
            </a:pPr>
            <a:r>
              <a:rPr b="1" lang="en-US" sz="2000"/>
              <a:t>out.println("Welcome " + (String) session.getAttribute("userName") + "!");</a:t>
            </a:r>
            <a:endParaRPr/>
          </a:p>
          <a:p>
            <a:pPr indent="-215900" lvl="0" marL="342900" rtl="0" algn="l">
              <a:spcBef>
                <a:spcPts val="400"/>
              </a:spcBef>
              <a:spcAft>
                <a:spcPts val="0"/>
              </a:spcAft>
              <a:buClr>
                <a:schemeClr val="dk1"/>
              </a:buClr>
              <a:buSzPts val="2000"/>
              <a:buNone/>
            </a:pPr>
            <a:r>
              <a:t/>
            </a:r>
            <a:endParaRPr sz="2000"/>
          </a:p>
        </p:txBody>
      </p:sp>
      <p:sp>
        <p:nvSpPr>
          <p:cNvPr id="958" name="Google Shape;958;g3be6e5f1d5b_1_47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3" name="Shape 963"/>
        <p:cNvGrpSpPr/>
        <p:nvPr/>
      </p:nvGrpSpPr>
      <p:grpSpPr>
        <a:xfrm>
          <a:off x="0" y="0"/>
          <a:ext cx="0" cy="0"/>
          <a:chOff x="0" y="0"/>
          <a:chExt cx="0" cy="0"/>
        </a:xfrm>
      </p:grpSpPr>
      <p:sp>
        <p:nvSpPr>
          <p:cNvPr id="964" name="Google Shape;964;g3be6e5f1d5b_1_48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Session Management</a:t>
            </a:r>
            <a:endParaRPr/>
          </a:p>
        </p:txBody>
      </p:sp>
      <p:sp>
        <p:nvSpPr>
          <p:cNvPr id="965" name="Google Shape;965;g3be6e5f1d5b_1_48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Another example:</a:t>
            </a:r>
            <a:endParaRPr/>
          </a:p>
          <a:p>
            <a:pPr indent="-342900" lvl="0" marL="342900" rtl="0" algn="l">
              <a:spcBef>
                <a:spcPts val="480"/>
              </a:spcBef>
              <a:spcAft>
                <a:spcPts val="0"/>
              </a:spcAft>
              <a:buClr>
                <a:schemeClr val="dk1"/>
              </a:buClr>
              <a:buSzPts val="2400"/>
              <a:buChar char="•"/>
            </a:pPr>
            <a:r>
              <a:rPr lang="en-US" sz="2400"/>
              <a:t>Suppose class ShoppingCart stores selected items in a shopping cart object.</a:t>
            </a:r>
            <a:endParaRPr/>
          </a:p>
          <a:p>
            <a:pPr indent="-342900" lvl="0" marL="342900" rtl="0" algn="l">
              <a:spcBef>
                <a:spcPts val="480"/>
              </a:spcBef>
              <a:spcAft>
                <a:spcPts val="0"/>
              </a:spcAft>
              <a:buClr>
                <a:schemeClr val="dk1"/>
              </a:buClr>
              <a:buSzPts val="2400"/>
              <a:buChar char="•"/>
            </a:pPr>
            <a:r>
              <a:rPr b="1" lang="en-US" sz="2400"/>
              <a:t>HttpSession session = request.getSession(true); ShoppingCart cart = (ShoppingCart)session.getAttribute(session.getId());</a:t>
            </a:r>
            <a:r>
              <a:rPr lang="en-US" sz="2400"/>
              <a:t> // If the user has no cart, create a new one </a:t>
            </a:r>
            <a:endParaRPr/>
          </a:p>
          <a:p>
            <a:pPr indent="-342900" lvl="0" marL="342900" rtl="0" algn="l">
              <a:spcBef>
                <a:spcPts val="480"/>
              </a:spcBef>
              <a:spcAft>
                <a:spcPts val="0"/>
              </a:spcAft>
              <a:buClr>
                <a:schemeClr val="dk1"/>
              </a:buClr>
              <a:buSzPts val="2400"/>
              <a:buFont typeface="Calibri"/>
              <a:buNone/>
            </a:pPr>
            <a:r>
              <a:rPr b="1" lang="en-US" sz="2400"/>
              <a:t>      if (cart == null) { cart = new ShoppingCart(); session.setAttribute(session.getId(),  cart); }</a:t>
            </a:r>
            <a:endParaRPr/>
          </a:p>
          <a:p>
            <a:pPr indent="-342900" lvl="0" marL="342900" rtl="0" algn="l">
              <a:spcBef>
                <a:spcPts val="480"/>
              </a:spcBef>
              <a:spcAft>
                <a:spcPts val="0"/>
              </a:spcAft>
              <a:buClr>
                <a:schemeClr val="dk1"/>
              </a:buClr>
              <a:buSzPts val="2400"/>
              <a:buFont typeface="Calibri"/>
              <a:buNone/>
            </a:pPr>
            <a:r>
              <a:rPr lang="en-US" sz="2400"/>
              <a:t>The card object  is associated with the particular session id associated with the client.</a:t>
            </a:r>
            <a:endParaRPr/>
          </a:p>
        </p:txBody>
      </p:sp>
      <p:sp>
        <p:nvSpPr>
          <p:cNvPr id="966" name="Google Shape;966;g3be6e5f1d5b_1_48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g3be6e5f1d5b_1_49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a:t>Session Management</a:t>
            </a:r>
            <a:endParaRPr/>
          </a:p>
        </p:txBody>
      </p:sp>
      <p:sp>
        <p:nvSpPr>
          <p:cNvPr id="973" name="Google Shape;973;g3be6e5f1d5b_1_490"/>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400"/>
              <a:buChar char="•"/>
            </a:pPr>
            <a:r>
              <a:rPr lang="en-US" sz="2400"/>
              <a:t>Because an object can be associated with a session, the </a:t>
            </a:r>
            <a:r>
              <a:rPr b="1" lang="en-US" sz="2400"/>
              <a:t>Duke's Bookstore</a:t>
            </a:r>
            <a:r>
              <a:rPr lang="en-US" sz="2400"/>
              <a:t> example keeps track of the books that a user has ordered within an object. The object is type ShoppingCart and each book that a user orders is stored in the shopping cart as a ShoppingCartItem object.</a:t>
            </a:r>
            <a:endParaRPr/>
          </a:p>
          <a:p>
            <a:pPr indent="-342900" lvl="0" marL="342900" rtl="0" algn="l">
              <a:spcBef>
                <a:spcPts val="480"/>
              </a:spcBef>
              <a:spcAft>
                <a:spcPts val="0"/>
              </a:spcAft>
              <a:buClr>
                <a:schemeClr val="dk1"/>
              </a:buClr>
              <a:buSzPts val="2400"/>
              <a:buChar char="•"/>
            </a:pPr>
            <a:r>
              <a:rPr lang="en-US" sz="2400"/>
              <a:t>Retrieving the shopping cart from the session in order to add new item in it:</a:t>
            </a:r>
            <a:endParaRPr/>
          </a:p>
          <a:p>
            <a:pPr indent="-342900" lvl="0" marL="342900" rtl="0" algn="l">
              <a:spcBef>
                <a:spcPts val="480"/>
              </a:spcBef>
              <a:spcAft>
                <a:spcPts val="0"/>
              </a:spcAft>
              <a:buClr>
                <a:schemeClr val="dk1"/>
              </a:buClr>
              <a:buSzPts val="2400"/>
              <a:buFont typeface="Calibri"/>
              <a:buNone/>
            </a:pPr>
            <a:r>
              <a:rPr lang="en-US" sz="2400"/>
              <a:t>     </a:t>
            </a:r>
            <a:r>
              <a:rPr b="1" lang="en-US" sz="2400"/>
              <a:t>HttpSession session = request.getSession(true); ShoppingCart cart = (ShoppingCart)session.getAttribute(session.getId());</a:t>
            </a:r>
            <a:endParaRPr/>
          </a:p>
        </p:txBody>
      </p:sp>
      <p:sp>
        <p:nvSpPr>
          <p:cNvPr id="974" name="Google Shape;974;g3be6e5f1d5b_1_49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DYPUSM</dc:creator>
</cp:coreProperties>
</file>